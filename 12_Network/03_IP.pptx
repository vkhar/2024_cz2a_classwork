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4" r:id="rId6"/>
    <p:sldMasterId id="214748368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y="6858000" cx="12192000"/>
  <p:notesSz cx="6858000" cy="9144000"/>
  <p:embeddedFontLst>
    <p:embeddedFont>
      <p:font typeface="Tahoma"/>
      <p:regular r:id="rId32"/>
      <p:bold r:id="rId33"/>
    </p:embeddedFont>
    <p:embeddedFont>
      <p:font typeface="Arial Black"/>
      <p:regular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jxWoJ7mPoM8lpTVmvSwVnaWp76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E8BCA4-CB77-42E6-A089-AC88FC48F14B}">
  <a:tblStyle styleId="{CAE8BCA4-CB77-42E6-A089-AC88FC48F14B}" styleName="Table_0">
    <a:wholeTbl>
      <a:tcTxStyle b="off" i="off">
        <a:font>
          <a:latin typeface="Tahoma"/>
          <a:ea typeface="Tahoma"/>
          <a:cs typeface="Tahoma"/>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BAEEABF-8C47-4AA2-BFFE-9A3FD580DFE8}"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font" Target="fonts/Tahoma-bold.fntdata"/><Relationship Id="rId10" Type="http://schemas.openxmlformats.org/officeDocument/2006/relationships/slide" Target="slides/slide2.xml"/><Relationship Id="rId32" Type="http://schemas.openxmlformats.org/officeDocument/2006/relationships/font" Target="fonts/Tahoma-regular.fntdata"/><Relationship Id="rId13" Type="http://schemas.openxmlformats.org/officeDocument/2006/relationships/slide" Target="slides/slide5.xml"/><Relationship Id="rId35" Type="http://customschemas.google.com/relationships/presentationmetadata" Target="metadata"/><Relationship Id="rId12" Type="http://schemas.openxmlformats.org/officeDocument/2006/relationships/slide" Target="slides/slide4.xml"/><Relationship Id="rId34" Type="http://schemas.openxmlformats.org/officeDocument/2006/relationships/font" Target="fonts/ArialBlack-regular.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SG"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7" name="Google Shape;6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6" name="Google Shape;78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9" name="Google Shape;81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9" name="Google Shape;83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2" name="Google Shape;96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ontent" type="fourObj">
  <p:cSld name="FOUR_OBJECTS">
    <p:spTree>
      <p:nvGrpSpPr>
        <p:cNvPr id="25" name="Shape 25"/>
        <p:cNvGrpSpPr/>
        <p:nvPr/>
      </p:nvGrpSpPr>
      <p:grpSpPr>
        <a:xfrm>
          <a:off x="0" y="0"/>
          <a:ext cx="0" cy="0"/>
          <a:chOff x="0" y="0"/>
          <a:chExt cx="0" cy="0"/>
        </a:xfrm>
      </p:grpSpPr>
      <p:sp>
        <p:nvSpPr>
          <p:cNvPr id="26" name="Google Shape;26;p3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2"/>
          <p:cNvSpPr txBox="1"/>
          <p:nvPr>
            <p:ph idx="1" type="body"/>
          </p:nvPr>
        </p:nvSpPr>
        <p:spPr>
          <a:xfrm>
            <a:off x="609600" y="1600200"/>
            <a:ext cx="5384800" cy="21859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2"/>
          <p:cNvSpPr txBox="1"/>
          <p:nvPr>
            <p:ph idx="2" type="body"/>
          </p:nvPr>
        </p:nvSpPr>
        <p:spPr>
          <a:xfrm>
            <a:off x="6197600" y="1600200"/>
            <a:ext cx="5384800" cy="21859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2"/>
          <p:cNvSpPr txBox="1"/>
          <p:nvPr>
            <p:ph idx="3" type="body"/>
          </p:nvPr>
        </p:nvSpPr>
        <p:spPr>
          <a:xfrm>
            <a:off x="609600" y="3938589"/>
            <a:ext cx="5384800" cy="21875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2"/>
          <p:cNvSpPr txBox="1"/>
          <p:nvPr>
            <p:ph idx="4" type="body"/>
          </p:nvPr>
        </p:nvSpPr>
        <p:spPr>
          <a:xfrm>
            <a:off x="6197600" y="3938589"/>
            <a:ext cx="5384800" cy="218757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4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4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4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4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0" name="Google Shape;70;p4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7"/>
          <p:cNvSpPr/>
          <p:nvPr>
            <p:ph idx="2" type="pic"/>
          </p:nvPr>
        </p:nvSpPr>
        <p:spPr>
          <a:xfrm>
            <a:off x="5183188" y="987425"/>
            <a:ext cx="6172200" cy="4873625"/>
          </a:xfrm>
          <a:prstGeom prst="rect">
            <a:avLst/>
          </a:prstGeom>
          <a:noFill/>
          <a:ln>
            <a:noFill/>
          </a:ln>
        </p:spPr>
      </p:sp>
      <p:sp>
        <p:nvSpPr>
          <p:cNvPr id="77" name="Google Shape;77;p4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4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4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34"/>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4"/>
          <p:cNvSpPr txBox="1"/>
          <p:nvPr>
            <p:ph idx="1" type="body"/>
          </p:nvPr>
        </p:nvSpPr>
        <p:spPr>
          <a:xfrm>
            <a:off x="609600" y="1371600"/>
            <a:ext cx="10905000" cy="4686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34"/>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4"/>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4"/>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6" name="Shape 106"/>
        <p:cNvGrpSpPr/>
        <p:nvPr/>
      </p:nvGrpSpPr>
      <p:grpSpPr>
        <a:xfrm>
          <a:off x="0" y="0"/>
          <a:ext cx="0" cy="0"/>
          <a:chOff x="0" y="0"/>
          <a:chExt cx="0" cy="0"/>
        </a:xfrm>
      </p:grpSpPr>
      <p:sp>
        <p:nvSpPr>
          <p:cNvPr id="107" name="Google Shape;107;p39"/>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9"/>
          <p:cNvSpPr txBox="1"/>
          <p:nvPr>
            <p:ph idx="1" type="body"/>
          </p:nvPr>
        </p:nvSpPr>
        <p:spPr>
          <a:xfrm>
            <a:off x="609600" y="1371600"/>
            <a:ext cx="5350800" cy="4686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39"/>
          <p:cNvSpPr txBox="1"/>
          <p:nvPr>
            <p:ph idx="2" type="body"/>
          </p:nvPr>
        </p:nvSpPr>
        <p:spPr>
          <a:xfrm>
            <a:off x="6163734" y="1371600"/>
            <a:ext cx="5350800" cy="46863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39"/>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9"/>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9"/>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3" name="Shape 113"/>
        <p:cNvGrpSpPr/>
        <p:nvPr/>
      </p:nvGrpSpPr>
      <p:grpSpPr>
        <a:xfrm>
          <a:off x="0" y="0"/>
          <a:ext cx="0" cy="0"/>
          <a:chOff x="0" y="0"/>
          <a:chExt cx="0" cy="0"/>
        </a:xfrm>
      </p:grpSpPr>
      <p:sp>
        <p:nvSpPr>
          <p:cNvPr id="114" name="Google Shape;114;p40"/>
          <p:cNvSpPr txBox="1"/>
          <p:nvPr>
            <p:ph type="title"/>
          </p:nvPr>
        </p:nvSpPr>
        <p:spPr>
          <a:xfrm>
            <a:off x="840317" y="365126"/>
            <a:ext cx="10515600" cy="1325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40"/>
          <p:cNvSpPr txBox="1"/>
          <p:nvPr>
            <p:ph idx="1" type="body"/>
          </p:nvPr>
        </p:nvSpPr>
        <p:spPr>
          <a:xfrm>
            <a:off x="840318" y="1681163"/>
            <a:ext cx="5158200" cy="823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400"/>
              <a:buFont typeface="Tahoma"/>
              <a:buNone/>
              <a:defRPr b="1" sz="2400"/>
            </a:lvl1pPr>
            <a:lvl2pPr indent="-228600" lvl="1" marL="914400" algn="l">
              <a:lnSpc>
                <a:spcPct val="100000"/>
              </a:lnSpc>
              <a:spcBef>
                <a:spcPts val="400"/>
              </a:spcBef>
              <a:spcAft>
                <a:spcPts val="0"/>
              </a:spcAft>
              <a:buSzPts val="2000"/>
              <a:buFont typeface="Tahoma"/>
              <a:buNone/>
              <a:defRPr b="1" sz="2000"/>
            </a:lvl2pPr>
            <a:lvl3pPr indent="-228600" lvl="2" marL="1371600" algn="l">
              <a:lnSpc>
                <a:spcPct val="100000"/>
              </a:lnSpc>
              <a:spcBef>
                <a:spcPts val="360"/>
              </a:spcBef>
              <a:spcAft>
                <a:spcPts val="0"/>
              </a:spcAft>
              <a:buSzPts val="1800"/>
              <a:buFont typeface="Tahoma"/>
              <a:buNone/>
              <a:defRPr b="1" sz="1800"/>
            </a:lvl3pPr>
            <a:lvl4pPr indent="-228600" lvl="3" marL="1828800" algn="l">
              <a:lnSpc>
                <a:spcPct val="100000"/>
              </a:lnSpc>
              <a:spcBef>
                <a:spcPts val="320"/>
              </a:spcBef>
              <a:spcAft>
                <a:spcPts val="0"/>
              </a:spcAft>
              <a:buSzPts val="1600"/>
              <a:buFont typeface="Tahoma"/>
              <a:buNone/>
              <a:defRPr b="1" sz="1600"/>
            </a:lvl4pPr>
            <a:lvl5pPr indent="-228600" lvl="4" marL="2286000" algn="l">
              <a:lnSpc>
                <a:spcPct val="100000"/>
              </a:lnSpc>
              <a:spcBef>
                <a:spcPts val="320"/>
              </a:spcBef>
              <a:spcAft>
                <a:spcPts val="0"/>
              </a:spcAft>
              <a:buSzPts val="1600"/>
              <a:buFont typeface="Tahom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6" name="Google Shape;116;p40"/>
          <p:cNvSpPr txBox="1"/>
          <p:nvPr>
            <p:ph idx="2" type="body"/>
          </p:nvPr>
        </p:nvSpPr>
        <p:spPr>
          <a:xfrm>
            <a:off x="840318" y="2505075"/>
            <a:ext cx="51582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40"/>
          <p:cNvSpPr txBox="1"/>
          <p:nvPr>
            <p:ph idx="3" type="body"/>
          </p:nvPr>
        </p:nvSpPr>
        <p:spPr>
          <a:xfrm>
            <a:off x="6172200" y="1681163"/>
            <a:ext cx="5183700" cy="823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2400"/>
              <a:buFont typeface="Tahoma"/>
              <a:buNone/>
              <a:defRPr b="1" sz="2400"/>
            </a:lvl1pPr>
            <a:lvl2pPr indent="-228600" lvl="1" marL="914400" algn="l">
              <a:lnSpc>
                <a:spcPct val="100000"/>
              </a:lnSpc>
              <a:spcBef>
                <a:spcPts val="400"/>
              </a:spcBef>
              <a:spcAft>
                <a:spcPts val="0"/>
              </a:spcAft>
              <a:buSzPts val="2000"/>
              <a:buFont typeface="Tahoma"/>
              <a:buNone/>
              <a:defRPr b="1" sz="2000"/>
            </a:lvl2pPr>
            <a:lvl3pPr indent="-228600" lvl="2" marL="1371600" algn="l">
              <a:lnSpc>
                <a:spcPct val="100000"/>
              </a:lnSpc>
              <a:spcBef>
                <a:spcPts val="360"/>
              </a:spcBef>
              <a:spcAft>
                <a:spcPts val="0"/>
              </a:spcAft>
              <a:buSzPts val="1800"/>
              <a:buFont typeface="Tahoma"/>
              <a:buNone/>
              <a:defRPr b="1" sz="1800"/>
            </a:lvl3pPr>
            <a:lvl4pPr indent="-228600" lvl="3" marL="1828800" algn="l">
              <a:lnSpc>
                <a:spcPct val="100000"/>
              </a:lnSpc>
              <a:spcBef>
                <a:spcPts val="320"/>
              </a:spcBef>
              <a:spcAft>
                <a:spcPts val="0"/>
              </a:spcAft>
              <a:buSzPts val="1600"/>
              <a:buFont typeface="Tahoma"/>
              <a:buNone/>
              <a:defRPr b="1" sz="1600"/>
            </a:lvl4pPr>
            <a:lvl5pPr indent="-228600" lvl="4" marL="2286000" algn="l">
              <a:lnSpc>
                <a:spcPct val="100000"/>
              </a:lnSpc>
              <a:spcBef>
                <a:spcPts val="320"/>
              </a:spcBef>
              <a:spcAft>
                <a:spcPts val="0"/>
              </a:spcAft>
              <a:buSzPts val="1600"/>
              <a:buFont typeface="Tahom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p40"/>
          <p:cNvSpPr txBox="1"/>
          <p:nvPr>
            <p:ph idx="4" type="body"/>
          </p:nvPr>
        </p:nvSpPr>
        <p:spPr>
          <a:xfrm>
            <a:off x="6172200" y="2505075"/>
            <a:ext cx="5183700" cy="3684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40"/>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0"/>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0"/>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2" name="Shape 122"/>
        <p:cNvGrpSpPr/>
        <p:nvPr/>
      </p:nvGrpSpPr>
      <p:grpSpPr>
        <a:xfrm>
          <a:off x="0" y="0"/>
          <a:ext cx="0" cy="0"/>
          <a:chOff x="0" y="0"/>
          <a:chExt cx="0" cy="0"/>
        </a:xfrm>
      </p:grpSpPr>
      <p:cxnSp>
        <p:nvCxnSpPr>
          <p:cNvPr id="123" name="Google Shape;123;p50"/>
          <p:cNvCxnSpPr/>
          <p:nvPr/>
        </p:nvCxnSpPr>
        <p:spPr>
          <a:xfrm>
            <a:off x="609600" y="2514600"/>
            <a:ext cx="10871100" cy="0"/>
          </a:xfrm>
          <a:prstGeom prst="straightConnector1">
            <a:avLst/>
          </a:prstGeom>
          <a:noFill/>
          <a:ln cap="flat" cmpd="sng" w="76200">
            <a:solidFill>
              <a:srgbClr val="0000FF"/>
            </a:solidFill>
            <a:prstDash val="solid"/>
            <a:round/>
            <a:headEnd len="sm" w="sm" type="none"/>
            <a:tailEnd len="sm" w="sm" type="none"/>
          </a:ln>
        </p:spPr>
      </p:cxnSp>
      <p:sp>
        <p:nvSpPr>
          <p:cNvPr id="124" name="Google Shape;124;p50"/>
          <p:cNvSpPr txBox="1"/>
          <p:nvPr>
            <p:ph type="ctrTitle"/>
          </p:nvPr>
        </p:nvSpPr>
        <p:spPr>
          <a:xfrm>
            <a:off x="1219200" y="533400"/>
            <a:ext cx="10295400" cy="1905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50"/>
          <p:cNvSpPr txBox="1"/>
          <p:nvPr>
            <p:ph idx="1" type="subTitle"/>
          </p:nvPr>
        </p:nvSpPr>
        <p:spPr>
          <a:xfrm>
            <a:off x="1219200" y="3028950"/>
            <a:ext cx="8534400" cy="1771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560"/>
              </a:spcBef>
              <a:spcAft>
                <a:spcPts val="0"/>
              </a:spcAft>
              <a:buSzPts val="2800"/>
              <a:buFont typeface="Arial Black"/>
              <a:buNone/>
              <a:defRPr>
                <a:latin typeface="Arial Black"/>
                <a:ea typeface="Arial Black"/>
                <a:cs typeface="Arial Black"/>
                <a:sym typeface="Arial Black"/>
              </a:defRPr>
            </a:lvl1pPr>
            <a:lvl2pPr lvl="1" algn="l">
              <a:lnSpc>
                <a:spcPct val="100000"/>
              </a:lnSpc>
              <a:spcBef>
                <a:spcPts val="360"/>
              </a:spcBef>
              <a:spcAft>
                <a:spcPts val="0"/>
              </a:spcAft>
              <a:buSzPts val="1800"/>
              <a:buChar char="—"/>
              <a:defRPr/>
            </a:lvl2pPr>
            <a:lvl3pPr lvl="2" algn="l">
              <a:lnSpc>
                <a:spcPct val="100000"/>
              </a:lnSpc>
              <a:spcBef>
                <a:spcPts val="360"/>
              </a:spcBef>
              <a:spcAft>
                <a:spcPts val="0"/>
              </a:spcAft>
              <a:buSzPts val="1800"/>
              <a:buChar char="•"/>
              <a:defRPr/>
            </a:lvl3pPr>
            <a:lvl4pPr lvl="3" algn="l">
              <a:lnSpc>
                <a:spcPct val="100000"/>
              </a:lnSpc>
              <a:spcBef>
                <a:spcPts val="360"/>
              </a:spcBef>
              <a:spcAft>
                <a:spcPts val="0"/>
              </a:spcAft>
              <a:buSzPts val="1800"/>
              <a:buChar char="–"/>
              <a:defRPr/>
            </a:lvl4pPr>
            <a:lvl5pPr lvl="4" algn="l">
              <a:lnSpc>
                <a:spcPct val="100000"/>
              </a:lnSpc>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26" name="Google Shape;126;p50"/>
          <p:cNvSpPr txBox="1"/>
          <p:nvPr>
            <p:ph idx="10" type="dt"/>
          </p:nvPr>
        </p:nvSpPr>
        <p:spPr>
          <a:xfrm>
            <a:off x="948267" y="6229350"/>
            <a:ext cx="2574000" cy="5145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solidFill>
                  <a:srgbClr val="5E574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0"/>
          <p:cNvSpPr txBox="1"/>
          <p:nvPr>
            <p:ph idx="11" type="ftr"/>
          </p:nvPr>
        </p:nvSpPr>
        <p:spPr>
          <a:xfrm>
            <a:off x="4199467" y="6229350"/>
            <a:ext cx="3793200" cy="5145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solidFill>
                  <a:srgbClr val="5E574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0"/>
          <p:cNvSpPr txBox="1"/>
          <p:nvPr>
            <p:ph idx="12" type="sldNum"/>
          </p:nvPr>
        </p:nvSpPr>
        <p:spPr>
          <a:xfrm>
            <a:off x="8805333" y="6229350"/>
            <a:ext cx="2438400" cy="5145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5E574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9" name="Shape 129"/>
        <p:cNvGrpSpPr/>
        <p:nvPr/>
      </p:nvGrpSpPr>
      <p:grpSpPr>
        <a:xfrm>
          <a:off x="0" y="0"/>
          <a:ext cx="0" cy="0"/>
          <a:chOff x="0" y="0"/>
          <a:chExt cx="0" cy="0"/>
        </a:xfrm>
      </p:grpSpPr>
      <p:sp>
        <p:nvSpPr>
          <p:cNvPr id="130" name="Google Shape;130;p51"/>
          <p:cNvSpPr txBox="1"/>
          <p:nvPr>
            <p:ph type="title"/>
          </p:nvPr>
        </p:nvSpPr>
        <p:spPr>
          <a:xfrm>
            <a:off x="831851" y="1709739"/>
            <a:ext cx="10515600" cy="2852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51"/>
          <p:cNvSpPr txBox="1"/>
          <p:nvPr>
            <p:ph idx="1" type="body"/>
          </p:nvPr>
        </p:nvSpPr>
        <p:spPr>
          <a:xfrm>
            <a:off x="831851" y="4589464"/>
            <a:ext cx="10515600" cy="15003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80"/>
              </a:spcBef>
              <a:spcAft>
                <a:spcPts val="0"/>
              </a:spcAft>
              <a:buSzPts val="2400"/>
              <a:buFont typeface="Tahoma"/>
              <a:buNone/>
              <a:defRPr sz="2400"/>
            </a:lvl1pPr>
            <a:lvl2pPr indent="-228600" lvl="1" marL="914400" algn="l">
              <a:lnSpc>
                <a:spcPct val="100000"/>
              </a:lnSpc>
              <a:spcBef>
                <a:spcPts val="400"/>
              </a:spcBef>
              <a:spcAft>
                <a:spcPts val="0"/>
              </a:spcAft>
              <a:buSzPts val="2000"/>
              <a:buFont typeface="Tahoma"/>
              <a:buNone/>
              <a:defRPr sz="2000"/>
            </a:lvl2pPr>
            <a:lvl3pPr indent="-228600" lvl="2" marL="1371600" algn="l">
              <a:lnSpc>
                <a:spcPct val="100000"/>
              </a:lnSpc>
              <a:spcBef>
                <a:spcPts val="360"/>
              </a:spcBef>
              <a:spcAft>
                <a:spcPts val="0"/>
              </a:spcAft>
              <a:buSzPts val="1800"/>
              <a:buFont typeface="Tahoma"/>
              <a:buNone/>
              <a:defRPr sz="1800"/>
            </a:lvl3pPr>
            <a:lvl4pPr indent="-228600" lvl="3" marL="1828800" algn="l">
              <a:lnSpc>
                <a:spcPct val="100000"/>
              </a:lnSpc>
              <a:spcBef>
                <a:spcPts val="320"/>
              </a:spcBef>
              <a:spcAft>
                <a:spcPts val="0"/>
              </a:spcAft>
              <a:buSzPts val="1600"/>
              <a:buFont typeface="Tahoma"/>
              <a:buNone/>
              <a:defRPr sz="1600"/>
            </a:lvl4pPr>
            <a:lvl5pPr indent="-228600" lvl="4" marL="2286000" algn="l">
              <a:lnSpc>
                <a:spcPct val="100000"/>
              </a:lnSpc>
              <a:spcBef>
                <a:spcPts val="320"/>
              </a:spcBef>
              <a:spcAft>
                <a:spcPts val="0"/>
              </a:spcAft>
              <a:buSzPts val="1600"/>
              <a:buFont typeface="Tahoma"/>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32" name="Google Shape;132;p51"/>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51"/>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51"/>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p52"/>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52"/>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52"/>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52"/>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53"/>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53"/>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53"/>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4" name="Shape 144"/>
        <p:cNvGrpSpPr/>
        <p:nvPr/>
      </p:nvGrpSpPr>
      <p:grpSpPr>
        <a:xfrm>
          <a:off x="0" y="0"/>
          <a:ext cx="0" cy="0"/>
          <a:chOff x="0" y="0"/>
          <a:chExt cx="0" cy="0"/>
        </a:xfrm>
      </p:grpSpPr>
      <p:sp>
        <p:nvSpPr>
          <p:cNvPr id="145" name="Google Shape;145;p54"/>
          <p:cNvSpPr txBox="1"/>
          <p:nvPr>
            <p:ph type="title"/>
          </p:nvPr>
        </p:nvSpPr>
        <p:spPr>
          <a:xfrm>
            <a:off x="840318" y="457200"/>
            <a:ext cx="3932700"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54"/>
          <p:cNvSpPr txBox="1"/>
          <p:nvPr>
            <p:ph idx="1" type="body"/>
          </p:nvPr>
        </p:nvSpPr>
        <p:spPr>
          <a:xfrm>
            <a:off x="5183717" y="987426"/>
            <a:ext cx="6172200" cy="487350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SzPts val="3200"/>
              <a:buFont typeface="Tahoma"/>
              <a:buChar char="•"/>
              <a:defRPr sz="3200"/>
            </a:lvl1pPr>
            <a:lvl2pPr indent="-406400" lvl="1" marL="914400" algn="l">
              <a:lnSpc>
                <a:spcPct val="100000"/>
              </a:lnSpc>
              <a:spcBef>
                <a:spcPts val="560"/>
              </a:spcBef>
              <a:spcAft>
                <a:spcPts val="0"/>
              </a:spcAft>
              <a:buSzPts val="2800"/>
              <a:buFont typeface="Tahoma"/>
              <a:buChar char="—"/>
              <a:defRPr sz="2800"/>
            </a:lvl2pPr>
            <a:lvl3pPr indent="-381000" lvl="2" marL="1371600" algn="l">
              <a:lnSpc>
                <a:spcPct val="100000"/>
              </a:lnSpc>
              <a:spcBef>
                <a:spcPts val="480"/>
              </a:spcBef>
              <a:spcAft>
                <a:spcPts val="0"/>
              </a:spcAft>
              <a:buSzPts val="2400"/>
              <a:buFont typeface="Tahoma"/>
              <a:buChar char="•"/>
              <a:defRPr sz="2400"/>
            </a:lvl3pPr>
            <a:lvl4pPr indent="-355600" lvl="3" marL="1828800" algn="l">
              <a:lnSpc>
                <a:spcPct val="100000"/>
              </a:lnSpc>
              <a:spcBef>
                <a:spcPts val="400"/>
              </a:spcBef>
              <a:spcAft>
                <a:spcPts val="0"/>
              </a:spcAft>
              <a:buSzPts val="2000"/>
              <a:buFont typeface="Tahoma"/>
              <a:buChar char="–"/>
              <a:defRPr sz="2000"/>
            </a:lvl4pPr>
            <a:lvl5pPr indent="-355600" lvl="4" marL="2286000" algn="l">
              <a:lnSpc>
                <a:spcPct val="100000"/>
              </a:lnSpc>
              <a:spcBef>
                <a:spcPts val="400"/>
              </a:spcBef>
              <a:spcAft>
                <a:spcPts val="0"/>
              </a:spcAft>
              <a:buSzPts val="2000"/>
              <a:buFont typeface="Tahoma"/>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7" name="Google Shape;147;p54"/>
          <p:cNvSpPr txBox="1"/>
          <p:nvPr>
            <p:ph idx="2" type="body"/>
          </p:nvPr>
        </p:nvSpPr>
        <p:spPr>
          <a:xfrm>
            <a:off x="840318" y="2057400"/>
            <a:ext cx="39327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SzPts val="1600"/>
              <a:buFont typeface="Tahoma"/>
              <a:buNone/>
              <a:defRPr sz="1600"/>
            </a:lvl1pPr>
            <a:lvl2pPr indent="-228600" lvl="1" marL="914400" algn="l">
              <a:lnSpc>
                <a:spcPct val="100000"/>
              </a:lnSpc>
              <a:spcBef>
                <a:spcPts val="280"/>
              </a:spcBef>
              <a:spcAft>
                <a:spcPts val="0"/>
              </a:spcAft>
              <a:buSzPts val="1400"/>
              <a:buFont typeface="Tahoma"/>
              <a:buNone/>
              <a:defRPr sz="1400"/>
            </a:lvl2pPr>
            <a:lvl3pPr indent="-228600" lvl="2" marL="1371600" algn="l">
              <a:lnSpc>
                <a:spcPct val="100000"/>
              </a:lnSpc>
              <a:spcBef>
                <a:spcPts val="240"/>
              </a:spcBef>
              <a:spcAft>
                <a:spcPts val="0"/>
              </a:spcAft>
              <a:buSzPts val="1200"/>
              <a:buFont typeface="Tahoma"/>
              <a:buNone/>
              <a:defRPr sz="1200"/>
            </a:lvl3pPr>
            <a:lvl4pPr indent="-228600" lvl="3" marL="1828800" algn="l">
              <a:lnSpc>
                <a:spcPct val="100000"/>
              </a:lnSpc>
              <a:spcBef>
                <a:spcPts val="200"/>
              </a:spcBef>
              <a:spcAft>
                <a:spcPts val="0"/>
              </a:spcAft>
              <a:buSzPts val="1000"/>
              <a:buFont typeface="Tahoma"/>
              <a:buNone/>
              <a:defRPr sz="1000"/>
            </a:lvl4pPr>
            <a:lvl5pPr indent="-228600" lvl="4" marL="2286000" algn="l">
              <a:lnSpc>
                <a:spcPct val="100000"/>
              </a:lnSpc>
              <a:spcBef>
                <a:spcPts val="200"/>
              </a:spcBef>
              <a:spcAft>
                <a:spcPts val="0"/>
              </a:spcAft>
              <a:buSzPts val="1000"/>
              <a:buFont typeface="Tahom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54"/>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54"/>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54"/>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1" name="Shape 151"/>
        <p:cNvGrpSpPr/>
        <p:nvPr/>
      </p:nvGrpSpPr>
      <p:grpSpPr>
        <a:xfrm>
          <a:off x="0" y="0"/>
          <a:ext cx="0" cy="0"/>
          <a:chOff x="0" y="0"/>
          <a:chExt cx="0" cy="0"/>
        </a:xfrm>
      </p:grpSpPr>
      <p:sp>
        <p:nvSpPr>
          <p:cNvPr id="152" name="Google Shape;152;p55"/>
          <p:cNvSpPr txBox="1"/>
          <p:nvPr>
            <p:ph type="title"/>
          </p:nvPr>
        </p:nvSpPr>
        <p:spPr>
          <a:xfrm>
            <a:off x="840318" y="457200"/>
            <a:ext cx="3932700"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55"/>
          <p:cNvSpPr/>
          <p:nvPr>
            <p:ph idx="2" type="pic"/>
          </p:nvPr>
        </p:nvSpPr>
        <p:spPr>
          <a:xfrm>
            <a:off x="5183717" y="987426"/>
            <a:ext cx="6172200" cy="4873500"/>
          </a:xfrm>
          <a:prstGeom prst="rect">
            <a:avLst/>
          </a:prstGeom>
          <a:noFill/>
          <a:ln>
            <a:noFill/>
          </a:ln>
        </p:spPr>
      </p:sp>
      <p:sp>
        <p:nvSpPr>
          <p:cNvPr id="154" name="Google Shape;154;p55"/>
          <p:cNvSpPr txBox="1"/>
          <p:nvPr>
            <p:ph idx="1" type="body"/>
          </p:nvPr>
        </p:nvSpPr>
        <p:spPr>
          <a:xfrm>
            <a:off x="840318" y="2057400"/>
            <a:ext cx="3932700" cy="3811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SzPts val="1600"/>
              <a:buFont typeface="Tahoma"/>
              <a:buNone/>
              <a:defRPr sz="1600"/>
            </a:lvl1pPr>
            <a:lvl2pPr indent="-228600" lvl="1" marL="914400" algn="l">
              <a:lnSpc>
                <a:spcPct val="100000"/>
              </a:lnSpc>
              <a:spcBef>
                <a:spcPts val="280"/>
              </a:spcBef>
              <a:spcAft>
                <a:spcPts val="0"/>
              </a:spcAft>
              <a:buSzPts val="1400"/>
              <a:buFont typeface="Tahoma"/>
              <a:buNone/>
              <a:defRPr sz="1400"/>
            </a:lvl2pPr>
            <a:lvl3pPr indent="-228600" lvl="2" marL="1371600" algn="l">
              <a:lnSpc>
                <a:spcPct val="100000"/>
              </a:lnSpc>
              <a:spcBef>
                <a:spcPts val="240"/>
              </a:spcBef>
              <a:spcAft>
                <a:spcPts val="0"/>
              </a:spcAft>
              <a:buSzPts val="1200"/>
              <a:buFont typeface="Tahoma"/>
              <a:buNone/>
              <a:defRPr sz="1200"/>
            </a:lvl3pPr>
            <a:lvl4pPr indent="-228600" lvl="3" marL="1828800" algn="l">
              <a:lnSpc>
                <a:spcPct val="100000"/>
              </a:lnSpc>
              <a:spcBef>
                <a:spcPts val="200"/>
              </a:spcBef>
              <a:spcAft>
                <a:spcPts val="0"/>
              </a:spcAft>
              <a:buSzPts val="1000"/>
              <a:buFont typeface="Tahoma"/>
              <a:buNone/>
              <a:defRPr sz="1000"/>
            </a:lvl4pPr>
            <a:lvl5pPr indent="-228600" lvl="4" marL="2286000" algn="l">
              <a:lnSpc>
                <a:spcPct val="100000"/>
              </a:lnSpc>
              <a:spcBef>
                <a:spcPts val="200"/>
              </a:spcBef>
              <a:spcAft>
                <a:spcPts val="0"/>
              </a:spcAft>
              <a:buSzPts val="1000"/>
              <a:buFont typeface="Tahom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5" name="Google Shape;155;p55"/>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55"/>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55"/>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8" name="Shape 158"/>
        <p:cNvGrpSpPr/>
        <p:nvPr/>
      </p:nvGrpSpPr>
      <p:grpSpPr>
        <a:xfrm>
          <a:off x="0" y="0"/>
          <a:ext cx="0" cy="0"/>
          <a:chOff x="0" y="0"/>
          <a:chExt cx="0" cy="0"/>
        </a:xfrm>
      </p:grpSpPr>
      <p:sp>
        <p:nvSpPr>
          <p:cNvPr id="159" name="Google Shape;159;p56"/>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56"/>
          <p:cNvSpPr txBox="1"/>
          <p:nvPr>
            <p:ph idx="1" type="body"/>
          </p:nvPr>
        </p:nvSpPr>
        <p:spPr>
          <a:xfrm rot="5400000">
            <a:off x="3719018" y="-1737750"/>
            <a:ext cx="4686300" cy="109050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56"/>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56"/>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56"/>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4" name="Shape 164"/>
        <p:cNvGrpSpPr/>
        <p:nvPr/>
      </p:nvGrpSpPr>
      <p:grpSpPr>
        <a:xfrm>
          <a:off x="0" y="0"/>
          <a:ext cx="0" cy="0"/>
          <a:chOff x="0" y="0"/>
          <a:chExt cx="0" cy="0"/>
        </a:xfrm>
      </p:grpSpPr>
      <p:sp>
        <p:nvSpPr>
          <p:cNvPr id="165" name="Google Shape;165;p57"/>
          <p:cNvSpPr txBox="1"/>
          <p:nvPr>
            <p:ph type="title"/>
          </p:nvPr>
        </p:nvSpPr>
        <p:spPr>
          <a:xfrm rot="5400000">
            <a:off x="7190317" y="1733550"/>
            <a:ext cx="5905500" cy="2743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57"/>
          <p:cNvSpPr txBox="1"/>
          <p:nvPr>
            <p:ph idx="1" type="body"/>
          </p:nvPr>
        </p:nvSpPr>
        <p:spPr>
          <a:xfrm rot="5400000">
            <a:off x="1602267" y="-908100"/>
            <a:ext cx="5905500" cy="8026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SzPts val="180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57"/>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57"/>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57"/>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70" name="Shape 170"/>
        <p:cNvGrpSpPr/>
        <p:nvPr/>
      </p:nvGrpSpPr>
      <p:grpSpPr>
        <a:xfrm>
          <a:off x="0" y="0"/>
          <a:ext cx="0" cy="0"/>
          <a:chOff x="0" y="0"/>
          <a:chExt cx="0" cy="0"/>
        </a:xfrm>
      </p:grpSpPr>
      <p:sp>
        <p:nvSpPr>
          <p:cNvPr id="171" name="Google Shape;171;p58"/>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58"/>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58"/>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58"/>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1" name="Shape 181"/>
        <p:cNvGrpSpPr/>
        <p:nvPr/>
      </p:nvGrpSpPr>
      <p:grpSpPr>
        <a:xfrm>
          <a:off x="0" y="0"/>
          <a:ext cx="0" cy="0"/>
          <a:chOff x="0" y="0"/>
          <a:chExt cx="0" cy="0"/>
        </a:xfrm>
      </p:grpSpPr>
      <p:sp>
        <p:nvSpPr>
          <p:cNvPr id="182" name="Google Shape;182;p38"/>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38"/>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8"/>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5" name="Shape 185"/>
        <p:cNvGrpSpPr/>
        <p:nvPr/>
      </p:nvGrpSpPr>
      <p:grpSpPr>
        <a:xfrm>
          <a:off x="0" y="0"/>
          <a:ext cx="0" cy="0"/>
          <a:chOff x="0" y="0"/>
          <a:chExt cx="0" cy="0"/>
        </a:xfrm>
      </p:grpSpPr>
      <p:sp>
        <p:nvSpPr>
          <p:cNvPr id="186" name="Google Shape;186;p70"/>
          <p:cNvSpPr txBox="1"/>
          <p:nvPr>
            <p:ph type="ctrTitle"/>
          </p:nvPr>
        </p:nvSpPr>
        <p:spPr>
          <a:xfrm>
            <a:off x="914400" y="2130426"/>
            <a:ext cx="10363200" cy="1470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7" name="Google Shape;187;p70"/>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188" name="Google Shape;188;p70"/>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70"/>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70"/>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1" name="Shape 191"/>
        <p:cNvGrpSpPr/>
        <p:nvPr/>
      </p:nvGrpSpPr>
      <p:grpSpPr>
        <a:xfrm>
          <a:off x="0" y="0"/>
          <a:ext cx="0" cy="0"/>
          <a:chOff x="0" y="0"/>
          <a:chExt cx="0" cy="0"/>
        </a:xfrm>
      </p:grpSpPr>
      <p:sp>
        <p:nvSpPr>
          <p:cNvPr id="192" name="Google Shape;192;p71"/>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3" name="Google Shape;193;p71"/>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4" name="Google Shape;194;p71"/>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71"/>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71"/>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7" name="Shape 197"/>
        <p:cNvGrpSpPr/>
        <p:nvPr/>
      </p:nvGrpSpPr>
      <p:grpSpPr>
        <a:xfrm>
          <a:off x="0" y="0"/>
          <a:ext cx="0" cy="0"/>
          <a:chOff x="0" y="0"/>
          <a:chExt cx="0" cy="0"/>
        </a:xfrm>
      </p:grpSpPr>
      <p:sp>
        <p:nvSpPr>
          <p:cNvPr id="198" name="Google Shape;198;p72"/>
          <p:cNvSpPr txBox="1"/>
          <p:nvPr>
            <p:ph type="title"/>
          </p:nvPr>
        </p:nvSpPr>
        <p:spPr>
          <a:xfrm>
            <a:off x="963084" y="4406901"/>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 name="Google Shape;199;p72"/>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200" name="Google Shape;200;p72"/>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72"/>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72"/>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3" name="Shape 203"/>
        <p:cNvGrpSpPr/>
        <p:nvPr/>
      </p:nvGrpSpPr>
      <p:grpSpPr>
        <a:xfrm>
          <a:off x="0" y="0"/>
          <a:ext cx="0" cy="0"/>
          <a:chOff x="0" y="0"/>
          <a:chExt cx="0" cy="0"/>
        </a:xfrm>
      </p:grpSpPr>
      <p:sp>
        <p:nvSpPr>
          <p:cNvPr id="204" name="Google Shape;204;p7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 name="Google Shape;205;p73"/>
          <p:cNvSpPr txBox="1"/>
          <p:nvPr>
            <p:ph idx="1" type="body"/>
          </p:nvPr>
        </p:nvSpPr>
        <p:spPr>
          <a:xfrm>
            <a:off x="609600" y="1600201"/>
            <a:ext cx="5384700" cy="45261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06" name="Google Shape;206;p73"/>
          <p:cNvSpPr txBox="1"/>
          <p:nvPr>
            <p:ph idx="2" type="body"/>
          </p:nvPr>
        </p:nvSpPr>
        <p:spPr>
          <a:xfrm>
            <a:off x="6197600" y="1600201"/>
            <a:ext cx="5384700" cy="45261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07" name="Google Shape;207;p73"/>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73"/>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p73"/>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0" name="Shape 210"/>
        <p:cNvGrpSpPr/>
        <p:nvPr/>
      </p:nvGrpSpPr>
      <p:grpSpPr>
        <a:xfrm>
          <a:off x="0" y="0"/>
          <a:ext cx="0" cy="0"/>
          <a:chOff x="0" y="0"/>
          <a:chExt cx="0" cy="0"/>
        </a:xfrm>
      </p:grpSpPr>
      <p:sp>
        <p:nvSpPr>
          <p:cNvPr id="211" name="Google Shape;211;p7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2" name="Google Shape;212;p74"/>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213" name="Google Shape;213;p74"/>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214" name="Google Shape;214;p74"/>
          <p:cNvSpPr txBox="1"/>
          <p:nvPr>
            <p:ph idx="3" type="body"/>
          </p:nvPr>
        </p:nvSpPr>
        <p:spPr>
          <a:xfrm>
            <a:off x="6193368" y="1535113"/>
            <a:ext cx="5388900" cy="6399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215" name="Google Shape;215;p74"/>
          <p:cNvSpPr txBox="1"/>
          <p:nvPr>
            <p:ph idx="4" type="body"/>
          </p:nvPr>
        </p:nvSpPr>
        <p:spPr>
          <a:xfrm>
            <a:off x="6193368" y="2174875"/>
            <a:ext cx="5388900" cy="39513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216" name="Google Shape;216;p74"/>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74"/>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74"/>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9" name="Shape 219"/>
        <p:cNvGrpSpPr/>
        <p:nvPr/>
      </p:nvGrpSpPr>
      <p:grpSpPr>
        <a:xfrm>
          <a:off x="0" y="0"/>
          <a:ext cx="0" cy="0"/>
          <a:chOff x="0" y="0"/>
          <a:chExt cx="0" cy="0"/>
        </a:xfrm>
      </p:grpSpPr>
      <p:sp>
        <p:nvSpPr>
          <p:cNvPr id="220" name="Google Shape;220;p7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1" name="Google Shape;221;p75"/>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75"/>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75"/>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4" name="Shape 224"/>
        <p:cNvGrpSpPr/>
        <p:nvPr/>
      </p:nvGrpSpPr>
      <p:grpSpPr>
        <a:xfrm>
          <a:off x="0" y="0"/>
          <a:ext cx="0" cy="0"/>
          <a:chOff x="0" y="0"/>
          <a:chExt cx="0" cy="0"/>
        </a:xfrm>
      </p:grpSpPr>
      <p:sp>
        <p:nvSpPr>
          <p:cNvPr id="225" name="Google Shape;225;p76"/>
          <p:cNvSpPr txBox="1"/>
          <p:nvPr>
            <p:ph type="title"/>
          </p:nvPr>
        </p:nvSpPr>
        <p:spPr>
          <a:xfrm>
            <a:off x="609601"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6" name="Google Shape;226;p76"/>
          <p:cNvSpPr txBox="1"/>
          <p:nvPr>
            <p:ph idx="1" type="body"/>
          </p:nvPr>
        </p:nvSpPr>
        <p:spPr>
          <a:xfrm>
            <a:off x="4766733" y="273051"/>
            <a:ext cx="6815700" cy="585300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227" name="Google Shape;227;p76"/>
          <p:cNvSpPr txBox="1"/>
          <p:nvPr>
            <p:ph idx="2" type="body"/>
          </p:nvPr>
        </p:nvSpPr>
        <p:spPr>
          <a:xfrm>
            <a:off x="609601" y="1435101"/>
            <a:ext cx="4011000" cy="46911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228" name="Google Shape;228;p76"/>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76"/>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76"/>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1" name="Shape 231"/>
        <p:cNvGrpSpPr/>
        <p:nvPr/>
      </p:nvGrpSpPr>
      <p:grpSpPr>
        <a:xfrm>
          <a:off x="0" y="0"/>
          <a:ext cx="0" cy="0"/>
          <a:chOff x="0" y="0"/>
          <a:chExt cx="0" cy="0"/>
        </a:xfrm>
      </p:grpSpPr>
      <p:sp>
        <p:nvSpPr>
          <p:cNvPr id="232" name="Google Shape;232;p77"/>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 name="Google Shape;233;p77"/>
          <p:cNvSpPr/>
          <p:nvPr>
            <p:ph idx="2" type="pic"/>
          </p:nvPr>
        </p:nvSpPr>
        <p:spPr>
          <a:xfrm>
            <a:off x="2389717" y="612775"/>
            <a:ext cx="7315200" cy="4114800"/>
          </a:xfrm>
          <a:prstGeom prst="rect">
            <a:avLst/>
          </a:prstGeom>
          <a:noFill/>
          <a:ln>
            <a:noFill/>
          </a:ln>
        </p:spPr>
      </p:sp>
      <p:sp>
        <p:nvSpPr>
          <p:cNvPr id="234" name="Google Shape;234;p77"/>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235" name="Google Shape;235;p77"/>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77"/>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77"/>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8" name="Shape 238"/>
        <p:cNvGrpSpPr/>
        <p:nvPr/>
      </p:nvGrpSpPr>
      <p:grpSpPr>
        <a:xfrm>
          <a:off x="0" y="0"/>
          <a:ext cx="0" cy="0"/>
          <a:chOff x="0" y="0"/>
          <a:chExt cx="0" cy="0"/>
        </a:xfrm>
      </p:grpSpPr>
      <p:sp>
        <p:nvSpPr>
          <p:cNvPr id="239" name="Google Shape;239;p78"/>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 name="Google Shape;240;p78"/>
          <p:cNvSpPr txBox="1"/>
          <p:nvPr>
            <p:ph idx="1" type="body"/>
          </p:nvPr>
        </p:nvSpPr>
        <p:spPr>
          <a:xfrm rot="5400000">
            <a:off x="3832951" y="-1623150"/>
            <a:ext cx="4526100"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1" name="Google Shape;241;p78"/>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 name="Google Shape;242;p78"/>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78"/>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4" name="Shape 244"/>
        <p:cNvGrpSpPr/>
        <p:nvPr/>
      </p:nvGrpSpPr>
      <p:grpSpPr>
        <a:xfrm>
          <a:off x="0" y="0"/>
          <a:ext cx="0" cy="0"/>
          <a:chOff x="0" y="0"/>
          <a:chExt cx="0" cy="0"/>
        </a:xfrm>
      </p:grpSpPr>
      <p:sp>
        <p:nvSpPr>
          <p:cNvPr id="245" name="Google Shape;245;p79"/>
          <p:cNvSpPr txBox="1"/>
          <p:nvPr>
            <p:ph type="title"/>
          </p:nvPr>
        </p:nvSpPr>
        <p:spPr>
          <a:xfrm rot="5400000">
            <a:off x="7285051" y="1828790"/>
            <a:ext cx="5851500"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6" name="Google Shape;246;p79"/>
          <p:cNvSpPr txBox="1"/>
          <p:nvPr>
            <p:ph idx="1" type="body"/>
          </p:nvPr>
        </p:nvSpPr>
        <p:spPr>
          <a:xfrm rot="5400000">
            <a:off x="1697001" y="-812861"/>
            <a:ext cx="5851500" cy="8026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7" name="Google Shape;247;p79"/>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79"/>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79"/>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250" name="Shape 250"/>
        <p:cNvGrpSpPr/>
        <p:nvPr/>
      </p:nvGrpSpPr>
      <p:grpSpPr>
        <a:xfrm>
          <a:off x="0" y="0"/>
          <a:ext cx="0" cy="0"/>
          <a:chOff x="0" y="0"/>
          <a:chExt cx="0" cy="0"/>
        </a:xfrm>
      </p:grpSpPr>
      <p:sp>
        <p:nvSpPr>
          <p:cNvPr id="251" name="Google Shape;251;p80"/>
          <p:cNvSpPr txBox="1"/>
          <p:nvPr>
            <p:ph idx="1" type="body"/>
          </p:nvPr>
        </p:nvSpPr>
        <p:spPr>
          <a:xfrm>
            <a:off x="609600" y="274639"/>
            <a:ext cx="10972800" cy="585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2" name="Google Shape;252;p80"/>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80"/>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80"/>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1" name="Shape 261"/>
        <p:cNvGrpSpPr/>
        <p:nvPr/>
      </p:nvGrpSpPr>
      <p:grpSpPr>
        <a:xfrm>
          <a:off x="0" y="0"/>
          <a:ext cx="0" cy="0"/>
          <a:chOff x="0" y="0"/>
          <a:chExt cx="0" cy="0"/>
        </a:xfrm>
      </p:grpSpPr>
      <p:sp>
        <p:nvSpPr>
          <p:cNvPr id="262" name="Google Shape;262;p36"/>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 name="Google Shape;263;p36"/>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p36"/>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5" name="Shape 265"/>
        <p:cNvGrpSpPr/>
        <p:nvPr/>
      </p:nvGrpSpPr>
      <p:grpSpPr>
        <a:xfrm>
          <a:off x="0" y="0"/>
          <a:ext cx="0" cy="0"/>
          <a:chOff x="0" y="0"/>
          <a:chExt cx="0" cy="0"/>
        </a:xfrm>
      </p:grpSpPr>
      <p:sp>
        <p:nvSpPr>
          <p:cNvPr id="266" name="Google Shape;266;p59"/>
          <p:cNvSpPr txBox="1"/>
          <p:nvPr>
            <p:ph type="ctrTitle"/>
          </p:nvPr>
        </p:nvSpPr>
        <p:spPr>
          <a:xfrm>
            <a:off x="914400" y="2130426"/>
            <a:ext cx="10363200" cy="1470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7" name="Google Shape;267;p59"/>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268" name="Google Shape;268;p59"/>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 name="Google Shape;269;p59"/>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59"/>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1" name="Shape 271"/>
        <p:cNvGrpSpPr/>
        <p:nvPr/>
      </p:nvGrpSpPr>
      <p:grpSpPr>
        <a:xfrm>
          <a:off x="0" y="0"/>
          <a:ext cx="0" cy="0"/>
          <a:chOff x="0" y="0"/>
          <a:chExt cx="0" cy="0"/>
        </a:xfrm>
      </p:grpSpPr>
      <p:sp>
        <p:nvSpPr>
          <p:cNvPr id="272" name="Google Shape;272;p60"/>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 name="Google Shape;273;p60"/>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4" name="Google Shape;274;p60"/>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60"/>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6" name="Google Shape;276;p60"/>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7" name="Shape 277"/>
        <p:cNvGrpSpPr/>
        <p:nvPr/>
      </p:nvGrpSpPr>
      <p:grpSpPr>
        <a:xfrm>
          <a:off x="0" y="0"/>
          <a:ext cx="0" cy="0"/>
          <a:chOff x="0" y="0"/>
          <a:chExt cx="0" cy="0"/>
        </a:xfrm>
      </p:grpSpPr>
      <p:sp>
        <p:nvSpPr>
          <p:cNvPr id="278" name="Google Shape;278;p61"/>
          <p:cNvSpPr txBox="1"/>
          <p:nvPr>
            <p:ph type="title"/>
          </p:nvPr>
        </p:nvSpPr>
        <p:spPr>
          <a:xfrm>
            <a:off x="963084" y="4406901"/>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9" name="Google Shape;279;p61"/>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280" name="Google Shape;280;p61"/>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1" name="Google Shape;281;p61"/>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2" name="Google Shape;282;p61"/>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3" name="Shape 283"/>
        <p:cNvGrpSpPr/>
        <p:nvPr/>
      </p:nvGrpSpPr>
      <p:grpSpPr>
        <a:xfrm>
          <a:off x="0" y="0"/>
          <a:ext cx="0" cy="0"/>
          <a:chOff x="0" y="0"/>
          <a:chExt cx="0" cy="0"/>
        </a:xfrm>
      </p:grpSpPr>
      <p:sp>
        <p:nvSpPr>
          <p:cNvPr id="284" name="Google Shape;284;p62"/>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5" name="Google Shape;285;p62"/>
          <p:cNvSpPr txBox="1"/>
          <p:nvPr>
            <p:ph idx="1" type="body"/>
          </p:nvPr>
        </p:nvSpPr>
        <p:spPr>
          <a:xfrm>
            <a:off x="609600" y="1600201"/>
            <a:ext cx="5384700" cy="45261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86" name="Google Shape;286;p62"/>
          <p:cNvSpPr txBox="1"/>
          <p:nvPr>
            <p:ph idx="2" type="body"/>
          </p:nvPr>
        </p:nvSpPr>
        <p:spPr>
          <a:xfrm>
            <a:off x="6197600" y="1600201"/>
            <a:ext cx="5384700" cy="4526100"/>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287" name="Google Shape;287;p62"/>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8" name="Google Shape;288;p62"/>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9" name="Google Shape;289;p62"/>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0" name="Shape 290"/>
        <p:cNvGrpSpPr/>
        <p:nvPr/>
      </p:nvGrpSpPr>
      <p:grpSpPr>
        <a:xfrm>
          <a:off x="0" y="0"/>
          <a:ext cx="0" cy="0"/>
          <a:chOff x="0" y="0"/>
          <a:chExt cx="0" cy="0"/>
        </a:xfrm>
      </p:grpSpPr>
      <p:sp>
        <p:nvSpPr>
          <p:cNvPr id="291" name="Google Shape;291;p63"/>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 name="Google Shape;292;p63"/>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293" name="Google Shape;293;p63"/>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294" name="Google Shape;294;p63"/>
          <p:cNvSpPr txBox="1"/>
          <p:nvPr>
            <p:ph idx="3" type="body"/>
          </p:nvPr>
        </p:nvSpPr>
        <p:spPr>
          <a:xfrm>
            <a:off x="6193368" y="1535113"/>
            <a:ext cx="5388900" cy="6399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295" name="Google Shape;295;p63"/>
          <p:cNvSpPr txBox="1"/>
          <p:nvPr>
            <p:ph idx="4" type="body"/>
          </p:nvPr>
        </p:nvSpPr>
        <p:spPr>
          <a:xfrm>
            <a:off x="6193368" y="2174875"/>
            <a:ext cx="5388900" cy="3951300"/>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296" name="Google Shape;296;p63"/>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7" name="Google Shape;297;p63"/>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p63"/>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9" name="Shape 299"/>
        <p:cNvGrpSpPr/>
        <p:nvPr/>
      </p:nvGrpSpPr>
      <p:grpSpPr>
        <a:xfrm>
          <a:off x="0" y="0"/>
          <a:ext cx="0" cy="0"/>
          <a:chOff x="0" y="0"/>
          <a:chExt cx="0" cy="0"/>
        </a:xfrm>
      </p:grpSpPr>
      <p:sp>
        <p:nvSpPr>
          <p:cNvPr id="300" name="Google Shape;300;p6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1" name="Google Shape;301;p64"/>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2" name="Google Shape;302;p64"/>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3" name="Google Shape;303;p64"/>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04" name="Shape 304"/>
        <p:cNvGrpSpPr/>
        <p:nvPr/>
      </p:nvGrpSpPr>
      <p:grpSpPr>
        <a:xfrm>
          <a:off x="0" y="0"/>
          <a:ext cx="0" cy="0"/>
          <a:chOff x="0" y="0"/>
          <a:chExt cx="0" cy="0"/>
        </a:xfrm>
      </p:grpSpPr>
      <p:sp>
        <p:nvSpPr>
          <p:cNvPr id="305" name="Google Shape;305;p65"/>
          <p:cNvSpPr txBox="1"/>
          <p:nvPr>
            <p:ph type="title"/>
          </p:nvPr>
        </p:nvSpPr>
        <p:spPr>
          <a:xfrm>
            <a:off x="609601"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 name="Google Shape;306;p65"/>
          <p:cNvSpPr txBox="1"/>
          <p:nvPr>
            <p:ph idx="1" type="body"/>
          </p:nvPr>
        </p:nvSpPr>
        <p:spPr>
          <a:xfrm>
            <a:off x="4766733" y="273051"/>
            <a:ext cx="6815700" cy="5853000"/>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307" name="Google Shape;307;p65"/>
          <p:cNvSpPr txBox="1"/>
          <p:nvPr>
            <p:ph idx="2" type="body"/>
          </p:nvPr>
        </p:nvSpPr>
        <p:spPr>
          <a:xfrm>
            <a:off x="609601" y="1435101"/>
            <a:ext cx="4011000" cy="46911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308" name="Google Shape;308;p65"/>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9" name="Google Shape;309;p65"/>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0" name="Google Shape;310;p65"/>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1" name="Shape 311"/>
        <p:cNvGrpSpPr/>
        <p:nvPr/>
      </p:nvGrpSpPr>
      <p:grpSpPr>
        <a:xfrm>
          <a:off x="0" y="0"/>
          <a:ext cx="0" cy="0"/>
          <a:chOff x="0" y="0"/>
          <a:chExt cx="0" cy="0"/>
        </a:xfrm>
      </p:grpSpPr>
      <p:sp>
        <p:nvSpPr>
          <p:cNvPr id="312" name="Google Shape;312;p66"/>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3" name="Google Shape;313;p66"/>
          <p:cNvSpPr/>
          <p:nvPr>
            <p:ph idx="2" type="pic"/>
          </p:nvPr>
        </p:nvSpPr>
        <p:spPr>
          <a:xfrm>
            <a:off x="2389717" y="612775"/>
            <a:ext cx="7315200" cy="4114800"/>
          </a:xfrm>
          <a:prstGeom prst="rect">
            <a:avLst/>
          </a:prstGeom>
          <a:noFill/>
          <a:ln>
            <a:noFill/>
          </a:ln>
        </p:spPr>
      </p:sp>
      <p:sp>
        <p:nvSpPr>
          <p:cNvPr id="314" name="Google Shape;314;p66"/>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315" name="Google Shape;315;p66"/>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6" name="Google Shape;316;p66"/>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7" name="Google Shape;317;p66"/>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18" name="Shape 318"/>
        <p:cNvGrpSpPr/>
        <p:nvPr/>
      </p:nvGrpSpPr>
      <p:grpSpPr>
        <a:xfrm>
          <a:off x="0" y="0"/>
          <a:ext cx="0" cy="0"/>
          <a:chOff x="0" y="0"/>
          <a:chExt cx="0" cy="0"/>
        </a:xfrm>
      </p:grpSpPr>
      <p:sp>
        <p:nvSpPr>
          <p:cNvPr id="319" name="Google Shape;319;p6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0" name="Google Shape;320;p67"/>
          <p:cNvSpPr txBox="1"/>
          <p:nvPr>
            <p:ph idx="1" type="body"/>
          </p:nvPr>
        </p:nvSpPr>
        <p:spPr>
          <a:xfrm rot="5400000">
            <a:off x="3832951" y="-1623150"/>
            <a:ext cx="4526100"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1" name="Google Shape;321;p67"/>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2" name="Google Shape;322;p67"/>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3" name="Google Shape;323;p67"/>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24" name="Shape 324"/>
        <p:cNvGrpSpPr/>
        <p:nvPr/>
      </p:nvGrpSpPr>
      <p:grpSpPr>
        <a:xfrm>
          <a:off x="0" y="0"/>
          <a:ext cx="0" cy="0"/>
          <a:chOff x="0" y="0"/>
          <a:chExt cx="0" cy="0"/>
        </a:xfrm>
      </p:grpSpPr>
      <p:sp>
        <p:nvSpPr>
          <p:cNvPr id="325" name="Google Shape;325;p68"/>
          <p:cNvSpPr txBox="1"/>
          <p:nvPr>
            <p:ph type="title"/>
          </p:nvPr>
        </p:nvSpPr>
        <p:spPr>
          <a:xfrm rot="5400000">
            <a:off x="7285051" y="1828790"/>
            <a:ext cx="5851500"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6" name="Google Shape;326;p68"/>
          <p:cNvSpPr txBox="1"/>
          <p:nvPr>
            <p:ph idx="1" type="body"/>
          </p:nvPr>
        </p:nvSpPr>
        <p:spPr>
          <a:xfrm rot="5400000">
            <a:off x="1697001" y="-812861"/>
            <a:ext cx="5851500" cy="8026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27" name="Google Shape;327;p68"/>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8" name="Google Shape;328;p68"/>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9" name="Google Shape;329;p68"/>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330" name="Shape 330"/>
        <p:cNvGrpSpPr/>
        <p:nvPr/>
      </p:nvGrpSpPr>
      <p:grpSpPr>
        <a:xfrm>
          <a:off x="0" y="0"/>
          <a:ext cx="0" cy="0"/>
          <a:chOff x="0" y="0"/>
          <a:chExt cx="0" cy="0"/>
        </a:xfrm>
      </p:grpSpPr>
      <p:sp>
        <p:nvSpPr>
          <p:cNvPr id="331" name="Google Shape;331;p69"/>
          <p:cNvSpPr txBox="1"/>
          <p:nvPr>
            <p:ph idx="1" type="body"/>
          </p:nvPr>
        </p:nvSpPr>
        <p:spPr>
          <a:xfrm>
            <a:off x="609600" y="274639"/>
            <a:ext cx="10972800" cy="58515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2" name="Google Shape;332;p69"/>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3" name="Google Shape;333;p69"/>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4" name="Google Shape;334;p69"/>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2.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1.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SG"/>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33"/>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1pPr>
            <a:lvl2pPr lvl="1"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2pPr>
            <a:lvl3pPr lvl="2"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3pPr>
            <a:lvl4pPr lvl="3"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4pPr>
            <a:lvl5pPr lvl="4"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5pPr>
            <a:lvl6pPr lvl="5"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6pPr>
            <a:lvl7pPr lvl="6"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7pPr>
            <a:lvl8pPr lvl="7"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8pPr>
            <a:lvl9pPr lvl="8" marR="0" rtl="0" algn="l">
              <a:lnSpc>
                <a:spcPct val="100000"/>
              </a:lnSpc>
              <a:spcBef>
                <a:spcPts val="0"/>
              </a:spcBef>
              <a:spcAft>
                <a:spcPts val="0"/>
              </a:spcAft>
              <a:buClr>
                <a:srgbClr val="000000"/>
              </a:buClr>
              <a:buSzPts val="1400"/>
              <a:buFont typeface="Arial"/>
              <a:buNone/>
              <a:defRPr b="0" i="0" sz="3600" u="none" cap="none" strike="noStrike">
                <a:solidFill>
                  <a:schemeClr val="dk2"/>
                </a:solidFill>
                <a:latin typeface="Arial Black"/>
                <a:ea typeface="Arial Black"/>
                <a:cs typeface="Arial Black"/>
                <a:sym typeface="Arial Black"/>
              </a:defRPr>
            </a:lvl9pPr>
          </a:lstStyle>
          <a:p/>
        </p:txBody>
      </p:sp>
      <p:sp>
        <p:nvSpPr>
          <p:cNvPr id="95" name="Google Shape;95;p33"/>
          <p:cNvSpPr txBox="1"/>
          <p:nvPr>
            <p:ph idx="1" type="body"/>
          </p:nvPr>
        </p:nvSpPr>
        <p:spPr>
          <a:xfrm>
            <a:off x="609600" y="1371600"/>
            <a:ext cx="10905000" cy="4686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rgbClr val="0000FF"/>
              </a:buClr>
              <a:buSzPts val="2800"/>
              <a:buFont typeface="Tahoma"/>
              <a:buChar char="•"/>
              <a:defRPr b="0" i="0" sz="2800" u="none" cap="none" strike="noStrike">
                <a:solidFill>
                  <a:schemeClr val="dk1"/>
                </a:solidFill>
                <a:latin typeface="Tahoma"/>
                <a:ea typeface="Tahoma"/>
                <a:cs typeface="Tahoma"/>
                <a:sym typeface="Tahoma"/>
              </a:defRPr>
            </a:lvl1pPr>
            <a:lvl2pPr indent="-381000" lvl="1" marL="914400" marR="0" rtl="0" algn="l">
              <a:lnSpc>
                <a:spcPct val="100000"/>
              </a:lnSpc>
              <a:spcBef>
                <a:spcPts val="480"/>
              </a:spcBef>
              <a:spcAft>
                <a:spcPts val="0"/>
              </a:spcAft>
              <a:buClr>
                <a:srgbClr val="0000FF"/>
              </a:buClr>
              <a:buSzPts val="2400"/>
              <a:buFont typeface="Tahoma"/>
              <a:buChar char="—"/>
              <a:defRPr b="0" i="0" sz="2400" u="none" cap="none" strike="noStrike">
                <a:solidFill>
                  <a:schemeClr val="dk1"/>
                </a:solidFill>
                <a:latin typeface="Tahoma"/>
                <a:ea typeface="Tahoma"/>
                <a:cs typeface="Tahoma"/>
                <a:sym typeface="Tahoma"/>
              </a:defRPr>
            </a:lvl2pPr>
            <a:lvl3pPr indent="-355600" lvl="2" marL="1371600" marR="0" rtl="0" algn="l">
              <a:lnSpc>
                <a:spcPct val="100000"/>
              </a:lnSpc>
              <a:spcBef>
                <a:spcPts val="400"/>
              </a:spcBef>
              <a:spcAft>
                <a:spcPts val="0"/>
              </a:spcAft>
              <a:buClr>
                <a:srgbClr val="0000FF"/>
              </a:buClr>
              <a:buSzPts val="2000"/>
              <a:buFont typeface="Tahoma"/>
              <a:buChar char="•"/>
              <a:defRPr b="0" i="0" sz="2000" u="none" cap="none" strike="noStrike">
                <a:solidFill>
                  <a:schemeClr val="dk1"/>
                </a:solidFill>
                <a:latin typeface="Tahoma"/>
                <a:ea typeface="Tahoma"/>
                <a:cs typeface="Tahoma"/>
                <a:sym typeface="Tahoma"/>
              </a:defRPr>
            </a:lvl3pPr>
            <a:lvl4pPr indent="-342900" lvl="3" marL="1828800" marR="0" rtl="0" algn="l">
              <a:lnSpc>
                <a:spcPct val="100000"/>
              </a:lnSpc>
              <a:spcBef>
                <a:spcPts val="360"/>
              </a:spcBef>
              <a:spcAft>
                <a:spcPts val="0"/>
              </a:spcAft>
              <a:buClr>
                <a:srgbClr val="0000FF"/>
              </a:buClr>
              <a:buSzPts val="1800"/>
              <a:buFont typeface="Tahoma"/>
              <a:buChar char="–"/>
              <a:defRPr b="0" i="0" sz="1800" u="none" cap="none" strike="noStrike">
                <a:solidFill>
                  <a:schemeClr val="dk1"/>
                </a:solidFill>
                <a:latin typeface="Tahoma"/>
                <a:ea typeface="Tahoma"/>
                <a:cs typeface="Tahoma"/>
                <a:sym typeface="Tahoma"/>
              </a:defRPr>
            </a:lvl4pPr>
            <a:lvl5pPr indent="-342900" lvl="4" marL="2286000" marR="0" rtl="0" algn="l">
              <a:lnSpc>
                <a:spcPct val="100000"/>
              </a:lnSpc>
              <a:spcBef>
                <a:spcPts val="360"/>
              </a:spcBef>
              <a:spcAft>
                <a:spcPts val="0"/>
              </a:spcAft>
              <a:buClr>
                <a:srgbClr val="0000FF"/>
              </a:buClr>
              <a:buSzPts val="1800"/>
              <a:buFont typeface="Tahoma"/>
              <a:buChar char="•"/>
              <a:defRPr b="0" i="0" sz="18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6" name="Google Shape;96;p33"/>
          <p:cNvSpPr txBox="1"/>
          <p:nvPr>
            <p:ph idx="10" type="dt"/>
          </p:nvPr>
        </p:nvSpPr>
        <p:spPr>
          <a:xfrm>
            <a:off x="575733" y="6229350"/>
            <a:ext cx="25401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70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9pPr>
          </a:lstStyle>
          <a:p/>
        </p:txBody>
      </p:sp>
      <p:sp>
        <p:nvSpPr>
          <p:cNvPr id="97" name="Google Shape;97;p33"/>
          <p:cNvSpPr txBox="1"/>
          <p:nvPr>
            <p:ph idx="11" type="ftr"/>
          </p:nvPr>
        </p:nvSpPr>
        <p:spPr>
          <a:xfrm>
            <a:off x="4165600" y="6229350"/>
            <a:ext cx="38607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70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9pPr>
          </a:lstStyle>
          <a:p/>
        </p:txBody>
      </p:sp>
      <p:sp>
        <p:nvSpPr>
          <p:cNvPr id="98" name="Google Shape;98;p33"/>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cxnSp>
        <p:nvCxnSpPr>
          <p:cNvPr id="99" name="Google Shape;99;p33"/>
          <p:cNvCxnSpPr/>
          <p:nvPr/>
        </p:nvCxnSpPr>
        <p:spPr>
          <a:xfrm>
            <a:off x="609600" y="1295400"/>
            <a:ext cx="10871100" cy="0"/>
          </a:xfrm>
          <a:prstGeom prst="straightConnector1">
            <a:avLst/>
          </a:prstGeom>
          <a:noFill/>
          <a:ln cap="flat" cmpd="sng" w="76200">
            <a:solidFill>
              <a:srgbClr val="0000F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3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177" name="Google Shape;177;p37"/>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78" name="Google Shape;178;p37"/>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79" name="Google Shape;179;p37"/>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0" name="Google Shape;180;p37"/>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p35"/>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257" name="Google Shape;257;p35"/>
          <p:cNvSpPr txBox="1"/>
          <p:nvPr>
            <p:ph idx="1" type="body"/>
          </p:nvPr>
        </p:nvSpPr>
        <p:spPr>
          <a:xfrm>
            <a:off x="609600" y="1600201"/>
            <a:ext cx="10972800" cy="45261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58" name="Google Shape;258;p35"/>
          <p:cNvSpPr txBox="1"/>
          <p:nvPr>
            <p:ph idx="10" type="dt"/>
          </p:nvPr>
        </p:nvSpPr>
        <p:spPr>
          <a:xfrm>
            <a:off x="609600" y="6245225"/>
            <a:ext cx="2844900" cy="47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59" name="Google Shape;259;p35"/>
          <p:cNvSpPr txBox="1"/>
          <p:nvPr>
            <p:ph idx="11" type="ftr"/>
          </p:nvPr>
        </p:nvSpPr>
        <p:spPr>
          <a:xfrm>
            <a:off x="4165600" y="6245225"/>
            <a:ext cx="3860700" cy="4764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0" name="Google Shape;260;p35"/>
          <p:cNvSpPr txBox="1"/>
          <p:nvPr>
            <p:ph idx="12" type="sldNum"/>
          </p:nvPr>
        </p:nvSpPr>
        <p:spPr>
          <a:xfrm>
            <a:off x="8737600" y="6245225"/>
            <a:ext cx="2844900" cy="4764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SG"/>
              <a:t>‹#›</a:t>
            </a:fld>
            <a:endParaRPr/>
          </a:p>
        </p:txBody>
      </p:sp>
    </p:spTree>
  </p:cSld>
  <p:clrMap accent1="accent1" accent2="accent2" accent3="accent3" accent4="accent4" accent5="accent5" accent6="accent6" bg1="lt1" bg2="dk2" tx1="dk1" tx2="lt2" folHlink="folHlink" hlink="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hyperlink" Target="https://youtu.be/zeArDrC2xP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SG"/>
              <a:t>Layer 3 : Network</a:t>
            </a:r>
            <a:endParaRPr/>
          </a:p>
        </p:txBody>
      </p:sp>
      <p:sp>
        <p:nvSpPr>
          <p:cNvPr id="340" name="Google Shape;340;p1"/>
          <p:cNvSpPr txBox="1"/>
          <p:nvPr>
            <p:ph idx="1" type="subTitle"/>
          </p:nvPr>
        </p:nvSpPr>
        <p:spPr>
          <a:xfrm>
            <a:off x="1524000" y="3602037"/>
            <a:ext cx="9144000" cy="22284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Clr>
                <a:schemeClr val="dk1"/>
              </a:buClr>
              <a:buSzPts val="2400"/>
              <a:buFont typeface="Arial"/>
              <a:buChar char="•"/>
            </a:pPr>
            <a:r>
              <a:rPr lang="en-SG"/>
              <a:t>IP Address</a:t>
            </a:r>
            <a:endParaRPr/>
          </a:p>
          <a:p>
            <a:pPr indent="-342900" lvl="0" marL="342900" rtl="0" algn="l">
              <a:lnSpc>
                <a:spcPct val="90000"/>
              </a:lnSpc>
              <a:spcBef>
                <a:spcPts val="1000"/>
              </a:spcBef>
              <a:spcAft>
                <a:spcPts val="0"/>
              </a:spcAft>
              <a:buClr>
                <a:schemeClr val="dk1"/>
              </a:buClr>
              <a:buSzPts val="2400"/>
              <a:buFont typeface="Arial"/>
              <a:buChar char="•"/>
            </a:pPr>
            <a:r>
              <a:rPr lang="en-SG"/>
              <a:t>Subnet mask</a:t>
            </a:r>
            <a:endParaRPr/>
          </a:p>
          <a:p>
            <a:pPr indent="-342900" lvl="0" marL="342900" rtl="0" algn="l">
              <a:lnSpc>
                <a:spcPct val="90000"/>
              </a:lnSpc>
              <a:spcBef>
                <a:spcPts val="1000"/>
              </a:spcBef>
              <a:spcAft>
                <a:spcPts val="0"/>
              </a:spcAft>
              <a:buClr>
                <a:schemeClr val="dk1"/>
              </a:buClr>
              <a:buSzPts val="2400"/>
              <a:buFont typeface="Arial"/>
              <a:buChar char="•"/>
            </a:pPr>
            <a:r>
              <a:rPr lang="en-SG"/>
              <a:t>Subnetting</a:t>
            </a:r>
            <a:endParaRPr/>
          </a:p>
          <a:p>
            <a:pPr indent="-342900" lvl="0" marL="342900" rtl="0" algn="l">
              <a:lnSpc>
                <a:spcPct val="90000"/>
              </a:lnSpc>
              <a:spcBef>
                <a:spcPts val="1000"/>
              </a:spcBef>
              <a:spcAft>
                <a:spcPts val="0"/>
              </a:spcAft>
              <a:buClr>
                <a:schemeClr val="dk1"/>
              </a:buClr>
              <a:buSzPts val="2400"/>
              <a:buFont typeface="Arial"/>
              <a:buChar char="•"/>
            </a:pPr>
            <a:r>
              <a:rPr lang="en-SG"/>
              <a:t>IP Address to Mac Address</a:t>
            </a:r>
            <a:endParaRPr/>
          </a:p>
          <a:p>
            <a:pPr indent="-342900" lvl="0" marL="342900" rtl="0" algn="l">
              <a:lnSpc>
                <a:spcPct val="90000"/>
              </a:lnSpc>
              <a:spcBef>
                <a:spcPts val="1000"/>
              </a:spcBef>
              <a:spcAft>
                <a:spcPts val="0"/>
              </a:spcAft>
              <a:buClr>
                <a:schemeClr val="dk1"/>
              </a:buClr>
              <a:buSzPts val="2400"/>
              <a:buFont typeface="Arial"/>
              <a:buChar char="•"/>
            </a:pPr>
            <a:r>
              <a:rPr lang="en-SG"/>
              <a:t>Routing</a:t>
            </a:r>
            <a:endParaRPr/>
          </a:p>
          <a:p>
            <a:pPr indent="0" lvl="0" marL="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grpSp>
        <p:nvGrpSpPr>
          <p:cNvPr id="345" name="Google Shape;345;p2"/>
          <p:cNvGrpSpPr/>
          <p:nvPr/>
        </p:nvGrpSpPr>
        <p:grpSpPr>
          <a:xfrm>
            <a:off x="1384664" y="3644468"/>
            <a:ext cx="2635878" cy="2680603"/>
            <a:chOff x="835315" y="370977"/>
            <a:chExt cx="3244158" cy="3299204"/>
          </a:xfrm>
        </p:grpSpPr>
        <p:grpSp>
          <p:nvGrpSpPr>
            <p:cNvPr id="346" name="Google Shape;346;p2"/>
            <p:cNvGrpSpPr/>
            <p:nvPr/>
          </p:nvGrpSpPr>
          <p:grpSpPr>
            <a:xfrm>
              <a:off x="1911730" y="1709909"/>
              <a:ext cx="1128900" cy="781619"/>
              <a:chOff x="5528963" y="895412"/>
              <a:chExt cx="1128900" cy="781619"/>
            </a:xfrm>
          </p:grpSpPr>
          <p:pic>
            <p:nvPicPr>
              <p:cNvPr descr="AccessPoint" id="347" name="Google Shape;347;p2"/>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348" name="Google Shape;348;p2"/>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349" name="Google Shape;349;p2"/>
            <p:cNvGrpSpPr/>
            <p:nvPr/>
          </p:nvGrpSpPr>
          <p:grpSpPr>
            <a:xfrm>
              <a:off x="1557814" y="1159838"/>
              <a:ext cx="525018" cy="524337"/>
              <a:chOff x="3408" y="2592"/>
              <a:chExt cx="1528" cy="1528"/>
            </a:xfrm>
          </p:grpSpPr>
          <p:sp>
            <p:nvSpPr>
              <p:cNvPr id="350" name="Google Shape;350;p2"/>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51" name="Google Shape;351;p2"/>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52" name="Google Shape;352;p2"/>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grpSp>
          <p:nvGrpSpPr>
            <p:cNvPr id="353" name="Google Shape;353;p2"/>
            <p:cNvGrpSpPr/>
            <p:nvPr/>
          </p:nvGrpSpPr>
          <p:grpSpPr>
            <a:xfrm>
              <a:off x="2938787" y="1147289"/>
              <a:ext cx="531474" cy="532012"/>
              <a:chOff x="3456" y="2016"/>
              <a:chExt cx="1526" cy="1528"/>
            </a:xfrm>
          </p:grpSpPr>
          <p:sp>
            <p:nvSpPr>
              <p:cNvPr id="354" name="Google Shape;354;p2"/>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55" name="Google Shape;355;p2"/>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56" name="Google Shape;356;p2"/>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357" name="Google Shape;357;p2"/>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358" name="Google Shape;358;p2"/>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359" name="Google Shape;359;p2"/>
            <p:cNvGrpSpPr/>
            <p:nvPr/>
          </p:nvGrpSpPr>
          <p:grpSpPr>
            <a:xfrm flipH="1">
              <a:off x="2341008" y="2392126"/>
              <a:ext cx="114300" cy="800971"/>
              <a:chOff x="5280" y="2016"/>
              <a:chExt cx="300" cy="2100"/>
            </a:xfrm>
          </p:grpSpPr>
          <p:sp>
            <p:nvSpPr>
              <p:cNvPr id="360" name="Google Shape;360;p2"/>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61" name="Google Shape;361;p2"/>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62" name="Google Shape;362;p2"/>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363" name="Google Shape;363;p2"/>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pSp>
        <p:nvGrpSpPr>
          <p:cNvPr id="364" name="Google Shape;364;p2"/>
          <p:cNvGrpSpPr/>
          <p:nvPr/>
        </p:nvGrpSpPr>
        <p:grpSpPr>
          <a:xfrm>
            <a:off x="8328340" y="3581006"/>
            <a:ext cx="2635878" cy="2680603"/>
            <a:chOff x="835315" y="370977"/>
            <a:chExt cx="3244158" cy="3299204"/>
          </a:xfrm>
        </p:grpSpPr>
        <p:grpSp>
          <p:nvGrpSpPr>
            <p:cNvPr id="365" name="Google Shape;365;p2"/>
            <p:cNvGrpSpPr/>
            <p:nvPr/>
          </p:nvGrpSpPr>
          <p:grpSpPr>
            <a:xfrm>
              <a:off x="1911730" y="1709909"/>
              <a:ext cx="1128900" cy="781619"/>
              <a:chOff x="5528963" y="895412"/>
              <a:chExt cx="1128900" cy="781619"/>
            </a:xfrm>
          </p:grpSpPr>
          <p:pic>
            <p:nvPicPr>
              <p:cNvPr descr="AccessPoint" id="366" name="Google Shape;366;p2"/>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367" name="Google Shape;367;p2"/>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368" name="Google Shape;368;p2"/>
            <p:cNvGrpSpPr/>
            <p:nvPr/>
          </p:nvGrpSpPr>
          <p:grpSpPr>
            <a:xfrm>
              <a:off x="1557814" y="1159838"/>
              <a:ext cx="525018" cy="524337"/>
              <a:chOff x="3408" y="2592"/>
              <a:chExt cx="1528" cy="1528"/>
            </a:xfrm>
          </p:grpSpPr>
          <p:sp>
            <p:nvSpPr>
              <p:cNvPr id="369" name="Google Shape;369;p2"/>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70" name="Google Shape;370;p2"/>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71" name="Google Shape;371;p2"/>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grpSp>
          <p:nvGrpSpPr>
            <p:cNvPr id="372" name="Google Shape;372;p2"/>
            <p:cNvGrpSpPr/>
            <p:nvPr/>
          </p:nvGrpSpPr>
          <p:grpSpPr>
            <a:xfrm>
              <a:off x="2938787" y="1147289"/>
              <a:ext cx="531474" cy="532012"/>
              <a:chOff x="3456" y="2016"/>
              <a:chExt cx="1526" cy="1528"/>
            </a:xfrm>
          </p:grpSpPr>
          <p:sp>
            <p:nvSpPr>
              <p:cNvPr id="373" name="Google Shape;373;p2"/>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74" name="Google Shape;374;p2"/>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75" name="Google Shape;375;p2"/>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376" name="Google Shape;376;p2"/>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377" name="Google Shape;377;p2"/>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378" name="Google Shape;378;p2"/>
            <p:cNvGrpSpPr/>
            <p:nvPr/>
          </p:nvGrpSpPr>
          <p:grpSpPr>
            <a:xfrm flipH="1">
              <a:off x="2341008" y="2392126"/>
              <a:ext cx="114300" cy="800971"/>
              <a:chOff x="5280" y="2016"/>
              <a:chExt cx="300" cy="2100"/>
            </a:xfrm>
          </p:grpSpPr>
          <p:sp>
            <p:nvSpPr>
              <p:cNvPr id="379" name="Google Shape;379;p2"/>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80" name="Google Shape;380;p2"/>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81" name="Google Shape;381;p2"/>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382" name="Google Shape;382;p2"/>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pSp>
        <p:nvGrpSpPr>
          <p:cNvPr id="383" name="Google Shape;383;p2"/>
          <p:cNvGrpSpPr/>
          <p:nvPr/>
        </p:nvGrpSpPr>
        <p:grpSpPr>
          <a:xfrm>
            <a:off x="5010636" y="3576445"/>
            <a:ext cx="2635878" cy="2680603"/>
            <a:chOff x="835315" y="370977"/>
            <a:chExt cx="3244158" cy="3299204"/>
          </a:xfrm>
        </p:grpSpPr>
        <p:grpSp>
          <p:nvGrpSpPr>
            <p:cNvPr id="384" name="Google Shape;384;p2"/>
            <p:cNvGrpSpPr/>
            <p:nvPr/>
          </p:nvGrpSpPr>
          <p:grpSpPr>
            <a:xfrm>
              <a:off x="1911730" y="1709909"/>
              <a:ext cx="1128900" cy="781619"/>
              <a:chOff x="5528963" y="895412"/>
              <a:chExt cx="1128900" cy="781619"/>
            </a:xfrm>
          </p:grpSpPr>
          <p:pic>
            <p:nvPicPr>
              <p:cNvPr descr="AccessPoint" id="385" name="Google Shape;385;p2"/>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386" name="Google Shape;386;p2"/>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387" name="Google Shape;387;p2"/>
            <p:cNvGrpSpPr/>
            <p:nvPr/>
          </p:nvGrpSpPr>
          <p:grpSpPr>
            <a:xfrm>
              <a:off x="1557814" y="1159838"/>
              <a:ext cx="525018" cy="524337"/>
              <a:chOff x="3408" y="2592"/>
              <a:chExt cx="1528" cy="1528"/>
            </a:xfrm>
          </p:grpSpPr>
          <p:sp>
            <p:nvSpPr>
              <p:cNvPr id="388" name="Google Shape;388;p2"/>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89" name="Google Shape;389;p2"/>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90" name="Google Shape;390;p2"/>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grpSp>
          <p:nvGrpSpPr>
            <p:cNvPr id="391" name="Google Shape;391;p2"/>
            <p:cNvGrpSpPr/>
            <p:nvPr/>
          </p:nvGrpSpPr>
          <p:grpSpPr>
            <a:xfrm>
              <a:off x="2938787" y="1147289"/>
              <a:ext cx="531474" cy="532012"/>
              <a:chOff x="3456" y="2016"/>
              <a:chExt cx="1526" cy="1528"/>
            </a:xfrm>
          </p:grpSpPr>
          <p:sp>
            <p:nvSpPr>
              <p:cNvPr id="392" name="Google Shape;392;p2"/>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93" name="Google Shape;393;p2"/>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94" name="Google Shape;394;p2"/>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395" name="Google Shape;395;p2"/>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396" name="Google Shape;396;p2"/>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397" name="Google Shape;397;p2"/>
            <p:cNvGrpSpPr/>
            <p:nvPr/>
          </p:nvGrpSpPr>
          <p:grpSpPr>
            <a:xfrm flipH="1">
              <a:off x="2341008" y="2392126"/>
              <a:ext cx="114300" cy="800971"/>
              <a:chOff x="5280" y="2016"/>
              <a:chExt cx="300" cy="2100"/>
            </a:xfrm>
          </p:grpSpPr>
          <p:sp>
            <p:nvSpPr>
              <p:cNvPr id="398" name="Google Shape;398;p2"/>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399" name="Google Shape;399;p2"/>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00" name="Google Shape;400;p2"/>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401" name="Google Shape;401;p2"/>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sp>
        <p:nvSpPr>
          <p:cNvPr id="402" name="Google Shape;402;p2"/>
          <p:cNvSpPr/>
          <p:nvPr/>
        </p:nvSpPr>
        <p:spPr>
          <a:xfrm>
            <a:off x="2950710" y="4560377"/>
            <a:ext cx="1580100" cy="9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600" u="none" cap="none" strike="noStrike">
                <a:solidFill>
                  <a:schemeClr val="dk1"/>
                </a:solidFill>
                <a:latin typeface="Arial"/>
                <a:ea typeface="Arial"/>
                <a:cs typeface="Arial"/>
                <a:sym typeface="Arial"/>
              </a:rPr>
              <a:t>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sp>
        <p:nvSpPr>
          <p:cNvPr id="403" name="Google Shape;403;p2"/>
          <p:cNvSpPr/>
          <p:nvPr/>
        </p:nvSpPr>
        <p:spPr>
          <a:xfrm>
            <a:off x="6670579" y="4560377"/>
            <a:ext cx="1580100" cy="9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600" u="none" cap="none" strike="noStrike">
                <a:solidFill>
                  <a:schemeClr val="dk1"/>
                </a:solidFill>
                <a:latin typeface="Arial"/>
                <a:ea typeface="Arial"/>
                <a:cs typeface="Arial"/>
                <a:sym typeface="Arial"/>
              </a:rPr>
              <a:t>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sp>
        <p:nvSpPr>
          <p:cNvPr id="404" name="Google Shape;404;p2"/>
          <p:cNvSpPr/>
          <p:nvPr/>
        </p:nvSpPr>
        <p:spPr>
          <a:xfrm>
            <a:off x="10250592" y="4374721"/>
            <a:ext cx="1580100" cy="9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600" u="none" cap="none" strike="noStrike">
                <a:solidFill>
                  <a:schemeClr val="dk1"/>
                </a:solidFill>
                <a:latin typeface="Arial"/>
                <a:ea typeface="Arial"/>
                <a:cs typeface="Arial"/>
                <a:sym typeface="Arial"/>
              </a:rPr>
              <a:t>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
          <p:cNvSpPr/>
          <p:nvPr/>
        </p:nvSpPr>
        <p:spPr>
          <a:xfrm>
            <a:off x="2170386" y="3429000"/>
            <a:ext cx="2133600" cy="1219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switch1</a:t>
            </a:r>
            <a:endParaRPr b="0" i="0" sz="1400" u="none" cap="none" strike="noStrike">
              <a:solidFill>
                <a:srgbClr val="000000"/>
              </a:solidFill>
              <a:latin typeface="Arial"/>
              <a:ea typeface="Arial"/>
              <a:cs typeface="Arial"/>
              <a:sym typeface="Arial"/>
            </a:endParaRPr>
          </a:p>
        </p:txBody>
      </p:sp>
      <p:sp>
        <p:nvSpPr>
          <p:cNvPr id="410" name="Google Shape;410;p3"/>
          <p:cNvSpPr/>
          <p:nvPr/>
        </p:nvSpPr>
        <p:spPr>
          <a:xfrm>
            <a:off x="2246586" y="1143000"/>
            <a:ext cx="2667000" cy="1524000"/>
          </a:xfrm>
          <a:prstGeom prst="wedgeRectCallout">
            <a:avLst>
              <a:gd fmla="val -11546" name="adj1"/>
              <a:gd fmla="val 115000"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3"/>
          <p:cNvSpPr/>
          <p:nvPr/>
        </p:nvSpPr>
        <p:spPr>
          <a:xfrm>
            <a:off x="2246586" y="1143001"/>
            <a:ext cx="3048000"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sp>
        <p:nvSpPr>
          <p:cNvPr id="412" name="Google Shape;412;p3"/>
          <p:cNvSpPr/>
          <p:nvPr/>
        </p:nvSpPr>
        <p:spPr>
          <a:xfrm>
            <a:off x="7504386" y="3421117"/>
            <a:ext cx="2133600" cy="12192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switch2</a:t>
            </a:r>
            <a:endParaRPr b="0" i="0" sz="1400" u="none" cap="none" strike="noStrike">
              <a:solidFill>
                <a:srgbClr val="000000"/>
              </a:solidFill>
              <a:latin typeface="Arial"/>
              <a:ea typeface="Arial"/>
              <a:cs typeface="Arial"/>
              <a:sym typeface="Arial"/>
            </a:endParaRPr>
          </a:p>
        </p:txBody>
      </p:sp>
      <p:sp>
        <p:nvSpPr>
          <p:cNvPr id="413" name="Google Shape;413;p3"/>
          <p:cNvSpPr/>
          <p:nvPr/>
        </p:nvSpPr>
        <p:spPr>
          <a:xfrm>
            <a:off x="7278416" y="1143000"/>
            <a:ext cx="2667000" cy="1524000"/>
          </a:xfrm>
          <a:prstGeom prst="wedgeRectCallout">
            <a:avLst>
              <a:gd fmla="val -11546" name="adj1"/>
              <a:gd fmla="val 115000"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4" name="Google Shape;414;p3"/>
          <p:cNvSpPr/>
          <p:nvPr/>
        </p:nvSpPr>
        <p:spPr>
          <a:xfrm>
            <a:off x="7273160" y="1143000"/>
            <a:ext cx="3048000"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1111a.466d.c764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0523.12bc.8701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34ac.abc2.8761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0234.917d.d874    DYNAMIC     4</a:t>
            </a:r>
            <a:endParaRPr b="0" i="0" sz="1400" u="none" cap="none" strike="noStrike">
              <a:solidFill>
                <a:srgbClr val="000000"/>
              </a:solidFill>
              <a:latin typeface="Arial"/>
              <a:ea typeface="Arial"/>
              <a:cs typeface="Arial"/>
              <a:sym typeface="Arial"/>
            </a:endParaRPr>
          </a:p>
        </p:txBody>
      </p:sp>
      <p:cxnSp>
        <p:nvCxnSpPr>
          <p:cNvPr id="415" name="Google Shape;415;p3"/>
          <p:cNvCxnSpPr>
            <a:stCxn id="409" idx="3"/>
            <a:endCxn id="412" idx="1"/>
          </p:cNvCxnSpPr>
          <p:nvPr/>
        </p:nvCxnSpPr>
        <p:spPr>
          <a:xfrm flipH="1" rot="10800000">
            <a:off x="4303986" y="4030800"/>
            <a:ext cx="3200400" cy="7800"/>
          </a:xfrm>
          <a:prstGeom prst="straightConnector1">
            <a:avLst/>
          </a:prstGeom>
          <a:noFill/>
          <a:ln cap="flat" cmpd="sng" w="28575">
            <a:solidFill>
              <a:schemeClr val="dk1"/>
            </a:solidFill>
            <a:prstDash val="solid"/>
            <a:miter lim="800000"/>
            <a:headEnd len="sm" w="sm" type="none"/>
            <a:tailEnd len="sm" w="sm" type="none"/>
          </a:ln>
        </p:spPr>
      </p:cxnSp>
      <p:sp>
        <p:nvSpPr>
          <p:cNvPr id="416" name="Google Shape;416;p3"/>
          <p:cNvSpPr/>
          <p:nvPr/>
        </p:nvSpPr>
        <p:spPr>
          <a:xfrm>
            <a:off x="4151586" y="3916417"/>
            <a:ext cx="304800" cy="228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17" name="Google Shape;417;p3"/>
          <p:cNvSpPr/>
          <p:nvPr/>
        </p:nvSpPr>
        <p:spPr>
          <a:xfrm>
            <a:off x="7373006" y="3909222"/>
            <a:ext cx="304800" cy="2286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18" name="Google Shape;418;p3"/>
          <p:cNvSpPr/>
          <p:nvPr/>
        </p:nvSpPr>
        <p:spPr>
          <a:xfrm>
            <a:off x="7382203" y="1833053"/>
            <a:ext cx="241800" cy="882900"/>
          </a:xfrm>
          <a:prstGeom prst="leftBrace">
            <a:avLst>
              <a:gd fmla="val 8333" name="adj1"/>
              <a:gd fmla="val 50000" name="adj2"/>
            </a:avLst>
          </a:prstGeom>
          <a:noFill/>
          <a:ln cap="flat" cmpd="sng" w="9525">
            <a:solidFill>
              <a:srgbClr val="ED7D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9" name="Google Shape;419;p3"/>
          <p:cNvSpPr/>
          <p:nvPr/>
        </p:nvSpPr>
        <p:spPr>
          <a:xfrm>
            <a:off x="2091559" y="2620328"/>
            <a:ext cx="2969100" cy="305400"/>
          </a:xfrm>
          <a:prstGeom prst="rect">
            <a:avLst/>
          </a:prstGeom>
          <a:solidFill>
            <a:schemeClr val="lt1"/>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20" name="Google Shape;420;p3"/>
          <p:cNvCxnSpPr>
            <a:stCxn id="418" idx="1"/>
          </p:cNvCxnSpPr>
          <p:nvPr/>
        </p:nvCxnSpPr>
        <p:spPr>
          <a:xfrm flipH="1">
            <a:off x="3817303" y="2274503"/>
            <a:ext cx="3564900" cy="562800"/>
          </a:xfrm>
          <a:prstGeom prst="curvedConnector3">
            <a:avLst>
              <a:gd fmla="val 53244" name="adj1"/>
            </a:avLst>
          </a:prstGeom>
          <a:noFill/>
          <a:ln cap="flat" cmpd="sng" w="57150">
            <a:solidFill>
              <a:schemeClr val="accent2"/>
            </a:solidFill>
            <a:prstDash val="solid"/>
            <a:miter lim="800000"/>
            <a:headEnd len="sm" w="sm" type="none"/>
            <a:tailEnd len="med" w="med" type="triangle"/>
          </a:ln>
        </p:spPr>
      </p:cxnSp>
      <p:sp>
        <p:nvSpPr>
          <p:cNvPr id="421" name="Google Shape;421;p3"/>
          <p:cNvSpPr/>
          <p:nvPr/>
        </p:nvSpPr>
        <p:spPr>
          <a:xfrm>
            <a:off x="7273160" y="2708039"/>
            <a:ext cx="2969100" cy="305400"/>
          </a:xfrm>
          <a:prstGeom prst="rect">
            <a:avLst/>
          </a:prstGeom>
          <a:solidFill>
            <a:schemeClr val="lt1"/>
          </a:solidFill>
          <a:ln cap="flat" cmpd="sng" w="381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2" name="Google Shape;422;p3"/>
          <p:cNvSpPr/>
          <p:nvPr/>
        </p:nvSpPr>
        <p:spPr>
          <a:xfrm>
            <a:off x="4813739" y="1905000"/>
            <a:ext cx="138000" cy="668700"/>
          </a:xfrm>
          <a:prstGeom prst="rightBrace">
            <a:avLst>
              <a:gd fmla="val 8333" name="adj1"/>
              <a:gd fmla="val 50000" name="adj2"/>
            </a:avLst>
          </a:prstGeom>
          <a:noFill/>
          <a:ln cap="flat" cmpd="sng" w="9525">
            <a:solidFill>
              <a:srgbClr val="5482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23" name="Google Shape;423;p3"/>
          <p:cNvCxnSpPr>
            <a:stCxn id="422" idx="1"/>
          </p:cNvCxnSpPr>
          <p:nvPr/>
        </p:nvCxnSpPr>
        <p:spPr>
          <a:xfrm>
            <a:off x="4951739" y="2239350"/>
            <a:ext cx="3004500" cy="621600"/>
          </a:xfrm>
          <a:prstGeom prst="curvedConnector3">
            <a:avLst>
              <a:gd fmla="val 40623" name="adj1"/>
            </a:avLst>
          </a:prstGeom>
          <a:noFill/>
          <a:ln cap="flat" cmpd="sng" w="38100">
            <a:solidFill>
              <a:srgbClr val="548235"/>
            </a:solidFill>
            <a:prstDash val="solid"/>
            <a:miter lim="800000"/>
            <a:headEnd len="sm" w="sm" type="none"/>
            <a:tailEnd len="med" w="med" type="triangle"/>
          </a:ln>
        </p:spPr>
      </p:cxnSp>
      <p:sp>
        <p:nvSpPr>
          <p:cNvPr id="424" name="Google Shape;424;p3"/>
          <p:cNvSpPr txBox="1"/>
          <p:nvPr/>
        </p:nvSpPr>
        <p:spPr>
          <a:xfrm>
            <a:off x="4270315" y="2531945"/>
            <a:ext cx="301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ED7D31"/>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425" name="Google Shape;425;p3"/>
          <p:cNvSpPr txBox="1"/>
          <p:nvPr/>
        </p:nvSpPr>
        <p:spPr>
          <a:xfrm>
            <a:off x="9287693" y="2657241"/>
            <a:ext cx="301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548235"/>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426" name="Google Shape;426;p3"/>
          <p:cNvSpPr/>
          <p:nvPr/>
        </p:nvSpPr>
        <p:spPr>
          <a:xfrm>
            <a:off x="3893699" y="1851813"/>
            <a:ext cx="4546422" cy="4572018"/>
          </a:xfrm>
          <a:prstGeom prst="irregularSeal1">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SG" sz="2400" u="none" cap="none" strike="noStrike">
                <a:solidFill>
                  <a:schemeClr val="dk1"/>
                </a:solidFill>
                <a:latin typeface="Arial"/>
                <a:ea typeface="Arial"/>
                <a:cs typeface="Arial"/>
                <a:sym typeface="Arial"/>
              </a:rPr>
              <a:t>Can we build the Internet using ONLY switches and cables</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grpSp>
        <p:nvGrpSpPr>
          <p:cNvPr id="431" name="Google Shape;431;p7"/>
          <p:cNvGrpSpPr/>
          <p:nvPr/>
        </p:nvGrpSpPr>
        <p:grpSpPr>
          <a:xfrm>
            <a:off x="7446824" y="3605042"/>
            <a:ext cx="2373898" cy="1402179"/>
            <a:chOff x="339373" y="4635954"/>
            <a:chExt cx="2667000" cy="1524000"/>
          </a:xfrm>
        </p:grpSpPr>
        <p:sp>
          <p:nvSpPr>
            <p:cNvPr id="432" name="Google Shape;432;p7"/>
            <p:cNvSpPr/>
            <p:nvPr/>
          </p:nvSpPr>
          <p:spPr>
            <a:xfrm>
              <a:off x="503292" y="4705456"/>
              <a:ext cx="2136526" cy="114700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800" u="none" cap="none" strike="noStrike">
                  <a:solidFill>
                    <a:schemeClr val="dk1"/>
                  </a:solidFill>
                  <a:latin typeface="Arial"/>
                  <a:ea typeface="Arial"/>
                  <a:cs typeface="Arial"/>
                  <a:sym typeface="Arial"/>
                </a:rPr>
                <a:t>Mac Address Table</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Mac Address     Type            Ports</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      ------------      -------</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000a.41cd.c8c4    DYNAMIC     1</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0023.a3bc.c701    DYNAMIC     3</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203a.abc2.57a1    DYNAMIC     2</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011a.919d.d8a4    DYNAMIC     4</a:t>
              </a:r>
              <a:endParaRPr b="0" i="0" sz="800" u="none" cap="none" strike="noStrike">
                <a:solidFill>
                  <a:srgbClr val="000000"/>
                </a:solidFill>
                <a:latin typeface="Arial"/>
                <a:ea typeface="Arial"/>
                <a:cs typeface="Arial"/>
                <a:sym typeface="Arial"/>
              </a:endParaRPr>
            </a:p>
          </p:txBody>
        </p:sp>
        <p:sp>
          <p:nvSpPr>
            <p:cNvPr id="433" name="Google Shape;433;p7"/>
            <p:cNvSpPr/>
            <p:nvPr/>
          </p:nvSpPr>
          <p:spPr>
            <a:xfrm>
              <a:off x="339373" y="4635954"/>
              <a:ext cx="2667000" cy="1524000"/>
            </a:xfrm>
            <a:prstGeom prst="wedgeRectCallout">
              <a:avLst>
                <a:gd fmla="val 2112" name="adj1"/>
                <a:gd fmla="val 60582"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34" name="Google Shape;434;p7"/>
          <p:cNvGrpSpPr/>
          <p:nvPr/>
        </p:nvGrpSpPr>
        <p:grpSpPr>
          <a:xfrm>
            <a:off x="3653622" y="5217242"/>
            <a:ext cx="2373898" cy="1402179"/>
            <a:chOff x="339373" y="4635954"/>
            <a:chExt cx="2667000" cy="1524000"/>
          </a:xfrm>
        </p:grpSpPr>
        <p:sp>
          <p:nvSpPr>
            <p:cNvPr id="435" name="Google Shape;435;p7"/>
            <p:cNvSpPr/>
            <p:nvPr/>
          </p:nvSpPr>
          <p:spPr>
            <a:xfrm>
              <a:off x="503292" y="4705456"/>
              <a:ext cx="2136526" cy="114700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800" u="none" cap="none" strike="noStrike">
                  <a:solidFill>
                    <a:schemeClr val="dk1"/>
                  </a:solidFill>
                  <a:latin typeface="Arial"/>
                  <a:ea typeface="Arial"/>
                  <a:cs typeface="Arial"/>
                  <a:sym typeface="Arial"/>
                </a:rPr>
                <a:t>Mac Address Table</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Mac Address     Type            Ports</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      ------------      -------</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000a.41cd.c8c4    DYNAMIC     1</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0023.a3bc.c701    DYNAMIC     3</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203a.abc2.57a1    DYNAMIC     2</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011a.919d.d8a4    DYNAMIC     4</a:t>
              </a:r>
              <a:endParaRPr b="0" i="0" sz="800" u="none" cap="none" strike="noStrike">
                <a:solidFill>
                  <a:srgbClr val="000000"/>
                </a:solidFill>
                <a:latin typeface="Arial"/>
                <a:ea typeface="Arial"/>
                <a:cs typeface="Arial"/>
                <a:sym typeface="Arial"/>
              </a:endParaRPr>
            </a:p>
          </p:txBody>
        </p:sp>
        <p:sp>
          <p:nvSpPr>
            <p:cNvPr id="436" name="Google Shape;436;p7"/>
            <p:cNvSpPr/>
            <p:nvPr/>
          </p:nvSpPr>
          <p:spPr>
            <a:xfrm>
              <a:off x="339373" y="4635954"/>
              <a:ext cx="2667000" cy="1524000"/>
            </a:xfrm>
            <a:prstGeom prst="wedgeRectCallout">
              <a:avLst>
                <a:gd fmla="val 51829" name="adj1"/>
                <a:gd fmla="val 46933"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37" name="Google Shape;437;p7"/>
          <p:cNvGrpSpPr/>
          <p:nvPr/>
        </p:nvGrpSpPr>
        <p:grpSpPr>
          <a:xfrm>
            <a:off x="2489895" y="4700331"/>
            <a:ext cx="2373898" cy="1402179"/>
            <a:chOff x="339373" y="4635954"/>
            <a:chExt cx="2667000" cy="1524000"/>
          </a:xfrm>
        </p:grpSpPr>
        <p:sp>
          <p:nvSpPr>
            <p:cNvPr id="438" name="Google Shape;438;p7"/>
            <p:cNvSpPr/>
            <p:nvPr/>
          </p:nvSpPr>
          <p:spPr>
            <a:xfrm>
              <a:off x="503292" y="4705456"/>
              <a:ext cx="2136526" cy="114700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800" u="none" cap="none" strike="noStrike">
                  <a:solidFill>
                    <a:schemeClr val="dk1"/>
                  </a:solidFill>
                  <a:latin typeface="Arial"/>
                  <a:ea typeface="Arial"/>
                  <a:cs typeface="Arial"/>
                  <a:sym typeface="Arial"/>
                </a:rPr>
                <a:t>Mac Address Table</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Mac Address     Type            Ports</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      ------------      -------</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000a.41cd.c8c4    DYNAMIC     1</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0023.a3bc.c701    DYNAMIC     3</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203a.abc2.57a1    DYNAMIC     2</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011a.919d.d8a4    DYNAMIC     4</a:t>
              </a:r>
              <a:endParaRPr b="0" i="0" sz="800" u="none" cap="none" strike="noStrike">
                <a:solidFill>
                  <a:srgbClr val="000000"/>
                </a:solidFill>
                <a:latin typeface="Arial"/>
                <a:ea typeface="Arial"/>
                <a:cs typeface="Arial"/>
                <a:sym typeface="Arial"/>
              </a:endParaRPr>
            </a:p>
          </p:txBody>
        </p:sp>
        <p:sp>
          <p:nvSpPr>
            <p:cNvPr id="439" name="Google Shape;439;p7"/>
            <p:cNvSpPr/>
            <p:nvPr/>
          </p:nvSpPr>
          <p:spPr>
            <a:xfrm>
              <a:off x="339373" y="4635954"/>
              <a:ext cx="2667000" cy="1524000"/>
            </a:xfrm>
            <a:prstGeom prst="wedgeRectCallout">
              <a:avLst>
                <a:gd fmla="val 41079" name="adj1"/>
                <a:gd fmla="val 60582"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40" name="Google Shape;440;p7"/>
          <p:cNvGrpSpPr/>
          <p:nvPr/>
        </p:nvGrpSpPr>
        <p:grpSpPr>
          <a:xfrm>
            <a:off x="5285117" y="3013439"/>
            <a:ext cx="2373898" cy="1402179"/>
            <a:chOff x="339373" y="4635954"/>
            <a:chExt cx="2667000" cy="1524000"/>
          </a:xfrm>
        </p:grpSpPr>
        <p:sp>
          <p:nvSpPr>
            <p:cNvPr id="441" name="Google Shape;441;p7"/>
            <p:cNvSpPr/>
            <p:nvPr/>
          </p:nvSpPr>
          <p:spPr>
            <a:xfrm>
              <a:off x="503292" y="4705456"/>
              <a:ext cx="2136526" cy="1147001"/>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800" u="none" cap="none" strike="noStrike">
                  <a:solidFill>
                    <a:schemeClr val="dk1"/>
                  </a:solidFill>
                  <a:latin typeface="Arial"/>
                  <a:ea typeface="Arial"/>
                  <a:cs typeface="Arial"/>
                  <a:sym typeface="Arial"/>
                </a:rPr>
                <a:t>Mac Address Table</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Mac Address     Type            Ports</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      ------------      -------</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000a.41cd.c8c4    DYNAMIC     1</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0023.a3bc.c701    DYNAMIC     3</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203a.abc2.57a1    DYNAMIC     2</a:t>
              </a:r>
              <a:endParaRPr b="0" i="0" sz="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000"/>
                <a:buFont typeface="Arial"/>
                <a:buNone/>
              </a:pPr>
              <a:r>
                <a:rPr b="0" i="0" lang="en-SG" sz="800" u="none" cap="none" strike="noStrike">
                  <a:solidFill>
                    <a:schemeClr val="dk1"/>
                  </a:solidFill>
                  <a:latin typeface="Arial"/>
                  <a:ea typeface="Arial"/>
                  <a:cs typeface="Arial"/>
                  <a:sym typeface="Arial"/>
                </a:rPr>
                <a:t>       011a.919d.d8a4    DYNAMIC     4</a:t>
              </a:r>
              <a:endParaRPr b="0" i="0" sz="800" u="none" cap="none" strike="noStrike">
                <a:solidFill>
                  <a:srgbClr val="000000"/>
                </a:solidFill>
                <a:latin typeface="Arial"/>
                <a:ea typeface="Arial"/>
                <a:cs typeface="Arial"/>
                <a:sym typeface="Arial"/>
              </a:endParaRPr>
            </a:p>
          </p:txBody>
        </p:sp>
        <p:sp>
          <p:nvSpPr>
            <p:cNvPr id="442" name="Google Shape;442;p7"/>
            <p:cNvSpPr/>
            <p:nvPr/>
          </p:nvSpPr>
          <p:spPr>
            <a:xfrm>
              <a:off x="339373" y="4635954"/>
              <a:ext cx="2667000" cy="1524000"/>
            </a:xfrm>
            <a:prstGeom prst="wedgeRectCallout">
              <a:avLst>
                <a:gd fmla="val 41079" name="adj1"/>
                <a:gd fmla="val 60582"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43" name="Google Shape;443;p7"/>
          <p:cNvGrpSpPr/>
          <p:nvPr/>
        </p:nvGrpSpPr>
        <p:grpSpPr>
          <a:xfrm>
            <a:off x="3117819" y="2725417"/>
            <a:ext cx="2667000" cy="1524000"/>
            <a:chOff x="339373" y="4635954"/>
            <a:chExt cx="2667000" cy="1524000"/>
          </a:xfrm>
        </p:grpSpPr>
        <p:sp>
          <p:nvSpPr>
            <p:cNvPr id="444" name="Google Shape;444;p7"/>
            <p:cNvSpPr/>
            <p:nvPr/>
          </p:nvSpPr>
          <p:spPr>
            <a:xfrm>
              <a:off x="503291" y="4705456"/>
              <a:ext cx="2339163" cy="138499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sp>
          <p:nvSpPr>
            <p:cNvPr id="445" name="Google Shape;445;p7"/>
            <p:cNvSpPr/>
            <p:nvPr/>
          </p:nvSpPr>
          <p:spPr>
            <a:xfrm>
              <a:off x="339373" y="4635954"/>
              <a:ext cx="2667000" cy="1524000"/>
            </a:xfrm>
            <a:prstGeom prst="wedgeRectCallout">
              <a:avLst>
                <a:gd fmla="val 41079" name="adj1"/>
                <a:gd fmla="val 60582"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46" name="Google Shape;446;p7"/>
          <p:cNvGrpSpPr/>
          <p:nvPr/>
        </p:nvGrpSpPr>
        <p:grpSpPr>
          <a:xfrm>
            <a:off x="2246584" y="1143001"/>
            <a:ext cx="2814075" cy="1547263"/>
            <a:chOff x="2246584" y="1143001"/>
            <a:chExt cx="2814075" cy="1547263"/>
          </a:xfrm>
        </p:grpSpPr>
        <p:sp>
          <p:nvSpPr>
            <p:cNvPr id="447" name="Google Shape;447;p7"/>
            <p:cNvSpPr/>
            <p:nvPr/>
          </p:nvSpPr>
          <p:spPr>
            <a:xfrm>
              <a:off x="2246584" y="1166264"/>
              <a:ext cx="2667000" cy="1524000"/>
            </a:xfrm>
            <a:prstGeom prst="wedgeRectCallout">
              <a:avLst>
                <a:gd fmla="val 35099" name="adj1"/>
                <a:gd fmla="val 142907"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8" name="Google Shape;448;p7"/>
            <p:cNvSpPr/>
            <p:nvPr/>
          </p:nvSpPr>
          <p:spPr>
            <a:xfrm>
              <a:off x="2246586" y="1143001"/>
              <a:ext cx="2814073"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grpSp>
      <p:sp>
        <p:nvSpPr>
          <p:cNvPr id="449" name="Google Shape;449;p7"/>
          <p:cNvSpPr/>
          <p:nvPr/>
        </p:nvSpPr>
        <p:spPr>
          <a:xfrm>
            <a:off x="7278416" y="1143000"/>
            <a:ext cx="2667000" cy="1524000"/>
          </a:xfrm>
          <a:prstGeom prst="wedgeRectCallout">
            <a:avLst>
              <a:gd fmla="val -54204" name="adj1"/>
              <a:gd fmla="val 156860" name="adj2"/>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0" name="Google Shape;450;p7"/>
          <p:cNvSpPr/>
          <p:nvPr/>
        </p:nvSpPr>
        <p:spPr>
          <a:xfrm>
            <a:off x="7273160" y="1143000"/>
            <a:ext cx="3048000"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1111a.466d.c764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0523.12bc.8701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34ac.abc2.8761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0234.917d.d874    DYNAMIC     4</a:t>
            </a:r>
            <a:endParaRPr b="0" i="0" sz="1400" u="none" cap="none" strike="noStrike">
              <a:solidFill>
                <a:srgbClr val="000000"/>
              </a:solidFill>
              <a:latin typeface="Arial"/>
              <a:ea typeface="Arial"/>
              <a:cs typeface="Arial"/>
              <a:sym typeface="Arial"/>
            </a:endParaRPr>
          </a:p>
        </p:txBody>
      </p:sp>
      <p:sp>
        <p:nvSpPr>
          <p:cNvPr id="451" name="Google Shape;451;p7"/>
          <p:cNvSpPr/>
          <p:nvPr/>
        </p:nvSpPr>
        <p:spPr>
          <a:xfrm>
            <a:off x="7382203" y="1833053"/>
            <a:ext cx="241800" cy="882900"/>
          </a:xfrm>
          <a:prstGeom prst="leftBrace">
            <a:avLst>
              <a:gd fmla="val 8333" name="adj1"/>
              <a:gd fmla="val 50000" name="adj2"/>
            </a:avLst>
          </a:prstGeom>
          <a:noFill/>
          <a:ln cap="flat" cmpd="sng" w="9525">
            <a:solidFill>
              <a:srgbClr val="ED7D3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2" name="Google Shape;452;p7"/>
          <p:cNvSpPr/>
          <p:nvPr/>
        </p:nvSpPr>
        <p:spPr>
          <a:xfrm>
            <a:off x="2091559" y="2620328"/>
            <a:ext cx="2969100" cy="305400"/>
          </a:xfrm>
          <a:prstGeom prst="rect">
            <a:avLst/>
          </a:prstGeom>
          <a:solidFill>
            <a:schemeClr val="lt1"/>
          </a:solidFill>
          <a:ln cap="flat" cmpd="sng" w="381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53" name="Google Shape;453;p7"/>
          <p:cNvCxnSpPr>
            <a:stCxn id="451" idx="1"/>
          </p:cNvCxnSpPr>
          <p:nvPr/>
        </p:nvCxnSpPr>
        <p:spPr>
          <a:xfrm flipH="1">
            <a:off x="3817303" y="2274503"/>
            <a:ext cx="3564900" cy="562800"/>
          </a:xfrm>
          <a:prstGeom prst="curvedConnector3">
            <a:avLst>
              <a:gd fmla="val 53244" name="adj1"/>
            </a:avLst>
          </a:prstGeom>
          <a:noFill/>
          <a:ln cap="flat" cmpd="sng" w="57150">
            <a:solidFill>
              <a:schemeClr val="accent2"/>
            </a:solidFill>
            <a:prstDash val="solid"/>
            <a:miter lim="800000"/>
            <a:headEnd len="sm" w="sm" type="none"/>
            <a:tailEnd len="med" w="med" type="triangle"/>
          </a:ln>
        </p:spPr>
      </p:cxnSp>
      <p:sp>
        <p:nvSpPr>
          <p:cNvPr id="454" name="Google Shape;454;p7"/>
          <p:cNvSpPr/>
          <p:nvPr/>
        </p:nvSpPr>
        <p:spPr>
          <a:xfrm>
            <a:off x="7273160" y="2708039"/>
            <a:ext cx="2969100" cy="305400"/>
          </a:xfrm>
          <a:prstGeom prst="rect">
            <a:avLst/>
          </a:prstGeom>
          <a:solidFill>
            <a:schemeClr val="lt1"/>
          </a:solidFill>
          <a:ln cap="flat" cmpd="sng" w="38100">
            <a:solidFill>
              <a:srgbClr val="5481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7"/>
          <p:cNvSpPr/>
          <p:nvPr/>
        </p:nvSpPr>
        <p:spPr>
          <a:xfrm>
            <a:off x="4813739" y="1905000"/>
            <a:ext cx="138000" cy="668700"/>
          </a:xfrm>
          <a:prstGeom prst="rightBrace">
            <a:avLst>
              <a:gd fmla="val 8333" name="adj1"/>
              <a:gd fmla="val 50000" name="adj2"/>
            </a:avLst>
          </a:prstGeom>
          <a:noFill/>
          <a:ln cap="flat" cmpd="sng" w="9525">
            <a:solidFill>
              <a:srgbClr val="54823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56" name="Google Shape;456;p7"/>
          <p:cNvCxnSpPr>
            <a:stCxn id="455" idx="1"/>
          </p:cNvCxnSpPr>
          <p:nvPr/>
        </p:nvCxnSpPr>
        <p:spPr>
          <a:xfrm>
            <a:off x="4951739" y="2239350"/>
            <a:ext cx="3004500" cy="621600"/>
          </a:xfrm>
          <a:prstGeom prst="curvedConnector3">
            <a:avLst>
              <a:gd fmla="val 40623" name="adj1"/>
            </a:avLst>
          </a:prstGeom>
          <a:noFill/>
          <a:ln cap="flat" cmpd="sng" w="38100">
            <a:solidFill>
              <a:srgbClr val="548235"/>
            </a:solidFill>
            <a:prstDash val="solid"/>
            <a:miter lim="800000"/>
            <a:headEnd len="sm" w="sm" type="none"/>
            <a:tailEnd len="med" w="med" type="triangle"/>
          </a:ln>
        </p:spPr>
      </p:cxnSp>
      <p:sp>
        <p:nvSpPr>
          <p:cNvPr id="457" name="Google Shape;457;p7"/>
          <p:cNvSpPr txBox="1"/>
          <p:nvPr/>
        </p:nvSpPr>
        <p:spPr>
          <a:xfrm>
            <a:off x="4270315" y="2531945"/>
            <a:ext cx="301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ED7D31"/>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458" name="Google Shape;458;p7"/>
          <p:cNvSpPr txBox="1"/>
          <p:nvPr/>
        </p:nvSpPr>
        <p:spPr>
          <a:xfrm>
            <a:off x="9287693" y="2657241"/>
            <a:ext cx="301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548235"/>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459" name="Google Shape;459;p7"/>
          <p:cNvSpPr/>
          <p:nvPr/>
        </p:nvSpPr>
        <p:spPr>
          <a:xfrm>
            <a:off x="2796364" y="755490"/>
            <a:ext cx="5824240" cy="5064102"/>
          </a:xfrm>
          <a:prstGeom prst="cloud">
            <a:avLst/>
          </a:prstGeom>
          <a:solidFill>
            <a:schemeClr val="lt1"/>
          </a:solidFill>
          <a:ln cap="flat" cmpd="sng" w="25400">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00000"/>
              </a:lnSpc>
              <a:spcBef>
                <a:spcPts val="0"/>
              </a:spcBef>
              <a:spcAft>
                <a:spcPts val="0"/>
              </a:spcAft>
              <a:buNone/>
            </a:pPr>
            <a:r>
              <a:rPr b="0" i="0" lang="en-SG" sz="1800" u="none" cap="none" strike="noStrike">
                <a:solidFill>
                  <a:schemeClr val="dk1"/>
                </a:solidFill>
                <a:latin typeface="Arial"/>
                <a:ea typeface="Arial"/>
                <a:cs typeface="Arial"/>
                <a:sym typeface="Arial"/>
              </a:rPr>
              <a:t>If only layer-2 devices (switches, WAP) are used to interconnect all the devices on the Internet, it will form 1 single network. The switch tables on every switch will eventually be populated with all the mac addressed of every devices. Any broadcast traffic will be propagated to every switch. This will be a highly inefficient non-scalable solution and therefore  not practical to be implement on the Internet</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
          <p:cNvSpPr/>
          <p:nvPr/>
        </p:nvSpPr>
        <p:spPr>
          <a:xfrm>
            <a:off x="276447" y="-116958"/>
            <a:ext cx="11642651" cy="4149031"/>
          </a:xfrm>
          <a:prstGeom prst="cloud">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0" i="0" lang="en-SG" sz="2400" u="none" cap="none" strike="noStrike">
                <a:solidFill>
                  <a:schemeClr val="dk1"/>
                </a:solidFill>
                <a:latin typeface="Arial"/>
                <a:ea typeface="Arial"/>
                <a:cs typeface="Arial"/>
                <a:sym typeface="Arial"/>
              </a:rPr>
              <a:t>We need Layer-3 devices to interconnect the switches.</a:t>
            </a:r>
            <a:endParaRPr/>
          </a:p>
          <a:p>
            <a:pPr indent="0" lvl="0" marL="0" marR="0" rtl="0" algn="just">
              <a:lnSpc>
                <a:spcPct val="100000"/>
              </a:lnSpc>
              <a:spcBef>
                <a:spcPts val="0"/>
              </a:spcBef>
              <a:spcAft>
                <a:spcPts val="0"/>
              </a:spcAft>
              <a:buNone/>
            </a:pPr>
            <a:r>
              <a:rPr b="0" i="0" lang="en-SG" sz="2400" u="none" cap="none" strike="noStrike">
                <a:solidFill>
                  <a:schemeClr val="dk1"/>
                </a:solidFill>
                <a:latin typeface="Arial"/>
                <a:ea typeface="Arial"/>
                <a:cs typeface="Arial"/>
                <a:sym typeface="Arial"/>
              </a:rPr>
              <a:t>Layer 3 is used primarily to :</a:t>
            </a:r>
            <a:endParaRPr/>
          </a:p>
          <a:p>
            <a:pPr indent="-342900" lvl="0" marL="342900" marR="0" rtl="0" algn="just">
              <a:lnSpc>
                <a:spcPct val="100000"/>
              </a:lnSpc>
              <a:spcBef>
                <a:spcPts val="0"/>
              </a:spcBef>
              <a:spcAft>
                <a:spcPts val="0"/>
              </a:spcAft>
              <a:buClr>
                <a:srgbClr val="000000"/>
              </a:buClr>
              <a:buSzPts val="2400"/>
              <a:buFont typeface="Arial"/>
              <a:buChar char="•"/>
            </a:pPr>
            <a:r>
              <a:rPr b="0" i="0" lang="en-SG" sz="2400" u="none" cap="none" strike="noStrike">
                <a:solidFill>
                  <a:schemeClr val="dk1"/>
                </a:solidFill>
                <a:latin typeface="Arial"/>
                <a:ea typeface="Arial"/>
                <a:cs typeface="Arial"/>
                <a:sym typeface="Arial"/>
              </a:rPr>
              <a:t>Provide a logical address space for each network</a:t>
            </a:r>
            <a:endParaRPr/>
          </a:p>
          <a:p>
            <a:pPr indent="-342900" lvl="0" marL="342900" marR="0" rtl="0" algn="just">
              <a:lnSpc>
                <a:spcPct val="100000"/>
              </a:lnSpc>
              <a:spcBef>
                <a:spcPts val="0"/>
              </a:spcBef>
              <a:spcAft>
                <a:spcPts val="0"/>
              </a:spcAft>
              <a:buClr>
                <a:srgbClr val="000000"/>
              </a:buClr>
              <a:buSzPts val="2400"/>
              <a:buFont typeface="Arial"/>
              <a:buChar char="•"/>
            </a:pPr>
            <a:r>
              <a:rPr b="0" i="0" lang="en-SG" sz="2400" u="none" cap="none" strike="noStrike">
                <a:solidFill>
                  <a:schemeClr val="dk1"/>
                </a:solidFill>
                <a:latin typeface="Arial"/>
                <a:ea typeface="Arial"/>
                <a:cs typeface="Arial"/>
                <a:sym typeface="Arial"/>
              </a:rPr>
              <a:t>Control the traffic between networks efficiently</a:t>
            </a:r>
            <a:endParaRPr/>
          </a:p>
          <a:p>
            <a:pPr indent="-342900" lvl="0" marL="342900" marR="0" rtl="0" algn="just">
              <a:lnSpc>
                <a:spcPct val="100000"/>
              </a:lnSpc>
              <a:spcBef>
                <a:spcPts val="0"/>
              </a:spcBef>
              <a:spcAft>
                <a:spcPts val="0"/>
              </a:spcAft>
              <a:buClr>
                <a:srgbClr val="000000"/>
              </a:buClr>
              <a:buSzPts val="2400"/>
              <a:buFont typeface="Arial"/>
              <a:buChar char="•"/>
            </a:pPr>
            <a:r>
              <a:rPr b="0" i="0" lang="en-SG" sz="2400" u="none" cap="none" strike="noStrike">
                <a:solidFill>
                  <a:schemeClr val="dk1"/>
                </a:solidFill>
                <a:latin typeface="Arial"/>
                <a:ea typeface="Arial"/>
                <a:cs typeface="Arial"/>
                <a:sym typeface="Arial"/>
              </a:rPr>
              <a:t>Block the broadcast traffic between networks</a:t>
            </a:r>
            <a:endParaRPr/>
          </a:p>
          <a:p>
            <a:pPr indent="-342900" lvl="0" marL="342900" marR="0" rtl="0" algn="just">
              <a:lnSpc>
                <a:spcPct val="100000"/>
              </a:lnSpc>
              <a:spcBef>
                <a:spcPts val="0"/>
              </a:spcBef>
              <a:spcAft>
                <a:spcPts val="0"/>
              </a:spcAft>
              <a:buClr>
                <a:srgbClr val="000000"/>
              </a:buClr>
              <a:buSzPts val="2400"/>
              <a:buFont typeface="Arial"/>
              <a:buChar char="•"/>
            </a:pPr>
            <a:r>
              <a:rPr b="0" i="0" lang="en-SG" sz="2400" u="none" cap="none" strike="noStrike">
                <a:solidFill>
                  <a:schemeClr val="dk1"/>
                </a:solidFill>
                <a:latin typeface="Arial"/>
                <a:ea typeface="Arial"/>
                <a:cs typeface="Arial"/>
                <a:sym typeface="Arial"/>
              </a:rPr>
              <a:t>Broadcast between networks known as multicast is still possible using multi-cast addresses.</a:t>
            </a:r>
            <a:endParaRPr/>
          </a:p>
          <a:p>
            <a:pPr indent="-190500" lvl="0" marL="34290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grpSp>
        <p:nvGrpSpPr>
          <p:cNvPr id="465" name="Google Shape;465;p4"/>
          <p:cNvGrpSpPr/>
          <p:nvPr/>
        </p:nvGrpSpPr>
        <p:grpSpPr>
          <a:xfrm>
            <a:off x="1384664" y="3644468"/>
            <a:ext cx="2635878" cy="2680603"/>
            <a:chOff x="835315" y="370977"/>
            <a:chExt cx="3244158" cy="3299204"/>
          </a:xfrm>
        </p:grpSpPr>
        <p:grpSp>
          <p:nvGrpSpPr>
            <p:cNvPr id="466" name="Google Shape;466;p4"/>
            <p:cNvGrpSpPr/>
            <p:nvPr/>
          </p:nvGrpSpPr>
          <p:grpSpPr>
            <a:xfrm>
              <a:off x="1911730" y="1709909"/>
              <a:ext cx="1128900" cy="781619"/>
              <a:chOff x="5528963" y="895412"/>
              <a:chExt cx="1128900" cy="781619"/>
            </a:xfrm>
          </p:grpSpPr>
          <p:pic>
            <p:nvPicPr>
              <p:cNvPr descr="AccessPoint" id="467" name="Google Shape;467;p4"/>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468" name="Google Shape;468;p4"/>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469" name="Google Shape;469;p4"/>
            <p:cNvGrpSpPr/>
            <p:nvPr/>
          </p:nvGrpSpPr>
          <p:grpSpPr>
            <a:xfrm>
              <a:off x="1557814" y="1159838"/>
              <a:ext cx="525018" cy="524337"/>
              <a:chOff x="3408" y="2592"/>
              <a:chExt cx="1528" cy="1528"/>
            </a:xfrm>
          </p:grpSpPr>
          <p:sp>
            <p:nvSpPr>
              <p:cNvPr id="470" name="Google Shape;470;p4"/>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71" name="Google Shape;471;p4"/>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72" name="Google Shape;472;p4"/>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grpSp>
          <p:nvGrpSpPr>
            <p:cNvPr id="473" name="Google Shape;473;p4"/>
            <p:cNvGrpSpPr/>
            <p:nvPr/>
          </p:nvGrpSpPr>
          <p:grpSpPr>
            <a:xfrm>
              <a:off x="2938787" y="1147289"/>
              <a:ext cx="531474" cy="532012"/>
              <a:chOff x="3456" y="2016"/>
              <a:chExt cx="1526" cy="1528"/>
            </a:xfrm>
          </p:grpSpPr>
          <p:sp>
            <p:nvSpPr>
              <p:cNvPr id="474" name="Google Shape;474;p4"/>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75" name="Google Shape;475;p4"/>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76" name="Google Shape;476;p4"/>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477" name="Google Shape;477;p4"/>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478" name="Google Shape;478;p4"/>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479" name="Google Shape;479;p4"/>
            <p:cNvGrpSpPr/>
            <p:nvPr/>
          </p:nvGrpSpPr>
          <p:grpSpPr>
            <a:xfrm flipH="1">
              <a:off x="2341008" y="2392126"/>
              <a:ext cx="114300" cy="800971"/>
              <a:chOff x="5280" y="2016"/>
              <a:chExt cx="300" cy="2100"/>
            </a:xfrm>
          </p:grpSpPr>
          <p:sp>
            <p:nvSpPr>
              <p:cNvPr id="480" name="Google Shape;480;p4"/>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81" name="Google Shape;481;p4"/>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82" name="Google Shape;482;p4"/>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483" name="Google Shape;483;p4"/>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pSp>
        <p:nvGrpSpPr>
          <p:cNvPr id="484" name="Google Shape;484;p4"/>
          <p:cNvGrpSpPr/>
          <p:nvPr/>
        </p:nvGrpSpPr>
        <p:grpSpPr>
          <a:xfrm>
            <a:off x="8328340" y="3581006"/>
            <a:ext cx="2635878" cy="2680603"/>
            <a:chOff x="835315" y="370977"/>
            <a:chExt cx="3244158" cy="3299204"/>
          </a:xfrm>
        </p:grpSpPr>
        <p:grpSp>
          <p:nvGrpSpPr>
            <p:cNvPr id="485" name="Google Shape;485;p4"/>
            <p:cNvGrpSpPr/>
            <p:nvPr/>
          </p:nvGrpSpPr>
          <p:grpSpPr>
            <a:xfrm>
              <a:off x="1911730" y="1709909"/>
              <a:ext cx="1128900" cy="781619"/>
              <a:chOff x="5528963" y="895412"/>
              <a:chExt cx="1128900" cy="781619"/>
            </a:xfrm>
          </p:grpSpPr>
          <p:pic>
            <p:nvPicPr>
              <p:cNvPr descr="AccessPoint" id="486" name="Google Shape;486;p4"/>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487" name="Google Shape;487;p4"/>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488" name="Google Shape;488;p4"/>
            <p:cNvGrpSpPr/>
            <p:nvPr/>
          </p:nvGrpSpPr>
          <p:grpSpPr>
            <a:xfrm>
              <a:off x="1557814" y="1159838"/>
              <a:ext cx="525018" cy="524337"/>
              <a:chOff x="3408" y="2592"/>
              <a:chExt cx="1528" cy="1528"/>
            </a:xfrm>
          </p:grpSpPr>
          <p:sp>
            <p:nvSpPr>
              <p:cNvPr id="489" name="Google Shape;489;p4"/>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90" name="Google Shape;490;p4"/>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91" name="Google Shape;491;p4"/>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grpSp>
          <p:nvGrpSpPr>
            <p:cNvPr id="492" name="Google Shape;492;p4"/>
            <p:cNvGrpSpPr/>
            <p:nvPr/>
          </p:nvGrpSpPr>
          <p:grpSpPr>
            <a:xfrm>
              <a:off x="2938787" y="1147289"/>
              <a:ext cx="531474" cy="532012"/>
              <a:chOff x="3456" y="2016"/>
              <a:chExt cx="1526" cy="1528"/>
            </a:xfrm>
          </p:grpSpPr>
          <p:sp>
            <p:nvSpPr>
              <p:cNvPr id="493" name="Google Shape;493;p4"/>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94" name="Google Shape;494;p4"/>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495" name="Google Shape;495;p4"/>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496" name="Google Shape;496;p4"/>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497" name="Google Shape;497;p4"/>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498" name="Google Shape;498;p4"/>
            <p:cNvGrpSpPr/>
            <p:nvPr/>
          </p:nvGrpSpPr>
          <p:grpSpPr>
            <a:xfrm flipH="1">
              <a:off x="2341008" y="2392126"/>
              <a:ext cx="114300" cy="800971"/>
              <a:chOff x="5280" y="2016"/>
              <a:chExt cx="300" cy="2100"/>
            </a:xfrm>
          </p:grpSpPr>
          <p:sp>
            <p:nvSpPr>
              <p:cNvPr id="499" name="Google Shape;499;p4"/>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00" name="Google Shape;500;p4"/>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01" name="Google Shape;501;p4"/>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502" name="Google Shape;502;p4"/>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pSp>
        <p:nvGrpSpPr>
          <p:cNvPr id="503" name="Google Shape;503;p4"/>
          <p:cNvGrpSpPr/>
          <p:nvPr/>
        </p:nvGrpSpPr>
        <p:grpSpPr>
          <a:xfrm>
            <a:off x="5010636" y="3576445"/>
            <a:ext cx="2635878" cy="2680603"/>
            <a:chOff x="835315" y="370977"/>
            <a:chExt cx="3244158" cy="3299204"/>
          </a:xfrm>
        </p:grpSpPr>
        <p:grpSp>
          <p:nvGrpSpPr>
            <p:cNvPr id="504" name="Google Shape;504;p4"/>
            <p:cNvGrpSpPr/>
            <p:nvPr/>
          </p:nvGrpSpPr>
          <p:grpSpPr>
            <a:xfrm>
              <a:off x="1911730" y="1709909"/>
              <a:ext cx="1128900" cy="781619"/>
              <a:chOff x="5528963" y="895412"/>
              <a:chExt cx="1128900" cy="781619"/>
            </a:xfrm>
          </p:grpSpPr>
          <p:pic>
            <p:nvPicPr>
              <p:cNvPr descr="AccessPoint" id="505" name="Google Shape;505;p4"/>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506" name="Google Shape;506;p4"/>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507" name="Google Shape;507;p4"/>
            <p:cNvGrpSpPr/>
            <p:nvPr/>
          </p:nvGrpSpPr>
          <p:grpSpPr>
            <a:xfrm>
              <a:off x="1557814" y="1159838"/>
              <a:ext cx="525018" cy="524337"/>
              <a:chOff x="3408" y="2592"/>
              <a:chExt cx="1528" cy="1528"/>
            </a:xfrm>
          </p:grpSpPr>
          <p:sp>
            <p:nvSpPr>
              <p:cNvPr id="508" name="Google Shape;508;p4"/>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09" name="Google Shape;509;p4"/>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10" name="Google Shape;510;p4"/>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grpSp>
          <p:nvGrpSpPr>
            <p:cNvPr id="511" name="Google Shape;511;p4"/>
            <p:cNvGrpSpPr/>
            <p:nvPr/>
          </p:nvGrpSpPr>
          <p:grpSpPr>
            <a:xfrm>
              <a:off x="2938787" y="1147289"/>
              <a:ext cx="531474" cy="532012"/>
              <a:chOff x="3456" y="2016"/>
              <a:chExt cx="1526" cy="1528"/>
            </a:xfrm>
          </p:grpSpPr>
          <p:sp>
            <p:nvSpPr>
              <p:cNvPr id="512" name="Google Shape;512;p4"/>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13" name="Google Shape;513;p4"/>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14" name="Google Shape;514;p4"/>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515" name="Google Shape;515;p4"/>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516" name="Google Shape;516;p4"/>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517" name="Google Shape;517;p4"/>
            <p:cNvGrpSpPr/>
            <p:nvPr/>
          </p:nvGrpSpPr>
          <p:grpSpPr>
            <a:xfrm flipH="1">
              <a:off x="2341008" y="2392126"/>
              <a:ext cx="114300" cy="800971"/>
              <a:chOff x="5280" y="2016"/>
              <a:chExt cx="300" cy="2100"/>
            </a:xfrm>
          </p:grpSpPr>
          <p:sp>
            <p:nvSpPr>
              <p:cNvPr id="518" name="Google Shape;518;p4"/>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19" name="Google Shape;519;p4"/>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sp>
            <p:nvSpPr>
              <p:cNvPr id="520" name="Google Shape;520;p4"/>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Calibri"/>
                  <a:ea typeface="Calibri"/>
                  <a:cs typeface="Calibri"/>
                  <a:sym typeface="Calibri"/>
                </a:endParaRPr>
              </a:p>
            </p:txBody>
          </p:sp>
        </p:grpSp>
        <p:pic>
          <p:nvPicPr>
            <p:cNvPr id="521" name="Google Shape;521;p4"/>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sp>
        <p:nvSpPr>
          <p:cNvPr id="522" name="Google Shape;522;p4"/>
          <p:cNvSpPr/>
          <p:nvPr/>
        </p:nvSpPr>
        <p:spPr>
          <a:xfrm>
            <a:off x="2950710" y="4560377"/>
            <a:ext cx="1580100" cy="9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600" u="none" cap="none" strike="noStrike">
                <a:solidFill>
                  <a:schemeClr val="dk1"/>
                </a:solidFill>
                <a:latin typeface="Arial"/>
                <a:ea typeface="Arial"/>
                <a:cs typeface="Arial"/>
                <a:sym typeface="Arial"/>
              </a:rPr>
              <a:t>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sp>
        <p:nvSpPr>
          <p:cNvPr id="523" name="Google Shape;523;p4"/>
          <p:cNvSpPr/>
          <p:nvPr/>
        </p:nvSpPr>
        <p:spPr>
          <a:xfrm>
            <a:off x="6670579" y="4560377"/>
            <a:ext cx="1580100" cy="9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600" u="none" cap="none" strike="noStrike">
                <a:solidFill>
                  <a:schemeClr val="dk1"/>
                </a:solidFill>
                <a:latin typeface="Arial"/>
                <a:ea typeface="Arial"/>
                <a:cs typeface="Arial"/>
                <a:sym typeface="Arial"/>
              </a:rPr>
              <a:t>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sp>
        <p:nvSpPr>
          <p:cNvPr id="524" name="Google Shape;524;p4"/>
          <p:cNvSpPr/>
          <p:nvPr/>
        </p:nvSpPr>
        <p:spPr>
          <a:xfrm>
            <a:off x="10250592" y="4374721"/>
            <a:ext cx="1580100" cy="98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SG" sz="1000" u="none" cap="none" strike="noStrike">
                <a:solidFill>
                  <a:schemeClr val="dk1"/>
                </a:solidFill>
                <a:latin typeface="Arial"/>
                <a:ea typeface="Arial"/>
                <a:cs typeface="Arial"/>
                <a:sym typeface="Arial"/>
              </a:rPr>
              <a:t> </a:t>
            </a:r>
            <a:r>
              <a:rPr b="0" i="0" lang="en-SG" sz="600" u="none" cap="none" strike="noStrike">
                <a:solidFill>
                  <a:schemeClr val="dk1"/>
                </a:solidFill>
                <a:latin typeface="Arial"/>
                <a:ea typeface="Arial"/>
                <a:cs typeface="Arial"/>
                <a:sym typeface="Arial"/>
              </a:rPr>
              <a:t>Mac Address Table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Mac Address     Type            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000a.41cd.c8c4    DYNAMIC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0023.a3bc.c701    DYNAMIC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203a.abc2.57a1    DYNAMIC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rPr b="0" i="0" lang="en-SG" sz="600" u="none" cap="none" strike="noStrike">
                <a:solidFill>
                  <a:schemeClr val="dk1"/>
                </a:solidFill>
                <a:latin typeface="Arial"/>
                <a:ea typeface="Arial"/>
                <a:cs typeface="Arial"/>
                <a:sym typeface="Arial"/>
              </a:rPr>
              <a:t>       011a.919d.d8a4    DYNAMIC     4</a:t>
            </a:r>
            <a:endParaRPr b="0" i="0" sz="1400" u="none" cap="none" strike="noStrike">
              <a:solidFill>
                <a:srgbClr val="000000"/>
              </a:solidFill>
              <a:latin typeface="Arial"/>
              <a:ea typeface="Arial"/>
              <a:cs typeface="Arial"/>
              <a:sym typeface="Arial"/>
            </a:endParaRPr>
          </a:p>
        </p:txBody>
      </p:sp>
      <p:pic>
        <p:nvPicPr>
          <p:cNvPr id="525" name="Google Shape;525;p4"/>
          <p:cNvPicPr preferRelativeResize="0"/>
          <p:nvPr/>
        </p:nvPicPr>
        <p:blipFill rotWithShape="1">
          <a:blip r:embed="rId6">
            <a:alphaModFix/>
          </a:blip>
          <a:srcRect b="0" l="0" r="0" t="0"/>
          <a:stretch/>
        </p:blipFill>
        <p:spPr>
          <a:xfrm>
            <a:off x="2475895" y="2914670"/>
            <a:ext cx="768163" cy="731583"/>
          </a:xfrm>
          <a:prstGeom prst="rect">
            <a:avLst/>
          </a:prstGeom>
          <a:noFill/>
          <a:ln>
            <a:noFill/>
          </a:ln>
        </p:spPr>
      </p:pic>
      <p:pic>
        <p:nvPicPr>
          <p:cNvPr id="526" name="Google Shape;526;p4"/>
          <p:cNvPicPr preferRelativeResize="0"/>
          <p:nvPr/>
        </p:nvPicPr>
        <p:blipFill rotWithShape="1">
          <a:blip r:embed="rId6">
            <a:alphaModFix/>
          </a:blip>
          <a:srcRect b="0" l="0" r="0" t="0"/>
          <a:stretch/>
        </p:blipFill>
        <p:spPr>
          <a:xfrm>
            <a:off x="6000375" y="2981548"/>
            <a:ext cx="768163" cy="731583"/>
          </a:xfrm>
          <a:prstGeom prst="rect">
            <a:avLst/>
          </a:prstGeom>
          <a:noFill/>
          <a:ln>
            <a:noFill/>
          </a:ln>
        </p:spPr>
      </p:pic>
      <p:pic>
        <p:nvPicPr>
          <p:cNvPr id="527" name="Google Shape;527;p4"/>
          <p:cNvPicPr preferRelativeResize="0"/>
          <p:nvPr/>
        </p:nvPicPr>
        <p:blipFill rotWithShape="1">
          <a:blip r:embed="rId6">
            <a:alphaModFix/>
          </a:blip>
          <a:srcRect b="0" l="0" r="0" t="0"/>
          <a:stretch/>
        </p:blipFill>
        <p:spPr>
          <a:xfrm>
            <a:off x="9341947" y="2976491"/>
            <a:ext cx="768163" cy="7315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
          <p:cNvSpPr txBox="1"/>
          <p:nvPr>
            <p:ph type="title"/>
          </p:nvPr>
        </p:nvSpPr>
        <p:spPr>
          <a:xfrm>
            <a:off x="626533" y="8202"/>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IP Address</a:t>
            </a:r>
            <a:endParaRPr/>
          </a:p>
        </p:txBody>
      </p:sp>
      <p:sp>
        <p:nvSpPr>
          <p:cNvPr id="533" name="Google Shape;533;p5"/>
          <p:cNvSpPr txBox="1"/>
          <p:nvPr>
            <p:ph idx="1" type="body"/>
          </p:nvPr>
        </p:nvSpPr>
        <p:spPr>
          <a:xfrm>
            <a:off x="609600" y="1371600"/>
            <a:ext cx="10905000" cy="11955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2800"/>
              <a:buFont typeface="Tahoma"/>
              <a:buChar char="•"/>
            </a:pPr>
            <a:r>
              <a:rPr lang="en-SG"/>
              <a:t>Logical unique identifier for layer 3 (Network) devices  </a:t>
            </a:r>
            <a:endParaRPr/>
          </a:p>
          <a:p>
            <a:pPr indent="-342900" lvl="0" marL="342900" rtl="0" algn="l">
              <a:lnSpc>
                <a:spcPct val="90000"/>
              </a:lnSpc>
              <a:spcBef>
                <a:spcPts val="560"/>
              </a:spcBef>
              <a:spcAft>
                <a:spcPts val="0"/>
              </a:spcAft>
              <a:buSzPts val="2800"/>
              <a:buFont typeface="Tahoma"/>
              <a:buChar char="•"/>
            </a:pPr>
            <a:r>
              <a:rPr lang="en-SG"/>
              <a:t>IPv4 address, 32 bit   vs  IPv6 address, 128 bit</a:t>
            </a:r>
            <a:endParaRPr/>
          </a:p>
          <a:p>
            <a:pPr indent="0" lvl="0" marL="0" rtl="0" algn="l">
              <a:lnSpc>
                <a:spcPct val="90000"/>
              </a:lnSpc>
              <a:spcBef>
                <a:spcPts val="560"/>
              </a:spcBef>
              <a:spcAft>
                <a:spcPts val="0"/>
              </a:spcAft>
              <a:buSzPts val="2800"/>
              <a:buFont typeface="Tahoma"/>
              <a:buNone/>
            </a:pPr>
            <a:r>
              <a:t/>
            </a:r>
            <a:endParaRPr/>
          </a:p>
          <a:p>
            <a:pPr indent="-165100" lvl="0" marL="342900" rtl="0" algn="l">
              <a:lnSpc>
                <a:spcPct val="90000"/>
              </a:lnSpc>
              <a:spcBef>
                <a:spcPts val="560"/>
              </a:spcBef>
              <a:spcAft>
                <a:spcPts val="0"/>
              </a:spcAft>
              <a:buSzPts val="2800"/>
              <a:buFont typeface="Tahoma"/>
              <a:buNone/>
            </a:pPr>
            <a:r>
              <a:t/>
            </a:r>
            <a:endParaRPr/>
          </a:p>
          <a:p>
            <a:pPr indent="-342900" lvl="0" marL="342900" rtl="0" algn="l">
              <a:lnSpc>
                <a:spcPct val="90000"/>
              </a:lnSpc>
              <a:spcBef>
                <a:spcPts val="480"/>
              </a:spcBef>
              <a:spcAft>
                <a:spcPts val="0"/>
              </a:spcAft>
              <a:buSzPts val="2400"/>
              <a:buFont typeface="Tahoma"/>
              <a:buNone/>
            </a:pPr>
            <a:r>
              <a:t/>
            </a:r>
            <a:endParaRPr sz="2400">
              <a:solidFill>
                <a:srgbClr val="FF0000"/>
              </a:solidFill>
            </a:endParaRPr>
          </a:p>
        </p:txBody>
      </p:sp>
      <p:sp>
        <p:nvSpPr>
          <p:cNvPr id="534" name="Google Shape;534;p5"/>
          <p:cNvSpPr txBox="1"/>
          <p:nvPr/>
        </p:nvSpPr>
        <p:spPr>
          <a:xfrm>
            <a:off x="541867" y="3459822"/>
            <a:ext cx="5554200" cy="831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70C0"/>
              </a:buClr>
              <a:buSzPts val="2400"/>
              <a:buFont typeface="Arial"/>
              <a:buChar char="•"/>
            </a:pPr>
            <a:r>
              <a:rPr b="0" i="0" lang="en-SG" sz="2400" u="none" cap="none" strike="noStrike">
                <a:solidFill>
                  <a:schemeClr val="dk1"/>
                </a:solidFill>
                <a:latin typeface="Tahoma"/>
                <a:ea typeface="Tahoma"/>
                <a:cs typeface="Tahoma"/>
                <a:sym typeface="Tahoma"/>
              </a:rPr>
              <a:t>IPv4:DOTTED DECIMAL NOTATION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graphicFrame>
        <p:nvGraphicFramePr>
          <p:cNvPr id="535" name="Google Shape;535;p5"/>
          <p:cNvGraphicFramePr/>
          <p:nvPr/>
        </p:nvGraphicFramePr>
        <p:xfrm>
          <a:off x="949218" y="3932882"/>
          <a:ext cx="3000000" cy="3000000"/>
        </p:xfrm>
        <a:graphic>
          <a:graphicData uri="http://schemas.openxmlformats.org/drawingml/2006/table">
            <a:tbl>
              <a:tblPr bandRow="1" firstRow="1">
                <a:noFill/>
                <a:tableStyleId>{CAE8BCA4-CB77-42E6-A089-AC88FC48F14B}</a:tableStyleId>
              </a:tblPr>
              <a:tblGrid>
                <a:gridCol w="1698500"/>
                <a:gridCol w="1698500"/>
                <a:gridCol w="1698500"/>
                <a:gridCol w="1698500"/>
                <a:gridCol w="1698500"/>
              </a:tblGrid>
              <a:tr h="3708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Arial"/>
                        <a:buNone/>
                      </a:pPr>
                      <a:r>
                        <a:rPr b="1" i="0" lang="en-SG" sz="1800" u="none" cap="none" strike="noStrike">
                          <a:solidFill>
                            <a:schemeClr val="dk1"/>
                          </a:solidFill>
                          <a:latin typeface="Arial"/>
                          <a:ea typeface="Arial"/>
                          <a:cs typeface="Arial"/>
                          <a:sym typeface="Arial"/>
                        </a:rPr>
                        <a:t>1</a:t>
                      </a:r>
                      <a:r>
                        <a:rPr b="1" baseline="30000" i="0" lang="en-SG" sz="1800" u="none" cap="none" strike="noStrike">
                          <a:solidFill>
                            <a:schemeClr val="dk1"/>
                          </a:solidFill>
                          <a:latin typeface="Arial"/>
                          <a:ea typeface="Arial"/>
                          <a:cs typeface="Arial"/>
                          <a:sym typeface="Arial"/>
                        </a:rPr>
                        <a:t>st</a:t>
                      </a:r>
                      <a:r>
                        <a:rPr b="1" i="0" lang="en-SG" sz="1800" u="none" cap="none" strike="noStrike">
                          <a:solidFill>
                            <a:schemeClr val="dk1"/>
                          </a:solidFill>
                          <a:latin typeface="Arial"/>
                          <a:ea typeface="Arial"/>
                          <a:cs typeface="Arial"/>
                          <a:sym typeface="Arial"/>
                        </a:rPr>
                        <a:t> Octet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Arial"/>
                        <a:buNone/>
                      </a:pPr>
                      <a:r>
                        <a:rPr b="1" i="0" lang="en-SG" sz="1800" u="none" cap="none" strike="noStrike">
                          <a:solidFill>
                            <a:schemeClr val="dk1"/>
                          </a:solidFill>
                          <a:latin typeface="Arial"/>
                          <a:ea typeface="Arial"/>
                          <a:cs typeface="Arial"/>
                          <a:sym typeface="Arial"/>
                        </a:rPr>
                        <a:t>2</a:t>
                      </a:r>
                      <a:r>
                        <a:rPr b="1" baseline="30000" i="0" lang="en-SG" sz="1800" u="none" cap="none" strike="noStrike">
                          <a:solidFill>
                            <a:schemeClr val="dk1"/>
                          </a:solidFill>
                          <a:latin typeface="Arial"/>
                          <a:ea typeface="Arial"/>
                          <a:cs typeface="Arial"/>
                          <a:sym typeface="Arial"/>
                        </a:rPr>
                        <a:t>nd</a:t>
                      </a:r>
                      <a:r>
                        <a:rPr b="1" i="0" lang="en-SG" sz="1800" u="none" cap="none" strike="noStrike">
                          <a:solidFill>
                            <a:schemeClr val="dk1"/>
                          </a:solidFill>
                          <a:latin typeface="Arial"/>
                          <a:ea typeface="Arial"/>
                          <a:cs typeface="Arial"/>
                          <a:sym typeface="Arial"/>
                        </a:rPr>
                        <a:t> Octet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Arial"/>
                        <a:buNone/>
                      </a:pPr>
                      <a:r>
                        <a:rPr b="1" i="0" lang="en-SG" sz="1800" u="none" cap="none" strike="noStrike">
                          <a:solidFill>
                            <a:schemeClr val="dk1"/>
                          </a:solidFill>
                          <a:latin typeface="Arial"/>
                          <a:ea typeface="Arial"/>
                          <a:cs typeface="Arial"/>
                          <a:sym typeface="Arial"/>
                        </a:rPr>
                        <a:t>3</a:t>
                      </a:r>
                      <a:r>
                        <a:rPr b="1" baseline="30000" i="0" lang="en-SG" sz="1800" u="none" cap="none" strike="noStrike">
                          <a:solidFill>
                            <a:schemeClr val="dk1"/>
                          </a:solidFill>
                          <a:latin typeface="Arial"/>
                          <a:ea typeface="Arial"/>
                          <a:cs typeface="Arial"/>
                          <a:sym typeface="Arial"/>
                        </a:rPr>
                        <a:t>rd</a:t>
                      </a:r>
                      <a:r>
                        <a:rPr b="1" i="0" lang="en-SG" sz="1800" u="none" cap="none" strike="noStrike">
                          <a:solidFill>
                            <a:schemeClr val="dk1"/>
                          </a:solidFill>
                          <a:latin typeface="Arial"/>
                          <a:ea typeface="Arial"/>
                          <a:cs typeface="Arial"/>
                          <a:sym typeface="Arial"/>
                        </a:rPr>
                        <a:t> Octet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Arial"/>
                        <a:buNone/>
                      </a:pPr>
                      <a:r>
                        <a:rPr b="1" i="0" lang="en-SG" sz="1800" u="none" cap="none" strike="noStrike">
                          <a:solidFill>
                            <a:schemeClr val="dk1"/>
                          </a:solidFill>
                          <a:latin typeface="Arial"/>
                          <a:ea typeface="Arial"/>
                          <a:cs typeface="Arial"/>
                          <a:sym typeface="Arial"/>
                        </a:rPr>
                        <a:t>4</a:t>
                      </a:r>
                      <a:r>
                        <a:rPr b="1" baseline="30000" i="0" lang="en-SG" sz="1800" u="none" cap="none" strike="noStrike">
                          <a:solidFill>
                            <a:schemeClr val="dk1"/>
                          </a:solidFill>
                          <a:latin typeface="Arial"/>
                          <a:ea typeface="Arial"/>
                          <a:cs typeface="Arial"/>
                          <a:sym typeface="Arial"/>
                        </a:rPr>
                        <a:t>th</a:t>
                      </a:r>
                      <a:r>
                        <a:rPr b="1" i="0" lang="en-SG" sz="1800" u="none" cap="none" strike="noStrike">
                          <a:solidFill>
                            <a:schemeClr val="dk1"/>
                          </a:solidFill>
                          <a:latin typeface="Arial"/>
                          <a:ea typeface="Arial"/>
                          <a:cs typeface="Arial"/>
                          <a:sym typeface="Arial"/>
                        </a:rPr>
                        <a:t> Octet</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DECIMAL</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192.</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168.</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10.</a:t>
                      </a:r>
                      <a:endParaRPr sz="1400" u="none" cap="none" strike="noStrike"/>
                    </a:p>
                  </a:txBody>
                  <a:tcPr marT="45725" marB="45725" marR="91450" marL="91450">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.100</a:t>
                      </a:r>
                      <a:endParaRPr sz="1400" u="none" cap="none" strike="noStrike"/>
                    </a:p>
                  </a:txBody>
                  <a:tcPr marT="45725" marB="45725" marR="91450" marL="91450">
                    <a:lnB cap="flat" cmpd="sng" w="12700">
                      <a:solidFill>
                        <a:schemeClr val="dk1"/>
                      </a:solidFill>
                      <a:prstDash val="solid"/>
                      <a:round/>
                      <a:headEnd len="sm" w="sm" type="none"/>
                      <a:tailEnd len="sm" w="sm" type="none"/>
                    </a:lnB>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HEXADECIMAL</a:t>
                      </a:r>
                      <a:endParaRPr sz="18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C0</a:t>
                      </a:r>
                      <a:endParaRPr sz="18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A8</a:t>
                      </a:r>
                      <a:endParaRPr sz="18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0A</a:t>
                      </a:r>
                      <a:endParaRPr sz="18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64</a:t>
                      </a:r>
                      <a:endParaRPr sz="1800" u="none" cap="none" strike="noStrike"/>
                    </a:p>
                  </a:txBody>
                  <a:tcPr marT="45725" marB="45725" marR="91450" marL="91450">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BINARY</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1100 0000</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1010 1000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0000 1010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0110 0100</a:t>
                      </a:r>
                      <a:endParaRPr sz="1400" u="none" cap="none" strike="noStrike"/>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aphicFrame>
        <p:nvGraphicFramePr>
          <p:cNvPr id="536" name="Google Shape;536;p5"/>
          <p:cNvGraphicFramePr/>
          <p:nvPr/>
        </p:nvGraphicFramePr>
        <p:xfrm>
          <a:off x="1023647" y="2642229"/>
          <a:ext cx="3000000" cy="3000000"/>
        </p:xfrm>
        <a:graphic>
          <a:graphicData uri="http://schemas.openxmlformats.org/drawingml/2006/table">
            <a:tbl>
              <a:tblPr bandRow="1" firstRow="1">
                <a:noFill/>
                <a:tableStyleId>{CAE8BCA4-CB77-42E6-A089-AC88FC48F14B}</a:tableStyleId>
              </a:tblPr>
              <a:tblGrid>
                <a:gridCol w="4096425"/>
                <a:gridCol w="4031575"/>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192.168.10.100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fe80::e828:3518:6a86:eef3</a:t>
                      </a:r>
                      <a:endParaRPr sz="1400" u="none" cap="none" strike="noStrike"/>
                    </a:p>
                  </a:txBody>
                  <a:tcPr marT="45725" marB="45725" marR="91450" marL="91450"/>
                </a:tc>
              </a:tr>
            </a:tbl>
          </a:graphicData>
        </a:graphic>
      </p:graphicFrame>
      <p:sp>
        <p:nvSpPr>
          <p:cNvPr id="537" name="Google Shape;537;p5"/>
          <p:cNvSpPr/>
          <p:nvPr/>
        </p:nvSpPr>
        <p:spPr>
          <a:xfrm>
            <a:off x="541867" y="5484610"/>
            <a:ext cx="8235300" cy="10896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Clr>
                <a:srgbClr val="0000FF"/>
              </a:buClr>
              <a:buSzPts val="2400"/>
              <a:buFont typeface="Arial"/>
              <a:buChar char="•"/>
            </a:pPr>
            <a:r>
              <a:rPr b="0" i="0" lang="en-SG" sz="2400" u="none" cap="none" strike="noStrike">
                <a:solidFill>
                  <a:srgbClr val="000000"/>
                </a:solidFill>
                <a:latin typeface="Tahoma"/>
                <a:ea typeface="Tahoma"/>
                <a:cs typeface="Tahoma"/>
                <a:sym typeface="Tahoma"/>
              </a:rPr>
              <a:t>An IP address has a </a:t>
            </a:r>
            <a:r>
              <a:rPr b="0" i="0" lang="en-SG" sz="2400" u="none" cap="none" strike="noStrike">
                <a:solidFill>
                  <a:srgbClr val="0070C0"/>
                </a:solidFill>
                <a:latin typeface="Tahoma"/>
                <a:ea typeface="Tahoma"/>
                <a:cs typeface="Tahoma"/>
                <a:sym typeface="Tahoma"/>
              </a:rPr>
              <a:t>network id </a:t>
            </a:r>
            <a:r>
              <a:rPr b="0" i="0" lang="en-SG" sz="2400" u="none" cap="none" strike="noStrike">
                <a:solidFill>
                  <a:srgbClr val="000000"/>
                </a:solidFill>
                <a:latin typeface="Tahoma"/>
                <a:ea typeface="Tahoma"/>
                <a:cs typeface="Tahoma"/>
                <a:sym typeface="Tahoma"/>
              </a:rPr>
              <a:t>and </a:t>
            </a:r>
            <a:r>
              <a:rPr b="0" i="0" lang="en-SG" sz="2400" u="none" cap="none" strike="noStrike">
                <a:solidFill>
                  <a:srgbClr val="FF0000"/>
                </a:solidFill>
                <a:latin typeface="Tahoma"/>
                <a:ea typeface="Tahoma"/>
                <a:cs typeface="Tahoma"/>
                <a:sym typeface="Tahoma"/>
              </a:rPr>
              <a:t>host id, </a:t>
            </a:r>
            <a:r>
              <a:rPr b="0" i="0" lang="en-SG" sz="2400" u="none" cap="none" strike="noStrike">
                <a:solidFill>
                  <a:srgbClr val="000000"/>
                </a:solidFill>
                <a:latin typeface="Tahoma"/>
                <a:ea typeface="Tahoma"/>
                <a:cs typeface="Tahoma"/>
                <a:sym typeface="Tahoma"/>
              </a:rPr>
              <a:t>where the network id identifies a network, and the host identifies a host in that network.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grpSp>
        <p:nvGrpSpPr>
          <p:cNvPr id="542" name="Google Shape;542;p9"/>
          <p:cNvGrpSpPr/>
          <p:nvPr/>
        </p:nvGrpSpPr>
        <p:grpSpPr>
          <a:xfrm>
            <a:off x="3238923" y="1207097"/>
            <a:ext cx="8756811" cy="783173"/>
            <a:chOff x="476" y="1838"/>
            <a:chExt cx="4694" cy="639"/>
          </a:xfrm>
        </p:grpSpPr>
        <p:sp>
          <p:nvSpPr>
            <p:cNvPr id="543" name="Google Shape;543;p9"/>
            <p:cNvSpPr/>
            <p:nvPr/>
          </p:nvSpPr>
          <p:spPr>
            <a:xfrm>
              <a:off x="476" y="1923"/>
              <a:ext cx="900" cy="300"/>
            </a:xfrm>
            <a:prstGeom prst="flowChartAlternateProcess">
              <a:avLst/>
            </a:prstGeom>
            <a:solidFill>
              <a:srgbClr val="CCF8D3"/>
            </a:solidFill>
            <a:ln cap="flat" cmpd="sng" w="9525">
              <a:solidFill>
                <a:srgbClr val="CC00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SG" sz="2200" u="none" cap="none" strike="noStrike">
                  <a:solidFill>
                    <a:srgbClr val="000000"/>
                  </a:solidFill>
                  <a:latin typeface="Arial"/>
                  <a:ea typeface="Arial"/>
                  <a:cs typeface="Arial"/>
                  <a:sym typeface="Arial"/>
                </a:rPr>
                <a:t>IP address</a:t>
              </a:r>
              <a:endParaRPr b="0" i="0" sz="1400" u="none" cap="none" strike="noStrike">
                <a:solidFill>
                  <a:srgbClr val="000000"/>
                </a:solidFill>
                <a:latin typeface="Arial"/>
                <a:ea typeface="Arial"/>
                <a:cs typeface="Arial"/>
                <a:sym typeface="Arial"/>
              </a:endParaRPr>
            </a:p>
          </p:txBody>
        </p:sp>
        <p:sp>
          <p:nvSpPr>
            <p:cNvPr id="544" name="Google Shape;544;p9"/>
            <p:cNvSpPr/>
            <p:nvPr/>
          </p:nvSpPr>
          <p:spPr>
            <a:xfrm>
              <a:off x="2199" y="1877"/>
              <a:ext cx="900" cy="600"/>
            </a:xfrm>
            <a:prstGeom prst="flowChartAlternateProcess">
              <a:avLst/>
            </a:prstGeom>
            <a:solidFill>
              <a:srgbClr val="CCF8D3"/>
            </a:solidFill>
            <a:ln cap="flat" cmpd="sng" w="9525">
              <a:solidFill>
                <a:srgbClr val="CC00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SG" sz="2200" u="none" cap="none" strike="noStrike">
                  <a:solidFill>
                    <a:srgbClr val="000000"/>
                  </a:solidFill>
                  <a:latin typeface="Arial"/>
                  <a:ea typeface="Arial"/>
                  <a:cs typeface="Arial"/>
                  <a:sym typeface="Arial"/>
                </a:rPr>
                <a:t>Subnet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rPr b="1" i="0" lang="en-SG" sz="2200" u="none" cap="none" strike="noStrike">
                  <a:solidFill>
                    <a:srgbClr val="000000"/>
                  </a:solidFill>
                  <a:latin typeface="Arial"/>
                  <a:ea typeface="Arial"/>
                  <a:cs typeface="Arial"/>
                  <a:sym typeface="Arial"/>
                </a:rPr>
                <a:t>mask</a:t>
              </a:r>
              <a:endParaRPr b="0" i="0" sz="1400" u="none" cap="none" strike="noStrike">
                <a:solidFill>
                  <a:srgbClr val="000000"/>
                </a:solidFill>
                <a:latin typeface="Arial"/>
                <a:ea typeface="Arial"/>
                <a:cs typeface="Arial"/>
                <a:sym typeface="Arial"/>
              </a:endParaRPr>
            </a:p>
          </p:txBody>
        </p:sp>
        <p:sp>
          <p:nvSpPr>
            <p:cNvPr id="545" name="Google Shape;545;p9"/>
            <p:cNvSpPr/>
            <p:nvPr/>
          </p:nvSpPr>
          <p:spPr>
            <a:xfrm>
              <a:off x="3370" y="1877"/>
              <a:ext cx="1800" cy="600"/>
            </a:xfrm>
            <a:prstGeom prst="flowChartAlternateProcess">
              <a:avLst/>
            </a:prstGeom>
            <a:solidFill>
              <a:srgbClr val="CCF8D3"/>
            </a:solidFill>
            <a:ln cap="flat" cmpd="sng" w="9525">
              <a:solidFill>
                <a:srgbClr val="CC00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SG" sz="2200" u="none" cap="none" strike="noStrike">
                  <a:solidFill>
                    <a:srgbClr val="000000"/>
                  </a:solidFill>
                  <a:latin typeface="Arial"/>
                  <a:ea typeface="Arial"/>
                  <a:cs typeface="Arial"/>
                  <a:sym typeface="Arial"/>
                </a:rPr>
                <a:t>Network ID or Address</a:t>
              </a:r>
              <a:endParaRPr b="0" i="0" sz="1400" u="none" cap="none" strike="noStrike">
                <a:solidFill>
                  <a:srgbClr val="000000"/>
                </a:solidFill>
                <a:latin typeface="Arial"/>
                <a:ea typeface="Arial"/>
                <a:cs typeface="Arial"/>
                <a:sym typeface="Arial"/>
              </a:endParaRPr>
            </a:p>
          </p:txBody>
        </p:sp>
        <p:sp>
          <p:nvSpPr>
            <p:cNvPr id="546" name="Google Shape;546;p9"/>
            <p:cNvSpPr txBox="1"/>
            <p:nvPr/>
          </p:nvSpPr>
          <p:spPr>
            <a:xfrm>
              <a:off x="1450" y="1838"/>
              <a:ext cx="769" cy="6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SG" sz="2200" u="none" cap="none" strike="noStrike">
                  <a:solidFill>
                    <a:srgbClr val="FF3300"/>
                  </a:solidFill>
                  <a:latin typeface="Arial"/>
                  <a:ea typeface="Arial"/>
                  <a:cs typeface="Arial"/>
                  <a:sym typeface="Arial"/>
                </a:rPr>
                <a:t>BITWISE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rPr b="1" i="0" lang="en-SG" sz="2200" u="none" cap="none" strike="noStrike">
                  <a:solidFill>
                    <a:srgbClr val="FF3300"/>
                  </a:solidFill>
                  <a:latin typeface="Arial"/>
                  <a:ea typeface="Arial"/>
                  <a:cs typeface="Arial"/>
                  <a:sym typeface="Arial"/>
                </a:rPr>
                <a:t>AND</a:t>
              </a:r>
              <a:endParaRPr b="0" i="0" sz="1400" u="none" cap="none" strike="noStrike">
                <a:solidFill>
                  <a:srgbClr val="000000"/>
                </a:solidFill>
                <a:latin typeface="Arial"/>
                <a:ea typeface="Arial"/>
                <a:cs typeface="Arial"/>
                <a:sym typeface="Arial"/>
              </a:endParaRPr>
            </a:p>
          </p:txBody>
        </p:sp>
        <p:sp>
          <p:nvSpPr>
            <p:cNvPr id="547" name="Google Shape;547;p9"/>
            <p:cNvSpPr txBox="1"/>
            <p:nvPr/>
          </p:nvSpPr>
          <p:spPr>
            <a:xfrm>
              <a:off x="3151" y="1983"/>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SG" sz="2200" u="none" cap="none" strike="noStrike">
                  <a:solidFill>
                    <a:srgbClr val="33339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grpSp>
      <p:sp>
        <p:nvSpPr>
          <p:cNvPr id="548" name="Google Shape;548;p9"/>
          <p:cNvSpPr txBox="1"/>
          <p:nvPr/>
        </p:nvSpPr>
        <p:spPr>
          <a:xfrm>
            <a:off x="590815" y="619674"/>
            <a:ext cx="88587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SG" sz="2400" u="none" cap="none" strike="noStrike">
                <a:solidFill>
                  <a:srgbClr val="000000"/>
                </a:solidFill>
                <a:latin typeface="Arial"/>
                <a:ea typeface="Arial"/>
                <a:cs typeface="Arial"/>
                <a:sym typeface="Arial"/>
              </a:rPr>
              <a:t>Subnet mask is used to identify network id of an IP address by performing this:</a:t>
            </a:r>
            <a:endParaRPr b="0" i="0" sz="1400" u="none" cap="none" strike="noStrike">
              <a:solidFill>
                <a:srgbClr val="000000"/>
              </a:solidFill>
              <a:latin typeface="Arial"/>
              <a:ea typeface="Arial"/>
              <a:cs typeface="Arial"/>
              <a:sym typeface="Arial"/>
            </a:endParaRPr>
          </a:p>
        </p:txBody>
      </p:sp>
      <p:graphicFrame>
        <p:nvGraphicFramePr>
          <p:cNvPr id="549" name="Google Shape;549;p9"/>
          <p:cNvGraphicFramePr/>
          <p:nvPr/>
        </p:nvGraphicFramePr>
        <p:xfrm>
          <a:off x="5123111" y="4656575"/>
          <a:ext cx="3000000" cy="3000000"/>
        </p:xfrm>
        <a:graphic>
          <a:graphicData uri="http://schemas.openxmlformats.org/drawingml/2006/table">
            <a:tbl>
              <a:tblPr>
                <a:noFill/>
                <a:tableStyleId>{4BAEEABF-8C47-4AA2-BFFE-9A3FD580DFE8}</a:tableStyleId>
              </a:tblPr>
              <a:tblGrid>
                <a:gridCol w="1191125"/>
                <a:gridCol w="2231400"/>
              </a:tblGrid>
              <a:tr h="717800">
                <a:tc>
                  <a:txBody>
                    <a:bodyPr/>
                    <a:lstStyle/>
                    <a:p>
                      <a:pPr indent="0" lvl="0" marL="0" marR="0" rtl="0" algn="ctr">
                        <a:lnSpc>
                          <a:spcPct val="100000"/>
                        </a:lnSpc>
                        <a:spcBef>
                          <a:spcPts val="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Class A</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8D3"/>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255. 0.  0. 0</a:t>
                      </a:r>
                      <a:endParaRPr sz="1400" u="none" cap="none" strike="noStrike"/>
                    </a:p>
                    <a:p>
                      <a:pPr indent="0" lvl="0" marL="0" marR="0" rtl="0" algn="ctr">
                        <a:lnSpc>
                          <a:spcPct val="100000"/>
                        </a:lnSpc>
                        <a:spcBef>
                          <a:spcPts val="40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   </a:t>
                      </a:r>
                      <a:r>
                        <a:rPr b="1" i="0" lang="en-SG" sz="2000" u="none" cap="none" strike="noStrike">
                          <a:solidFill>
                            <a:srgbClr val="FF0000"/>
                          </a:solidFill>
                          <a:latin typeface="Arial"/>
                          <a:ea typeface="Arial"/>
                          <a:cs typeface="Arial"/>
                          <a:sym typeface="Arial"/>
                        </a:rPr>
                        <a:t>N</a:t>
                      </a:r>
                      <a:r>
                        <a:rPr b="1" i="0" lang="en-SG" sz="2000" u="none" cap="none" strike="noStrike">
                          <a:solidFill>
                            <a:schemeClr val="dk1"/>
                          </a:solidFill>
                          <a:latin typeface="Arial"/>
                          <a:ea typeface="Arial"/>
                          <a:cs typeface="Arial"/>
                          <a:sym typeface="Arial"/>
                        </a:rPr>
                        <a:t>. H. H. 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4D4DE"/>
                    </a:solidFill>
                  </a:tcPr>
                </a:tc>
              </a:tr>
              <a:tr h="717800">
                <a:tc>
                  <a:txBody>
                    <a:bodyPr/>
                    <a:lstStyle/>
                    <a:p>
                      <a:pPr indent="0" lvl="0" marL="0" marR="0" rtl="0" algn="ctr">
                        <a:lnSpc>
                          <a:spcPct val="100000"/>
                        </a:lnSpc>
                        <a:spcBef>
                          <a:spcPts val="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Class B</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8D3"/>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255. 255. 0. 0</a:t>
                      </a:r>
                      <a:endParaRPr sz="1400" u="none" cap="none" strike="noStrike"/>
                    </a:p>
                    <a:p>
                      <a:pPr indent="0" lvl="0" marL="0" marR="0" rtl="0" algn="ctr">
                        <a:lnSpc>
                          <a:spcPct val="100000"/>
                        </a:lnSpc>
                        <a:spcBef>
                          <a:spcPts val="40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   </a:t>
                      </a:r>
                      <a:r>
                        <a:rPr b="1" i="0" lang="en-SG" sz="2000" u="none" cap="none" strike="noStrike">
                          <a:solidFill>
                            <a:srgbClr val="FF0000"/>
                          </a:solidFill>
                          <a:latin typeface="Arial"/>
                          <a:ea typeface="Arial"/>
                          <a:cs typeface="Arial"/>
                          <a:sym typeface="Arial"/>
                        </a:rPr>
                        <a:t>N.    N</a:t>
                      </a:r>
                      <a:r>
                        <a:rPr b="1" i="0" lang="en-SG" sz="2000" u="none" cap="none" strike="noStrike">
                          <a:solidFill>
                            <a:schemeClr val="dk1"/>
                          </a:solidFill>
                          <a:latin typeface="Arial"/>
                          <a:ea typeface="Arial"/>
                          <a:cs typeface="Arial"/>
                          <a:sym typeface="Arial"/>
                        </a:rPr>
                        <a:t>. H. 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4D4DE"/>
                    </a:solidFill>
                  </a:tcPr>
                </a:tc>
              </a:tr>
              <a:tr h="717800">
                <a:tc>
                  <a:txBody>
                    <a:bodyPr/>
                    <a:lstStyle/>
                    <a:p>
                      <a:pPr indent="0" lvl="0" marL="0" marR="0" rtl="0" algn="ctr">
                        <a:lnSpc>
                          <a:spcPct val="100000"/>
                        </a:lnSpc>
                        <a:spcBef>
                          <a:spcPts val="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Class C</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CCF8D3"/>
                    </a:solidFill>
                  </a:tcPr>
                </a:tc>
                <a:tc>
                  <a:txBody>
                    <a:bodyPr/>
                    <a:lstStyle/>
                    <a:p>
                      <a:pPr indent="0" lvl="0" marL="0" marR="0" rtl="0" algn="ctr">
                        <a:lnSpc>
                          <a:spcPct val="100000"/>
                        </a:lnSpc>
                        <a:spcBef>
                          <a:spcPts val="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255. 255. 255. 0</a:t>
                      </a:r>
                      <a:endParaRPr sz="1400" u="none" cap="none" strike="noStrike"/>
                    </a:p>
                    <a:p>
                      <a:pPr indent="0" lvl="0" marL="0" marR="0" rtl="0" algn="ctr">
                        <a:lnSpc>
                          <a:spcPct val="100000"/>
                        </a:lnSpc>
                        <a:spcBef>
                          <a:spcPts val="400"/>
                        </a:spcBef>
                        <a:spcAft>
                          <a:spcPts val="0"/>
                        </a:spcAft>
                        <a:buClr>
                          <a:schemeClr val="dk1"/>
                        </a:buClr>
                        <a:buSzPts val="2000"/>
                        <a:buFont typeface="Arial"/>
                        <a:buNone/>
                      </a:pPr>
                      <a:r>
                        <a:rPr b="1" i="0" lang="en-SG" sz="2000" u="none" cap="none" strike="noStrike">
                          <a:solidFill>
                            <a:schemeClr val="dk1"/>
                          </a:solidFill>
                          <a:latin typeface="Arial"/>
                          <a:ea typeface="Arial"/>
                          <a:cs typeface="Arial"/>
                          <a:sym typeface="Arial"/>
                        </a:rPr>
                        <a:t>   </a:t>
                      </a:r>
                      <a:r>
                        <a:rPr b="1" i="0" lang="en-SG" sz="2000" u="none" cap="none" strike="noStrike">
                          <a:solidFill>
                            <a:srgbClr val="FF0000"/>
                          </a:solidFill>
                          <a:latin typeface="Arial"/>
                          <a:ea typeface="Arial"/>
                          <a:cs typeface="Arial"/>
                          <a:sym typeface="Arial"/>
                        </a:rPr>
                        <a:t>N.    N.     N</a:t>
                      </a:r>
                      <a:r>
                        <a:rPr b="1" i="0" lang="en-SG" sz="2000" u="none" cap="none" strike="noStrike">
                          <a:solidFill>
                            <a:schemeClr val="dk1"/>
                          </a:solidFill>
                          <a:latin typeface="Arial"/>
                          <a:ea typeface="Arial"/>
                          <a:cs typeface="Arial"/>
                          <a:sym typeface="Arial"/>
                        </a:rPr>
                        <a:t>. H</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4D4DE"/>
                    </a:solidFill>
                  </a:tcPr>
                </a:tc>
              </a:tr>
            </a:tbl>
          </a:graphicData>
        </a:graphic>
      </p:graphicFrame>
      <p:sp>
        <p:nvSpPr>
          <p:cNvPr id="550" name="Google Shape;550;p9"/>
          <p:cNvSpPr txBox="1"/>
          <p:nvPr/>
        </p:nvSpPr>
        <p:spPr>
          <a:xfrm>
            <a:off x="575574" y="5057144"/>
            <a:ext cx="3219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SG" sz="2400" u="sng" cap="none" strike="noStrike">
                <a:solidFill>
                  <a:srgbClr val="FF3300"/>
                </a:solidFill>
                <a:latin typeface="Arial"/>
                <a:ea typeface="Arial"/>
                <a:cs typeface="Arial"/>
                <a:sym typeface="Arial"/>
              </a:rPr>
              <a:t>Default subnet mask </a:t>
            </a:r>
            <a:endParaRPr b="0" i="0" sz="1400" u="none" cap="none" strike="noStrike">
              <a:solidFill>
                <a:srgbClr val="000000"/>
              </a:solidFill>
              <a:latin typeface="Arial"/>
              <a:ea typeface="Arial"/>
              <a:cs typeface="Arial"/>
              <a:sym typeface="Arial"/>
            </a:endParaRPr>
          </a:p>
        </p:txBody>
      </p:sp>
      <p:sp>
        <p:nvSpPr>
          <p:cNvPr id="551" name="Google Shape;551;p9"/>
          <p:cNvSpPr txBox="1"/>
          <p:nvPr/>
        </p:nvSpPr>
        <p:spPr>
          <a:xfrm>
            <a:off x="590815" y="-185327"/>
            <a:ext cx="10938900" cy="8775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0" i="0" lang="en-SG" sz="3600" u="none" cap="none" strike="noStrike">
                <a:solidFill>
                  <a:schemeClr val="dk1"/>
                </a:solidFill>
                <a:latin typeface="Arial Black"/>
                <a:ea typeface="Arial Black"/>
                <a:cs typeface="Arial Black"/>
                <a:sym typeface="Arial Black"/>
              </a:rPr>
              <a:t>What is Subnet Mask?</a:t>
            </a:r>
            <a:endParaRPr b="0" i="0" sz="1400" u="none" cap="none" strike="noStrike">
              <a:solidFill>
                <a:srgbClr val="000000"/>
              </a:solidFill>
              <a:latin typeface="Arial"/>
              <a:ea typeface="Arial"/>
              <a:cs typeface="Arial"/>
              <a:sym typeface="Arial"/>
            </a:endParaRPr>
          </a:p>
        </p:txBody>
      </p:sp>
      <p:graphicFrame>
        <p:nvGraphicFramePr>
          <p:cNvPr id="552" name="Google Shape;552;p9"/>
          <p:cNvGraphicFramePr/>
          <p:nvPr/>
        </p:nvGraphicFramePr>
        <p:xfrm>
          <a:off x="814099" y="1914679"/>
          <a:ext cx="3000000" cy="3000000"/>
        </p:xfrm>
        <a:graphic>
          <a:graphicData uri="http://schemas.openxmlformats.org/drawingml/2006/table">
            <a:tbl>
              <a:tblPr bandRow="1" firstRow="1">
                <a:noFill/>
                <a:tableStyleId>{CAE8BCA4-CB77-42E6-A089-AC88FC48F14B}</a:tableStyleId>
              </a:tblPr>
              <a:tblGrid>
                <a:gridCol w="1963200"/>
                <a:gridCol w="1580250"/>
                <a:gridCol w="1771725"/>
                <a:gridCol w="1771725"/>
                <a:gridCol w="1771725"/>
              </a:tblGrid>
              <a:tr h="456975">
                <a:tc rowSpan="2">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IP address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192.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168.</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.100</a:t>
                      </a:r>
                      <a:endParaRPr sz="1400" u="none" cap="none" strike="noStrike"/>
                    </a:p>
                  </a:txBody>
                  <a:tcPr marT="45725" marB="45725" marR="91450" marL="91450"/>
                </a:tc>
              </a:tr>
              <a:tr h="456975">
                <a:tc vMerge="1"/>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11000000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10101000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00001010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01100100</a:t>
                      </a:r>
                      <a:endParaRPr sz="1400" u="none" cap="none" strike="noStrike"/>
                    </a:p>
                  </a:txBody>
                  <a:tcPr marT="45725" marB="45725" marR="91450" marL="91450"/>
                </a:tc>
              </a:tr>
              <a:tr h="456975">
                <a:tc rowSpan="2">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Subnet Mask</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255</a:t>
                      </a:r>
                      <a:endParaRPr b="1" sz="2000" u="none" cap="none" strike="noStrike">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255</a:t>
                      </a:r>
                      <a:endParaRPr b="1" sz="2000" u="none" cap="none" strike="noStrike">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255</a:t>
                      </a:r>
                      <a:endParaRPr b="1" sz="2000" u="none" cap="none" strike="noStrike">
                        <a:latin typeface="Courier New"/>
                        <a:ea typeface="Courier New"/>
                        <a:cs typeface="Courier New"/>
                        <a:sym typeface="Courier New"/>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0</a:t>
                      </a:r>
                      <a:endParaRPr b="1" sz="2000" u="none" cap="none" strike="noStrike">
                        <a:latin typeface="Courier New"/>
                        <a:ea typeface="Courier New"/>
                        <a:cs typeface="Courier New"/>
                        <a:sym typeface="Courier New"/>
                      </a:endParaRPr>
                    </a:p>
                  </a:txBody>
                  <a:tcPr marT="45725" marB="45725" marR="91450" marL="91450"/>
                </a:tc>
              </a:tr>
              <a:tr h="456975">
                <a:tc vMerge="1"/>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11111111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11111111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11111111</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lang="en-SG" sz="2000" u="none" cap="none" strike="noStrike">
                          <a:latin typeface="Courier New"/>
                          <a:ea typeface="Courier New"/>
                          <a:cs typeface="Courier New"/>
                          <a:sym typeface="Courier New"/>
                        </a:rPr>
                        <a:t>00000000</a:t>
                      </a:r>
                      <a:endParaRPr sz="1400" u="none" cap="none" strike="noStrike"/>
                    </a:p>
                  </a:txBody>
                  <a:tcPr marT="45725" marB="45725" marR="91450" marL="91450"/>
                </a:tc>
              </a:tr>
              <a:tr h="456975">
                <a:tc rowSpan="2">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Network Address</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b="1" i="0" lang="en-SG" sz="2000" u="none" cap="none" strike="noStrike">
                          <a:solidFill>
                            <a:srgbClr val="000000"/>
                          </a:solidFill>
                          <a:latin typeface="Courier New"/>
                          <a:ea typeface="Courier New"/>
                          <a:cs typeface="Courier New"/>
                          <a:sym typeface="Courier New"/>
                        </a:rPr>
                        <a:t>192.</a:t>
                      </a:r>
                      <a:endParaRPr b="0" i="0" sz="1400" u="none" cap="none" strike="noStrike">
                        <a:solidFill>
                          <a:srgbClr val="000000"/>
                        </a:solidFill>
                        <a:latin typeface="Tahoma"/>
                        <a:ea typeface="Tahoma"/>
                        <a:cs typeface="Tahoma"/>
                        <a:sym typeface="Tahoma"/>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i="0" lang="en-SG" sz="2000" u="none" cap="none" strike="noStrike">
                          <a:solidFill>
                            <a:srgbClr val="000000"/>
                          </a:solidFill>
                          <a:latin typeface="Courier New"/>
                          <a:ea typeface="Courier New"/>
                          <a:cs typeface="Courier New"/>
                          <a:sym typeface="Courier New"/>
                        </a:rPr>
                        <a:t>168.</a:t>
                      </a:r>
                      <a:endParaRPr b="0" i="0" sz="1400" u="none" cap="none" strike="noStrike">
                        <a:solidFill>
                          <a:srgbClr val="000000"/>
                        </a:solidFill>
                        <a:latin typeface="Tahoma"/>
                        <a:ea typeface="Tahoma"/>
                        <a:cs typeface="Tahoma"/>
                        <a:sym typeface="Tahoma"/>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2000"/>
                        <a:buFont typeface="Arial"/>
                        <a:buNone/>
                      </a:pPr>
                      <a:r>
                        <a:rPr b="1" i="0" lang="en-SG" sz="2000" u="none" cap="none" strike="noStrike">
                          <a:solidFill>
                            <a:srgbClr val="000000"/>
                          </a:solidFill>
                          <a:latin typeface="Courier New"/>
                          <a:ea typeface="Courier New"/>
                          <a:cs typeface="Courier New"/>
                          <a:sym typeface="Courier New"/>
                        </a:rPr>
                        <a:t>10.</a:t>
                      </a:r>
                      <a:endParaRPr b="0" i="0" sz="1400" u="none" cap="none" strike="noStrike">
                        <a:solidFill>
                          <a:srgbClr val="000000"/>
                        </a:solidFill>
                        <a:latin typeface="Tahoma"/>
                        <a:ea typeface="Tahoma"/>
                        <a:cs typeface="Tahoma"/>
                        <a:sym typeface="Tahoma"/>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2000"/>
                        <a:buFont typeface="Courier New"/>
                        <a:buNone/>
                      </a:pPr>
                      <a:r>
                        <a:rPr b="1" lang="en-SG" sz="2000" u="none" cap="none" strike="noStrike">
                          <a:latin typeface="Courier New"/>
                          <a:ea typeface="Courier New"/>
                          <a:cs typeface="Courier New"/>
                          <a:sym typeface="Courier New"/>
                        </a:rPr>
                        <a:t>0</a:t>
                      </a:r>
                      <a:endParaRPr sz="2000" u="none" cap="none" strike="noStrike"/>
                    </a:p>
                  </a:txBody>
                  <a:tcPr marT="45725" marB="45725" marR="91450" marL="91450"/>
                </a:tc>
              </a:tr>
              <a:tr h="456975">
                <a:tc vMerge="1"/>
                <a:tc>
                  <a:txBody>
                    <a:bodyPr/>
                    <a:lstStyle/>
                    <a:p>
                      <a:pPr indent="0" lvl="0" marL="0" marR="0" rtl="0" algn="ctr">
                        <a:lnSpc>
                          <a:spcPct val="100000"/>
                        </a:lnSpc>
                        <a:spcBef>
                          <a:spcPts val="0"/>
                        </a:spcBef>
                        <a:spcAft>
                          <a:spcPts val="0"/>
                        </a:spcAft>
                        <a:buClr>
                          <a:srgbClr val="0000FF"/>
                        </a:buClr>
                        <a:buSzPts val="2000"/>
                        <a:buFont typeface="Courier New"/>
                        <a:buNone/>
                      </a:pPr>
                      <a:r>
                        <a:rPr b="1" lang="en-SG" sz="2000" u="none" cap="none" strike="noStrike">
                          <a:solidFill>
                            <a:srgbClr val="0000FF"/>
                          </a:solidFill>
                          <a:latin typeface="Courier New"/>
                          <a:ea typeface="Courier New"/>
                          <a:cs typeface="Courier New"/>
                          <a:sym typeface="Courier New"/>
                        </a:rPr>
                        <a:t>11000000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FF"/>
                        </a:buClr>
                        <a:buSzPts val="2000"/>
                        <a:buFont typeface="Courier New"/>
                        <a:buNone/>
                      </a:pPr>
                      <a:r>
                        <a:rPr b="1" lang="en-SG" sz="2000" u="none" cap="none" strike="noStrike">
                          <a:solidFill>
                            <a:srgbClr val="0000FF"/>
                          </a:solidFill>
                          <a:latin typeface="Courier New"/>
                          <a:ea typeface="Courier New"/>
                          <a:cs typeface="Courier New"/>
                          <a:sym typeface="Courier New"/>
                        </a:rPr>
                        <a:t>10101000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FF"/>
                        </a:buClr>
                        <a:buSzPts val="2000"/>
                        <a:buFont typeface="Courier New"/>
                        <a:buNone/>
                      </a:pPr>
                      <a:r>
                        <a:rPr b="1" lang="en-SG" sz="2000" u="none" cap="none" strike="noStrike">
                          <a:solidFill>
                            <a:srgbClr val="0000FF"/>
                          </a:solidFill>
                          <a:latin typeface="Courier New"/>
                          <a:ea typeface="Courier New"/>
                          <a:cs typeface="Courier New"/>
                          <a:sym typeface="Courier New"/>
                        </a:rPr>
                        <a:t>00001010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2000"/>
                        <a:buFont typeface="Courier New"/>
                        <a:buNone/>
                      </a:pPr>
                      <a:r>
                        <a:rPr b="1" lang="en-SG" sz="2000" u="none" cap="none" strike="noStrike">
                          <a:latin typeface="Courier New"/>
                          <a:ea typeface="Courier New"/>
                          <a:cs typeface="Courier New"/>
                          <a:sym typeface="Courier New"/>
                        </a:rPr>
                        <a:t>00000000</a:t>
                      </a:r>
                      <a:endParaRPr sz="14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
          <p:cNvSpPr/>
          <p:nvPr/>
        </p:nvSpPr>
        <p:spPr>
          <a:xfrm>
            <a:off x="5001392" y="66080"/>
            <a:ext cx="7920000" cy="4967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SG" sz="2800" u="none" cap="none" strike="noStrike">
                <a:solidFill>
                  <a:srgbClr val="000000"/>
                </a:solidFill>
                <a:latin typeface="Arial"/>
                <a:ea typeface="Arial"/>
                <a:cs typeface="Arial"/>
                <a:sym typeface="Arial"/>
              </a:rPr>
              <a:t> The 5 classes of network : A, B, C, D and 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rgbClr val="000000"/>
              </a:buClr>
              <a:buSzPts val="2800"/>
              <a:buFont typeface="Arial"/>
              <a:buNone/>
            </a:pPr>
            <a:r>
              <a:rPr b="0" i="0" lang="en-SG" sz="2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aphicFrame>
        <p:nvGraphicFramePr>
          <p:cNvPr id="558" name="Google Shape;558;p6"/>
          <p:cNvGraphicFramePr/>
          <p:nvPr/>
        </p:nvGraphicFramePr>
        <p:xfrm>
          <a:off x="216310" y="547884"/>
          <a:ext cx="3000000" cy="3000000"/>
        </p:xfrm>
        <a:graphic>
          <a:graphicData uri="http://schemas.openxmlformats.org/drawingml/2006/table">
            <a:tbl>
              <a:tblPr>
                <a:noFill/>
                <a:tableStyleId>{4BAEEABF-8C47-4AA2-BFFE-9A3FD580DFE8}</a:tableStyleId>
              </a:tblPr>
              <a:tblGrid>
                <a:gridCol w="863600"/>
                <a:gridCol w="1812925"/>
                <a:gridCol w="1700200"/>
                <a:gridCol w="1663700"/>
                <a:gridCol w="1663700"/>
              </a:tblGrid>
              <a:tr h="460375">
                <a:tc>
                  <a:txBody>
                    <a:bodyPr/>
                    <a:lstStyle/>
                    <a:p>
                      <a:pPr indent="0" lvl="0" marL="0" marR="0" rtl="0" algn="ctr">
                        <a:lnSpc>
                          <a:spcPct val="100000"/>
                        </a:lnSpc>
                        <a:spcBef>
                          <a:spcPts val="0"/>
                        </a:spcBef>
                        <a:spcAft>
                          <a:spcPts val="0"/>
                        </a:spcAft>
                        <a:buClr>
                          <a:schemeClr val="accent2"/>
                        </a:buClr>
                        <a:buSzPts val="1800"/>
                        <a:buFont typeface="Arial"/>
                        <a:buNone/>
                      </a:pPr>
                      <a:r>
                        <a:rPr b="1" i="0" lang="en-SG" sz="1800" u="none" cap="none" strike="noStrike">
                          <a:solidFill>
                            <a:schemeClr val="accent2"/>
                          </a:solidFill>
                          <a:latin typeface="Arial"/>
                          <a:ea typeface="Arial"/>
                          <a:cs typeface="Arial"/>
                          <a:sym typeface="Arial"/>
                        </a:rPr>
                        <a:t>Class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2EDCB"/>
                    </a:solidFill>
                  </a:tcPr>
                </a:tc>
                <a:tc>
                  <a:txBody>
                    <a:bodyPr/>
                    <a:lstStyle/>
                    <a:p>
                      <a:pPr indent="0" lvl="0" marL="0" marR="0" rtl="0" algn="ctr">
                        <a:lnSpc>
                          <a:spcPct val="100000"/>
                        </a:lnSpc>
                        <a:spcBef>
                          <a:spcPts val="0"/>
                        </a:spcBef>
                        <a:spcAft>
                          <a:spcPts val="0"/>
                        </a:spcAft>
                        <a:buClr>
                          <a:schemeClr val="accent2"/>
                        </a:buClr>
                        <a:buSzPts val="1800"/>
                        <a:buFont typeface="Arial"/>
                        <a:buNone/>
                      </a:pPr>
                      <a:r>
                        <a:rPr b="1" i="0" lang="en-SG" sz="1800" u="none" cap="none" strike="noStrike">
                          <a:solidFill>
                            <a:schemeClr val="accent2"/>
                          </a:solidFill>
                          <a:latin typeface="Arial"/>
                          <a:ea typeface="Arial"/>
                          <a:cs typeface="Arial"/>
                          <a:sym typeface="Arial"/>
                        </a:rPr>
                        <a:t>1</a:t>
                      </a:r>
                      <a:r>
                        <a:rPr b="1" baseline="30000" i="0" lang="en-SG" sz="1800" u="none" cap="none" strike="noStrike">
                          <a:solidFill>
                            <a:schemeClr val="accent2"/>
                          </a:solidFill>
                          <a:latin typeface="Arial"/>
                          <a:ea typeface="Arial"/>
                          <a:cs typeface="Arial"/>
                          <a:sym typeface="Arial"/>
                        </a:rPr>
                        <a:t>st</a:t>
                      </a:r>
                      <a:r>
                        <a:rPr b="1" i="0" lang="en-SG" sz="1800" u="none" cap="none" strike="noStrike">
                          <a:solidFill>
                            <a:schemeClr val="accent2"/>
                          </a:solidFill>
                          <a:latin typeface="Arial"/>
                          <a:ea typeface="Arial"/>
                          <a:cs typeface="Arial"/>
                          <a:sym typeface="Arial"/>
                        </a:rPr>
                        <a:t> Octet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2EDCB"/>
                    </a:solidFill>
                  </a:tcPr>
                </a:tc>
                <a:tc>
                  <a:txBody>
                    <a:bodyPr/>
                    <a:lstStyle/>
                    <a:p>
                      <a:pPr indent="0" lvl="0" marL="0" marR="0" rtl="0" algn="ctr">
                        <a:lnSpc>
                          <a:spcPct val="100000"/>
                        </a:lnSpc>
                        <a:spcBef>
                          <a:spcPts val="0"/>
                        </a:spcBef>
                        <a:spcAft>
                          <a:spcPts val="0"/>
                        </a:spcAft>
                        <a:buClr>
                          <a:schemeClr val="accent2"/>
                        </a:buClr>
                        <a:buSzPts val="1800"/>
                        <a:buFont typeface="Arial"/>
                        <a:buNone/>
                      </a:pPr>
                      <a:r>
                        <a:rPr b="1" i="0" lang="en-SG" sz="1800" u="none" cap="none" strike="noStrike">
                          <a:solidFill>
                            <a:schemeClr val="accent2"/>
                          </a:solidFill>
                          <a:latin typeface="Arial"/>
                          <a:ea typeface="Arial"/>
                          <a:cs typeface="Arial"/>
                          <a:sym typeface="Arial"/>
                        </a:rPr>
                        <a:t>2</a:t>
                      </a:r>
                      <a:r>
                        <a:rPr b="1" baseline="30000" i="0" lang="en-SG" sz="1800" u="none" cap="none" strike="noStrike">
                          <a:solidFill>
                            <a:schemeClr val="accent2"/>
                          </a:solidFill>
                          <a:latin typeface="Arial"/>
                          <a:ea typeface="Arial"/>
                          <a:cs typeface="Arial"/>
                          <a:sym typeface="Arial"/>
                        </a:rPr>
                        <a:t>nd</a:t>
                      </a:r>
                      <a:r>
                        <a:rPr b="1" i="0" lang="en-SG" sz="1800" u="none" cap="none" strike="noStrike">
                          <a:solidFill>
                            <a:schemeClr val="accent2"/>
                          </a:solidFill>
                          <a:latin typeface="Arial"/>
                          <a:ea typeface="Arial"/>
                          <a:cs typeface="Arial"/>
                          <a:sym typeface="Arial"/>
                        </a:rPr>
                        <a:t> Octet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2EDCB"/>
                    </a:solidFill>
                  </a:tcPr>
                </a:tc>
                <a:tc>
                  <a:txBody>
                    <a:bodyPr/>
                    <a:lstStyle/>
                    <a:p>
                      <a:pPr indent="0" lvl="0" marL="0" marR="0" rtl="0" algn="ctr">
                        <a:lnSpc>
                          <a:spcPct val="100000"/>
                        </a:lnSpc>
                        <a:spcBef>
                          <a:spcPts val="0"/>
                        </a:spcBef>
                        <a:spcAft>
                          <a:spcPts val="0"/>
                        </a:spcAft>
                        <a:buClr>
                          <a:schemeClr val="accent2"/>
                        </a:buClr>
                        <a:buSzPts val="1800"/>
                        <a:buFont typeface="Arial"/>
                        <a:buNone/>
                      </a:pPr>
                      <a:r>
                        <a:rPr b="1" i="0" lang="en-SG" sz="1800" u="none" cap="none" strike="noStrike">
                          <a:solidFill>
                            <a:schemeClr val="accent2"/>
                          </a:solidFill>
                          <a:latin typeface="Arial"/>
                          <a:ea typeface="Arial"/>
                          <a:cs typeface="Arial"/>
                          <a:sym typeface="Arial"/>
                        </a:rPr>
                        <a:t>3</a:t>
                      </a:r>
                      <a:r>
                        <a:rPr b="1" baseline="30000" i="0" lang="en-SG" sz="1800" u="none" cap="none" strike="noStrike">
                          <a:solidFill>
                            <a:schemeClr val="accent2"/>
                          </a:solidFill>
                          <a:latin typeface="Arial"/>
                          <a:ea typeface="Arial"/>
                          <a:cs typeface="Arial"/>
                          <a:sym typeface="Arial"/>
                        </a:rPr>
                        <a:t>rd</a:t>
                      </a:r>
                      <a:r>
                        <a:rPr b="1" i="0" lang="en-SG" sz="1800" u="none" cap="none" strike="noStrike">
                          <a:solidFill>
                            <a:schemeClr val="accent2"/>
                          </a:solidFill>
                          <a:latin typeface="Arial"/>
                          <a:ea typeface="Arial"/>
                          <a:cs typeface="Arial"/>
                          <a:sym typeface="Arial"/>
                        </a:rPr>
                        <a:t> Octet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2EDCB"/>
                    </a:solidFill>
                  </a:tcPr>
                </a:tc>
                <a:tc>
                  <a:txBody>
                    <a:bodyPr/>
                    <a:lstStyle/>
                    <a:p>
                      <a:pPr indent="0" lvl="0" marL="0" marR="0" rtl="0" algn="ctr">
                        <a:lnSpc>
                          <a:spcPct val="100000"/>
                        </a:lnSpc>
                        <a:spcBef>
                          <a:spcPts val="0"/>
                        </a:spcBef>
                        <a:spcAft>
                          <a:spcPts val="0"/>
                        </a:spcAft>
                        <a:buClr>
                          <a:schemeClr val="accent2"/>
                        </a:buClr>
                        <a:buSzPts val="1800"/>
                        <a:buFont typeface="Arial"/>
                        <a:buNone/>
                      </a:pPr>
                      <a:r>
                        <a:rPr b="1" i="0" lang="en-SG" sz="1800" u="none" cap="none" strike="noStrike">
                          <a:solidFill>
                            <a:schemeClr val="accent2"/>
                          </a:solidFill>
                          <a:latin typeface="Arial"/>
                          <a:ea typeface="Arial"/>
                          <a:cs typeface="Arial"/>
                          <a:sym typeface="Arial"/>
                        </a:rPr>
                        <a:t>4</a:t>
                      </a:r>
                      <a:r>
                        <a:rPr b="1" baseline="30000" i="0" lang="en-SG" sz="1800" u="none" cap="none" strike="noStrike">
                          <a:solidFill>
                            <a:schemeClr val="accent2"/>
                          </a:solidFill>
                          <a:latin typeface="Arial"/>
                          <a:ea typeface="Arial"/>
                          <a:cs typeface="Arial"/>
                          <a:sym typeface="Arial"/>
                        </a:rPr>
                        <a:t>th</a:t>
                      </a:r>
                      <a:r>
                        <a:rPr b="1" i="0" lang="en-SG" sz="1800" u="none" cap="none" strike="noStrike">
                          <a:solidFill>
                            <a:schemeClr val="accent2"/>
                          </a:solidFill>
                          <a:latin typeface="Arial"/>
                          <a:ea typeface="Arial"/>
                          <a:cs typeface="Arial"/>
                          <a:sym typeface="Arial"/>
                        </a:rPr>
                        <a:t> Octet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2EDCB"/>
                    </a:solidFill>
                  </a:tcPr>
                </a:tc>
              </a:tr>
              <a:tr h="592150">
                <a:tc>
                  <a:txBody>
                    <a:bodyPr/>
                    <a:lstStyle/>
                    <a:p>
                      <a:pPr indent="0" lvl="0" marL="0" marR="0" rtl="0" algn="ctr">
                        <a:lnSpc>
                          <a:spcPct val="100000"/>
                        </a:lnSpc>
                        <a:spcBef>
                          <a:spcPts val="0"/>
                        </a:spcBef>
                        <a:spcAft>
                          <a:spcPts val="0"/>
                        </a:spcAft>
                        <a:buClr>
                          <a:schemeClr val="dk1"/>
                        </a:buClr>
                        <a:buSzPts val="1800"/>
                        <a:buFont typeface="Arial"/>
                        <a:buNone/>
                      </a:pPr>
                      <a:r>
                        <a:rPr b="1" i="0" lang="en-SG" sz="1800" u="none" cap="none" strike="noStrike">
                          <a:solidFill>
                            <a:schemeClr val="dk1"/>
                          </a:solidFill>
                          <a:latin typeface="Arial"/>
                          <a:ea typeface="Arial"/>
                          <a:cs typeface="Arial"/>
                          <a:sym typeface="Arial"/>
                        </a:rPr>
                        <a:t>A</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rgbClr val="0000FF"/>
                        </a:buClr>
                        <a:buSzPts val="1800"/>
                        <a:buFont typeface="Arial"/>
                        <a:buNone/>
                      </a:pPr>
                      <a:r>
                        <a:rPr b="1" i="0" lang="en-SG" sz="1800" u="sng" cap="none" strike="noStrike">
                          <a:solidFill>
                            <a:srgbClr val="0000FF"/>
                          </a:solidFill>
                          <a:latin typeface="Arial"/>
                          <a:ea typeface="Arial"/>
                          <a:cs typeface="Arial"/>
                          <a:sym typeface="Arial"/>
                        </a:rPr>
                        <a:t>0</a:t>
                      </a:r>
                      <a:r>
                        <a:rPr b="1" i="0" lang="en-SG" sz="1800" u="none" cap="none" strike="noStrike">
                          <a:solidFill>
                            <a:srgbClr val="0000FF"/>
                          </a:solidFill>
                          <a:latin typeface="Arial"/>
                          <a:ea typeface="Arial"/>
                          <a:cs typeface="Arial"/>
                          <a:sym typeface="Arial"/>
                        </a:rPr>
                        <a:t>NNNNNNN</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1800"/>
                        <a:buFont typeface="Arial"/>
                        <a:buNone/>
                      </a:pPr>
                      <a:r>
                        <a:rPr b="1" i="0" lang="en-SG" sz="1800" u="none" cap="none" strike="noStrike">
                          <a:solidFill>
                            <a:srgbClr val="FF3300"/>
                          </a:solidFill>
                          <a:latin typeface="Arial"/>
                          <a:ea typeface="Arial"/>
                          <a:cs typeface="Arial"/>
                          <a:sym typeface="Arial"/>
                        </a:rPr>
                        <a:t>HHHHHHHH</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1800"/>
                        <a:buFont typeface="Arial"/>
                        <a:buNone/>
                      </a:pPr>
                      <a:r>
                        <a:rPr b="1" i="0" lang="en-SG" sz="1800" u="none" cap="none" strike="noStrike">
                          <a:solidFill>
                            <a:srgbClr val="FF3300"/>
                          </a:solidFill>
                          <a:latin typeface="Arial"/>
                          <a:ea typeface="Arial"/>
                          <a:cs typeface="Arial"/>
                          <a:sym typeface="Arial"/>
                        </a:rPr>
                        <a:t>HHHHHHHH</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1800"/>
                        <a:buFont typeface="Arial"/>
                        <a:buNone/>
                      </a:pPr>
                      <a:r>
                        <a:rPr b="1" i="0" lang="en-SG" sz="1800" u="none" cap="none" strike="noStrike">
                          <a:solidFill>
                            <a:srgbClr val="FF3300"/>
                          </a:solidFill>
                          <a:latin typeface="Arial"/>
                          <a:ea typeface="Arial"/>
                          <a:cs typeface="Arial"/>
                          <a:sym typeface="Arial"/>
                        </a:rPr>
                        <a:t>HHHHHHHH</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2150">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rgbClr val="FF3300"/>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8975">
                <a:tc>
                  <a:txBody>
                    <a:bodyPr/>
                    <a:lstStyle/>
                    <a:p>
                      <a:pPr indent="0" lvl="0" marL="0" marR="0" rtl="0" algn="ctr">
                        <a:lnSpc>
                          <a:spcPct val="100000"/>
                        </a:lnSpc>
                        <a:spcBef>
                          <a:spcPts val="0"/>
                        </a:spcBef>
                        <a:spcAft>
                          <a:spcPts val="0"/>
                        </a:spcAft>
                        <a:buClr>
                          <a:schemeClr val="dk1"/>
                        </a:buClr>
                        <a:buSzPts val="1800"/>
                        <a:buFont typeface="Arial"/>
                        <a:buNone/>
                      </a:pPr>
                      <a:r>
                        <a:rPr b="1" i="0" lang="en-SG" sz="1800" u="none" cap="none" strike="noStrike">
                          <a:solidFill>
                            <a:schemeClr val="dk1"/>
                          </a:solidFill>
                          <a:latin typeface="Arial"/>
                          <a:ea typeface="Arial"/>
                          <a:cs typeface="Arial"/>
                          <a:sym typeface="Arial"/>
                        </a:rPr>
                        <a:t>B</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rgbClr val="0000FF"/>
                        </a:buClr>
                        <a:buSzPts val="1800"/>
                        <a:buFont typeface="Arial"/>
                        <a:buNone/>
                      </a:pPr>
                      <a:r>
                        <a:rPr b="1" i="0" lang="en-SG" sz="1800" u="sng" cap="none" strike="noStrike">
                          <a:solidFill>
                            <a:srgbClr val="0000FF"/>
                          </a:solidFill>
                          <a:latin typeface="Arial"/>
                          <a:ea typeface="Arial"/>
                          <a:cs typeface="Arial"/>
                          <a:sym typeface="Arial"/>
                        </a:rPr>
                        <a:t>10</a:t>
                      </a:r>
                      <a:r>
                        <a:rPr b="1" i="0" lang="en-SG" sz="1800" u="none" cap="none" strike="noStrike">
                          <a:solidFill>
                            <a:srgbClr val="0000FF"/>
                          </a:solidFill>
                          <a:latin typeface="Arial"/>
                          <a:ea typeface="Arial"/>
                          <a:cs typeface="Arial"/>
                          <a:sym typeface="Arial"/>
                        </a:rPr>
                        <a:t>NNNNNN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Arial"/>
                        <a:buNone/>
                      </a:pPr>
                      <a:r>
                        <a:rPr b="1" i="0" lang="en-SG" sz="1800" u="none" cap="none" strike="noStrike">
                          <a:solidFill>
                            <a:srgbClr val="0000FF"/>
                          </a:solidFill>
                          <a:latin typeface="Arial"/>
                          <a:ea typeface="Arial"/>
                          <a:cs typeface="Arial"/>
                          <a:sym typeface="Arial"/>
                        </a:rPr>
                        <a:t>NNNNNNNN</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1800"/>
                        <a:buFont typeface="Arial"/>
                        <a:buNone/>
                      </a:pPr>
                      <a:r>
                        <a:rPr b="1" i="0" lang="en-SG" sz="1800" u="none" cap="none" strike="noStrike">
                          <a:solidFill>
                            <a:srgbClr val="FF3300"/>
                          </a:solidFill>
                          <a:latin typeface="Arial"/>
                          <a:ea typeface="Arial"/>
                          <a:cs typeface="Arial"/>
                          <a:sym typeface="Arial"/>
                        </a:rPr>
                        <a:t>HHHHHHHH</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1800"/>
                        <a:buFont typeface="Arial"/>
                        <a:buNone/>
                      </a:pPr>
                      <a:r>
                        <a:rPr b="1" i="0" lang="en-SG" sz="1800" u="none" cap="none" strike="noStrike">
                          <a:solidFill>
                            <a:srgbClr val="FF3300"/>
                          </a:solidFill>
                          <a:latin typeface="Arial"/>
                          <a:ea typeface="Arial"/>
                          <a:cs typeface="Arial"/>
                          <a:sym typeface="Arial"/>
                        </a:rPr>
                        <a:t>HHHHHHHH</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8975">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rgbClr val="FF3300"/>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ctr">
                        <a:lnSpc>
                          <a:spcPct val="100000"/>
                        </a:lnSpc>
                        <a:spcBef>
                          <a:spcPts val="0"/>
                        </a:spcBef>
                        <a:spcAft>
                          <a:spcPts val="0"/>
                        </a:spcAft>
                        <a:buClr>
                          <a:schemeClr val="dk1"/>
                        </a:buClr>
                        <a:buSzPts val="1800"/>
                        <a:buFont typeface="Arial"/>
                        <a:buNone/>
                      </a:pPr>
                      <a:r>
                        <a:rPr b="1" i="0" lang="en-SG" sz="1800" u="none" cap="none" strike="noStrike">
                          <a:solidFill>
                            <a:schemeClr val="dk1"/>
                          </a:solidFill>
                          <a:latin typeface="Arial"/>
                          <a:ea typeface="Arial"/>
                          <a:cs typeface="Arial"/>
                          <a:sym typeface="Arial"/>
                        </a:rPr>
                        <a:t>C</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rgbClr val="0000FF"/>
                        </a:buClr>
                        <a:buSzPts val="1800"/>
                        <a:buFont typeface="Arial"/>
                        <a:buNone/>
                      </a:pPr>
                      <a:r>
                        <a:rPr b="1" i="0" lang="en-SG" sz="1800" u="sng" cap="none" strike="noStrike">
                          <a:solidFill>
                            <a:srgbClr val="0000FF"/>
                          </a:solidFill>
                          <a:latin typeface="Arial"/>
                          <a:ea typeface="Arial"/>
                          <a:cs typeface="Arial"/>
                          <a:sym typeface="Arial"/>
                        </a:rPr>
                        <a:t>110</a:t>
                      </a:r>
                      <a:r>
                        <a:rPr b="1" i="0" lang="en-SG" sz="1800" u="none" cap="none" strike="noStrike">
                          <a:solidFill>
                            <a:srgbClr val="0000FF"/>
                          </a:solidFill>
                          <a:latin typeface="Arial"/>
                          <a:ea typeface="Arial"/>
                          <a:cs typeface="Arial"/>
                          <a:sym typeface="Arial"/>
                        </a:rPr>
                        <a:t>NNNNN</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Arial"/>
                        <a:buNone/>
                      </a:pPr>
                      <a:r>
                        <a:rPr b="1" i="0" lang="en-SG" sz="1800" u="none" cap="none" strike="noStrike">
                          <a:solidFill>
                            <a:srgbClr val="0000FF"/>
                          </a:solidFill>
                          <a:latin typeface="Arial"/>
                          <a:ea typeface="Arial"/>
                          <a:cs typeface="Arial"/>
                          <a:sym typeface="Arial"/>
                        </a:rPr>
                        <a:t>NNNNNNNN</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Arial"/>
                        <a:buNone/>
                      </a:pPr>
                      <a:r>
                        <a:rPr b="1" i="0" lang="en-SG" sz="1800" u="none" cap="none" strike="noStrike">
                          <a:solidFill>
                            <a:srgbClr val="0000FF"/>
                          </a:solidFill>
                          <a:latin typeface="Arial"/>
                          <a:ea typeface="Arial"/>
                          <a:cs typeface="Arial"/>
                          <a:sym typeface="Arial"/>
                        </a:rPr>
                        <a:t>NNNNNNNN</a:t>
                      </a:r>
                      <a:r>
                        <a:rPr b="1" i="0" lang="en-SG" sz="1800" u="none" cap="none" strike="noStrike">
                          <a:solidFill>
                            <a:schemeClr val="dk1"/>
                          </a:solidFill>
                          <a:latin typeface="Arial"/>
                          <a:ea typeface="Arial"/>
                          <a:cs typeface="Arial"/>
                          <a:sym typeface="Arial"/>
                        </a:rPr>
                        <a:t> </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1800"/>
                        <a:buFont typeface="Arial"/>
                        <a:buNone/>
                      </a:pPr>
                      <a:r>
                        <a:rPr b="1" i="0" lang="en-SG" sz="1800" u="none" cap="none" strike="noStrike">
                          <a:solidFill>
                            <a:srgbClr val="FF3300"/>
                          </a:solidFill>
                          <a:latin typeface="Arial"/>
                          <a:ea typeface="Arial"/>
                          <a:cs typeface="Arial"/>
                          <a:sym typeface="Arial"/>
                        </a:rPr>
                        <a:t>HHHHHHHH</a:t>
                      </a:r>
                      <a:endParaRPr sz="1400" u="none" cap="none" strike="noStrike"/>
                    </a:p>
                  </a:txBody>
                  <a:tcPr marT="468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90550">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folHlink"/>
                    </a:solidFill>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rgbClr val="FF3300"/>
                        </a:solidFill>
                        <a:latin typeface="Arial"/>
                        <a:ea typeface="Arial"/>
                        <a:cs typeface="Arial"/>
                        <a:sym typeface="Arial"/>
                      </a:endParaRPr>
                    </a:p>
                  </a:txBody>
                  <a:tcPr marT="46800" marB="46800" marR="90000" marL="90000"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aphicFrame>
        <p:nvGraphicFramePr>
          <p:cNvPr id="559" name="Google Shape;559;p6"/>
          <p:cNvGraphicFramePr/>
          <p:nvPr/>
        </p:nvGraphicFramePr>
        <p:xfrm>
          <a:off x="216310" y="4565853"/>
          <a:ext cx="3000000" cy="3000000"/>
        </p:xfrm>
        <a:graphic>
          <a:graphicData uri="http://schemas.openxmlformats.org/drawingml/2006/table">
            <a:tbl>
              <a:tblPr>
                <a:noFill/>
                <a:tableStyleId>{4BAEEABF-8C47-4AA2-BFFE-9A3FD580DFE8}</a:tableStyleId>
              </a:tblPr>
              <a:tblGrid>
                <a:gridCol w="1176075"/>
                <a:gridCol w="2739325"/>
                <a:gridCol w="1649675"/>
                <a:gridCol w="1504325"/>
                <a:gridCol w="2074600"/>
                <a:gridCol w="2595725"/>
              </a:tblGrid>
              <a:tr h="482750">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Class</a:t>
                      </a:r>
                      <a:endParaRPr sz="1400" u="none" cap="none" strike="noStrike"/>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Leading Bits</a:t>
                      </a:r>
                      <a:endParaRPr sz="1400" u="none" cap="none" strike="noStrike"/>
                    </a:p>
                    <a:p>
                      <a:pPr indent="0" lvl="0" marL="0" marR="0" rtl="0" algn="ctr">
                        <a:lnSpc>
                          <a:spcPct val="100000"/>
                        </a:lnSpc>
                        <a:spcBef>
                          <a:spcPts val="48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(1</a:t>
                      </a:r>
                      <a:r>
                        <a:rPr b="1" baseline="30000" i="0" lang="en-SG" sz="2400" u="none" cap="none" strike="noStrike">
                          <a:solidFill>
                            <a:schemeClr val="dk1"/>
                          </a:solidFill>
                          <a:latin typeface="Arial"/>
                          <a:ea typeface="Arial"/>
                          <a:cs typeface="Arial"/>
                          <a:sym typeface="Arial"/>
                        </a:rPr>
                        <a:t>st</a:t>
                      </a:r>
                      <a:r>
                        <a:rPr b="1" i="0" lang="en-SG" sz="2400" u="none" cap="none" strike="noStrike">
                          <a:solidFill>
                            <a:schemeClr val="dk1"/>
                          </a:solidFill>
                          <a:latin typeface="Arial"/>
                          <a:ea typeface="Arial"/>
                          <a:cs typeface="Arial"/>
                          <a:sym typeface="Arial"/>
                        </a:rPr>
                        <a:t> Octet)</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Network </a:t>
                      </a:r>
                      <a:endParaRPr sz="1400" u="none" cap="none" strike="noStrike"/>
                    </a:p>
                    <a:p>
                      <a:pPr indent="0" lvl="0" marL="0" marR="0" rtl="0" algn="ctr">
                        <a:lnSpc>
                          <a:spcPct val="100000"/>
                        </a:lnSpc>
                        <a:spcBef>
                          <a:spcPts val="48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Bits</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Host </a:t>
                      </a:r>
                      <a:endParaRPr sz="1400" u="none" cap="none" strike="noStrike"/>
                    </a:p>
                    <a:p>
                      <a:pPr indent="0" lvl="0" marL="0" marR="0" rtl="0" algn="ctr">
                        <a:lnSpc>
                          <a:spcPct val="100000"/>
                        </a:lnSpc>
                        <a:spcBef>
                          <a:spcPts val="48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Bits</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Start Address</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End Address</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050">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A</a:t>
                      </a:r>
                      <a:endParaRPr sz="1400" u="none" cap="none" strike="noStrike"/>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0 (0 to 127)</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2400"/>
                        <a:buFont typeface="Arial"/>
                        <a:buNone/>
                      </a:pPr>
                      <a:r>
                        <a:rPr b="0" i="0" lang="en-SG" sz="2400" u="none" cap="none" strike="noStrike">
                          <a:solidFill>
                            <a:srgbClr val="0000FF"/>
                          </a:solidFill>
                          <a:latin typeface="Arial"/>
                          <a:ea typeface="Arial"/>
                          <a:cs typeface="Arial"/>
                          <a:sym typeface="Arial"/>
                        </a:rPr>
                        <a:t>7</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2400"/>
                        <a:buFont typeface="Arial"/>
                        <a:buNone/>
                      </a:pPr>
                      <a:r>
                        <a:rPr b="0" i="0" lang="en-SG" sz="2400" u="none" cap="none" strike="noStrike">
                          <a:solidFill>
                            <a:srgbClr val="FF3300"/>
                          </a:solidFill>
                          <a:latin typeface="Arial"/>
                          <a:ea typeface="Arial"/>
                          <a:cs typeface="Arial"/>
                          <a:sym typeface="Arial"/>
                        </a:rPr>
                        <a:t>24</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0.0.0.0</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127.255.255.255</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050">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B</a:t>
                      </a:r>
                      <a:endParaRPr sz="1400" u="none" cap="none" strike="noStrike"/>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10 (128 to 191)</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2400"/>
                        <a:buFont typeface="Arial"/>
                        <a:buNone/>
                      </a:pPr>
                      <a:r>
                        <a:rPr b="0" i="0" lang="en-SG" sz="2400" u="none" cap="none" strike="noStrike">
                          <a:solidFill>
                            <a:srgbClr val="0000FF"/>
                          </a:solidFill>
                          <a:latin typeface="Arial"/>
                          <a:ea typeface="Arial"/>
                          <a:cs typeface="Arial"/>
                          <a:sym typeface="Arial"/>
                        </a:rPr>
                        <a:t>14</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2400"/>
                        <a:buFont typeface="Arial"/>
                        <a:buNone/>
                      </a:pPr>
                      <a:r>
                        <a:rPr b="0" i="0" lang="en-SG" sz="2400" u="none" cap="none" strike="noStrike">
                          <a:solidFill>
                            <a:srgbClr val="FF3300"/>
                          </a:solidFill>
                          <a:latin typeface="Arial"/>
                          <a:ea typeface="Arial"/>
                          <a:cs typeface="Arial"/>
                          <a:sym typeface="Arial"/>
                        </a:rPr>
                        <a:t>16</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128.0.0.0</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191.255.255.255</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7050">
                <a:tc>
                  <a:txBody>
                    <a:bodyPr/>
                    <a:lstStyle/>
                    <a:p>
                      <a:pPr indent="0" lvl="0" marL="0" marR="0" rtl="0" algn="ctr">
                        <a:lnSpc>
                          <a:spcPct val="100000"/>
                        </a:lnSpc>
                        <a:spcBef>
                          <a:spcPts val="0"/>
                        </a:spcBef>
                        <a:spcAft>
                          <a:spcPts val="0"/>
                        </a:spcAft>
                        <a:buClr>
                          <a:schemeClr val="dk1"/>
                        </a:buClr>
                        <a:buSzPts val="2400"/>
                        <a:buFont typeface="Arial"/>
                        <a:buNone/>
                      </a:pPr>
                      <a:r>
                        <a:rPr b="1" i="0" lang="en-SG" sz="2400" u="none" cap="none" strike="noStrike">
                          <a:solidFill>
                            <a:schemeClr val="dk1"/>
                          </a:solidFill>
                          <a:latin typeface="Arial"/>
                          <a:ea typeface="Arial"/>
                          <a:cs typeface="Arial"/>
                          <a:sym typeface="Arial"/>
                        </a:rPr>
                        <a:t>C</a:t>
                      </a:r>
                      <a:endParaRPr sz="1400" u="none" cap="none" strike="noStrike"/>
                    </a:p>
                  </a:txBody>
                  <a:tcPr marT="45700" marB="45700"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110 (192 to 223)</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2400"/>
                        <a:buFont typeface="Arial"/>
                        <a:buNone/>
                      </a:pPr>
                      <a:r>
                        <a:rPr b="0" i="0" lang="en-SG" sz="2400" u="none" cap="none" strike="noStrike">
                          <a:solidFill>
                            <a:srgbClr val="0000FF"/>
                          </a:solidFill>
                          <a:latin typeface="Arial"/>
                          <a:ea typeface="Arial"/>
                          <a:cs typeface="Arial"/>
                          <a:sym typeface="Arial"/>
                        </a:rPr>
                        <a:t>21</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3300"/>
                        </a:buClr>
                        <a:buSzPts val="2400"/>
                        <a:buFont typeface="Arial"/>
                        <a:buNone/>
                      </a:pPr>
                      <a:r>
                        <a:rPr b="0" i="0" lang="en-SG" sz="2400" u="none" cap="none" strike="noStrike">
                          <a:solidFill>
                            <a:srgbClr val="FF3300"/>
                          </a:solidFill>
                          <a:latin typeface="Arial"/>
                          <a:ea typeface="Arial"/>
                          <a:cs typeface="Arial"/>
                          <a:sym typeface="Arial"/>
                        </a:rPr>
                        <a:t>8</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192.0.0.0</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Arial"/>
                        <a:buNone/>
                      </a:pPr>
                      <a:r>
                        <a:rPr b="0" i="0" lang="en-SG" sz="2400" u="none" cap="none" strike="noStrike">
                          <a:solidFill>
                            <a:schemeClr val="dk1"/>
                          </a:solidFill>
                          <a:latin typeface="Arial"/>
                          <a:ea typeface="Arial"/>
                          <a:cs typeface="Arial"/>
                          <a:sym typeface="Arial"/>
                        </a:rPr>
                        <a:t>223.255.255.255</a:t>
                      </a:r>
                      <a:endParaRPr sz="1400" u="none" cap="none" strike="noStrike"/>
                    </a:p>
                  </a:txBody>
                  <a:tcPr marT="45700" marB="45700"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560" name="Google Shape;560;p6"/>
          <p:cNvSpPr txBox="1"/>
          <p:nvPr/>
        </p:nvSpPr>
        <p:spPr>
          <a:xfrm>
            <a:off x="73834" y="-260548"/>
            <a:ext cx="10938900" cy="8775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Black"/>
              <a:buNone/>
            </a:pPr>
            <a:r>
              <a:rPr b="0" i="0" lang="en-SG" sz="3600" u="none" cap="none" strike="noStrike">
                <a:solidFill>
                  <a:srgbClr val="000000"/>
                </a:solidFill>
                <a:latin typeface="Arial Black"/>
                <a:ea typeface="Arial Black"/>
                <a:cs typeface="Arial Black"/>
                <a:sym typeface="Arial Black"/>
              </a:rPr>
              <a:t>Class of IP Address</a:t>
            </a:r>
            <a:endParaRPr b="0" i="0" sz="3600" u="none" cap="none" strike="noStrike">
              <a:solidFill>
                <a:srgbClr val="000000"/>
              </a:solidFill>
              <a:latin typeface="Arial Black"/>
              <a:ea typeface="Arial Black"/>
              <a:cs typeface="Arial Black"/>
              <a:sym typeface="Arial Black"/>
            </a:endParaRPr>
          </a:p>
        </p:txBody>
      </p:sp>
      <p:sp>
        <p:nvSpPr>
          <p:cNvPr id="561" name="Google Shape;561;p6"/>
          <p:cNvSpPr/>
          <p:nvPr/>
        </p:nvSpPr>
        <p:spPr>
          <a:xfrm>
            <a:off x="8035653" y="3919522"/>
            <a:ext cx="41562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D :  MULTICAST ADDRESS (1110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E:   EXPERIMENTAL (1111 ...)</a:t>
            </a:r>
            <a:endParaRPr b="0" i="0" sz="1400" u="none" cap="none" strike="noStrike">
              <a:solidFill>
                <a:srgbClr val="000000"/>
              </a:solidFill>
              <a:latin typeface="Arial"/>
              <a:ea typeface="Arial"/>
              <a:cs typeface="Arial"/>
              <a:sym typeface="Arial"/>
            </a:endParaRPr>
          </a:p>
        </p:txBody>
      </p:sp>
      <p:sp>
        <p:nvSpPr>
          <p:cNvPr id="562" name="Google Shape;562;p6"/>
          <p:cNvSpPr txBox="1"/>
          <p:nvPr/>
        </p:nvSpPr>
        <p:spPr>
          <a:xfrm>
            <a:off x="7920447" y="1134431"/>
            <a:ext cx="19929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SG" sz="1800" u="none" cap="none" strike="noStrike">
                <a:solidFill>
                  <a:srgbClr val="0000FF"/>
                </a:solidFill>
                <a:latin typeface="Arial"/>
                <a:ea typeface="Arial"/>
                <a:cs typeface="Arial"/>
                <a:sym typeface="Arial"/>
              </a:rPr>
              <a:t>N – Network bits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SG" sz="1800" u="none" cap="none" strike="noStrike">
                <a:solidFill>
                  <a:srgbClr val="FF3300"/>
                </a:solidFill>
                <a:latin typeface="Arial"/>
                <a:ea typeface="Arial"/>
                <a:cs typeface="Arial"/>
                <a:sym typeface="Arial"/>
              </a:rPr>
              <a:t>H – Host bits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SG"/>
              <a:t>‹#›</a:t>
            </a:fld>
            <a:endParaRPr/>
          </a:p>
        </p:txBody>
      </p:sp>
      <p:graphicFrame>
        <p:nvGraphicFramePr>
          <p:cNvPr id="568" name="Google Shape;568;p8"/>
          <p:cNvGraphicFramePr/>
          <p:nvPr/>
        </p:nvGraphicFramePr>
        <p:xfrm>
          <a:off x="1106558" y="247321"/>
          <a:ext cx="3000000" cy="3000000"/>
        </p:xfrm>
        <a:graphic>
          <a:graphicData uri="http://schemas.openxmlformats.org/drawingml/2006/table">
            <a:tbl>
              <a:tblPr bandRow="1" firstRow="1">
                <a:noFill/>
                <a:tableStyleId>{CAE8BCA4-CB77-42E6-A089-AC88FC48F14B}</a:tableStyleId>
              </a:tblPr>
              <a:tblGrid>
                <a:gridCol w="3123725"/>
                <a:gridCol w="3123725"/>
                <a:gridCol w="31237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Class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Number of Networks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Number of Hosts in Network</a:t>
                      </a:r>
                      <a:endParaRPr sz="1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2⁷ = 128</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2²⁴ – 2 = 16,777,214</a:t>
                      </a:r>
                      <a:endParaRPr sz="1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B</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2¹⁴ = 16,384</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2¹⁶ – 2 = 65,534</a:t>
                      </a:r>
                      <a:endParaRPr sz="1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C</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2²¹ = 2,097,152</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2⁸ – 2 = 254</a:t>
                      </a:r>
                      <a:endParaRPr sz="1800" u="none" cap="none" strike="noStrike"/>
                    </a:p>
                  </a:txBody>
                  <a:tcPr marT="45725" marB="45725" marR="91450" marL="91450"/>
                </a:tc>
              </a:tr>
            </a:tbl>
          </a:graphicData>
        </a:graphic>
      </p:graphicFrame>
      <p:sp>
        <p:nvSpPr>
          <p:cNvPr id="569" name="Google Shape;569;p8"/>
          <p:cNvSpPr/>
          <p:nvPr/>
        </p:nvSpPr>
        <p:spPr>
          <a:xfrm>
            <a:off x="420283" y="2084378"/>
            <a:ext cx="11580600" cy="4691400"/>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INTERNET</a:t>
            </a:r>
            <a:endParaRPr b="0" i="0" sz="1400" u="none" cap="none" strike="noStrike">
              <a:solidFill>
                <a:srgbClr val="000000"/>
              </a:solidFill>
              <a:latin typeface="Arial"/>
              <a:ea typeface="Arial"/>
              <a:cs typeface="Arial"/>
              <a:sym typeface="Arial"/>
            </a:endParaRPr>
          </a:p>
        </p:txBody>
      </p:sp>
      <p:sp>
        <p:nvSpPr>
          <p:cNvPr id="570" name="Google Shape;570;p8"/>
          <p:cNvSpPr/>
          <p:nvPr/>
        </p:nvSpPr>
        <p:spPr>
          <a:xfrm>
            <a:off x="1669311" y="2674088"/>
            <a:ext cx="3338700" cy="1812900"/>
          </a:xfrm>
          <a:prstGeom prst="ellipse">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SG" sz="2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SG" sz="2000" u="none" cap="none" strike="noStrike">
                <a:solidFill>
                  <a:schemeClr val="lt1"/>
                </a:solidFill>
                <a:latin typeface="Arial"/>
                <a:ea typeface="Arial"/>
                <a:cs typeface="Arial"/>
                <a:sym typeface="Arial"/>
              </a:rPr>
              <a:t>10.0.0.0/255.0.0.0</a:t>
            </a:r>
            <a:endParaRPr b="0" i="0" sz="2000" u="none" cap="none" strike="noStrike">
              <a:solidFill>
                <a:schemeClr val="lt1"/>
              </a:solidFill>
              <a:latin typeface="Arial"/>
              <a:ea typeface="Arial"/>
              <a:cs typeface="Arial"/>
              <a:sym typeface="Arial"/>
            </a:endParaRPr>
          </a:p>
        </p:txBody>
      </p:sp>
      <p:sp>
        <p:nvSpPr>
          <p:cNvPr id="571" name="Google Shape;571;p8"/>
          <p:cNvSpPr/>
          <p:nvPr/>
        </p:nvSpPr>
        <p:spPr>
          <a:xfrm>
            <a:off x="2453522" y="4724867"/>
            <a:ext cx="3338700" cy="1812900"/>
          </a:xfrm>
          <a:prstGeom prst="ellipse">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SG" sz="2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SG" sz="2000" u="none" cap="none" strike="noStrike">
                <a:solidFill>
                  <a:schemeClr val="lt1"/>
                </a:solidFill>
                <a:latin typeface="Arial"/>
                <a:ea typeface="Arial"/>
                <a:cs typeface="Arial"/>
                <a:sym typeface="Arial"/>
              </a:rPr>
              <a:t>11.0.0.0/255.0.0.0</a:t>
            </a:r>
            <a:endParaRPr b="0" i="0" sz="2000" u="none" cap="none" strike="noStrike">
              <a:solidFill>
                <a:schemeClr val="lt1"/>
              </a:solidFill>
              <a:latin typeface="Arial"/>
              <a:ea typeface="Arial"/>
              <a:cs typeface="Arial"/>
              <a:sym typeface="Arial"/>
            </a:endParaRPr>
          </a:p>
        </p:txBody>
      </p:sp>
      <p:sp>
        <p:nvSpPr>
          <p:cNvPr id="572" name="Google Shape;572;p8"/>
          <p:cNvSpPr/>
          <p:nvPr/>
        </p:nvSpPr>
        <p:spPr>
          <a:xfrm>
            <a:off x="8610600" y="3719622"/>
            <a:ext cx="3338700" cy="1812900"/>
          </a:xfrm>
          <a:prstGeom prst="ellipse">
            <a:avLst/>
          </a:prstGeom>
          <a:solidFill>
            <a:schemeClr val="accent1"/>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SG" sz="2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SG" sz="2000" u="none" cap="none" strike="noStrike">
                <a:solidFill>
                  <a:schemeClr val="lt1"/>
                </a:solidFill>
                <a:latin typeface="Arial"/>
                <a:ea typeface="Arial"/>
                <a:cs typeface="Arial"/>
                <a:sym typeface="Arial"/>
              </a:rPr>
              <a:t>20.0.0.0/255.0.0.0</a:t>
            </a:r>
            <a:endParaRPr b="0" i="0" sz="2000" u="none" cap="none" strike="noStrike">
              <a:solidFill>
                <a:schemeClr val="lt1"/>
              </a:solidFill>
              <a:latin typeface="Arial"/>
              <a:ea typeface="Arial"/>
              <a:cs typeface="Arial"/>
              <a:sym typeface="Arial"/>
            </a:endParaRPr>
          </a:p>
        </p:txBody>
      </p:sp>
      <p:sp>
        <p:nvSpPr>
          <p:cNvPr id="573" name="Google Shape;573;p8"/>
          <p:cNvSpPr/>
          <p:nvPr/>
        </p:nvSpPr>
        <p:spPr>
          <a:xfrm>
            <a:off x="5688420" y="2674088"/>
            <a:ext cx="2062800" cy="1045500"/>
          </a:xfrm>
          <a:prstGeom prst="ellipse">
            <a:avLst/>
          </a:prstGeom>
          <a:solidFill>
            <a:schemeClr val="accent4"/>
          </a:solidFill>
          <a:ln cap="flat" cmpd="sng" w="25400">
            <a:solidFill>
              <a:srgbClr val="6B51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dk1"/>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dk1"/>
                </a:solidFill>
                <a:latin typeface="Arial"/>
                <a:ea typeface="Arial"/>
                <a:cs typeface="Arial"/>
                <a:sym typeface="Arial"/>
              </a:rPr>
              <a:t>132.1.0.0/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dk1"/>
                </a:solidFill>
                <a:latin typeface="Arial"/>
                <a:ea typeface="Arial"/>
                <a:cs typeface="Arial"/>
                <a:sym typeface="Arial"/>
              </a:rPr>
              <a:t>255.255.0.0</a:t>
            </a:r>
            <a:endParaRPr b="0" i="0" sz="1600" u="none" cap="none" strike="noStrike">
              <a:solidFill>
                <a:schemeClr val="dk1"/>
              </a:solidFill>
              <a:latin typeface="Arial"/>
              <a:ea typeface="Arial"/>
              <a:cs typeface="Arial"/>
              <a:sym typeface="Arial"/>
            </a:endParaRPr>
          </a:p>
        </p:txBody>
      </p:sp>
      <p:sp>
        <p:nvSpPr>
          <p:cNvPr id="574" name="Google Shape;574;p8"/>
          <p:cNvSpPr/>
          <p:nvPr/>
        </p:nvSpPr>
        <p:spPr>
          <a:xfrm>
            <a:off x="5900894" y="5631293"/>
            <a:ext cx="2062800" cy="1045500"/>
          </a:xfrm>
          <a:prstGeom prst="ellipse">
            <a:avLst/>
          </a:prstGeom>
          <a:solidFill>
            <a:schemeClr val="accent4"/>
          </a:solidFill>
          <a:ln cap="flat" cmpd="sng" w="25400">
            <a:solidFill>
              <a:srgbClr val="6B51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dk1"/>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dk1"/>
                </a:solidFill>
                <a:latin typeface="Arial"/>
                <a:ea typeface="Arial"/>
                <a:cs typeface="Arial"/>
                <a:sym typeface="Arial"/>
              </a:rPr>
              <a:t>132.2.0.0/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dk1"/>
                </a:solidFill>
                <a:latin typeface="Arial"/>
                <a:ea typeface="Arial"/>
                <a:cs typeface="Arial"/>
                <a:sym typeface="Arial"/>
              </a:rPr>
              <a:t>255.255.0.0</a:t>
            </a:r>
            <a:endParaRPr b="0" i="0" sz="1600" u="none" cap="none" strike="noStrike">
              <a:solidFill>
                <a:schemeClr val="dk1"/>
              </a:solidFill>
              <a:latin typeface="Arial"/>
              <a:ea typeface="Arial"/>
              <a:cs typeface="Arial"/>
              <a:sym typeface="Arial"/>
            </a:endParaRPr>
          </a:p>
        </p:txBody>
      </p:sp>
      <p:sp>
        <p:nvSpPr>
          <p:cNvPr id="575" name="Google Shape;575;p8"/>
          <p:cNvSpPr/>
          <p:nvPr/>
        </p:nvSpPr>
        <p:spPr>
          <a:xfrm>
            <a:off x="6651609" y="3786565"/>
            <a:ext cx="1631100" cy="806700"/>
          </a:xfrm>
          <a:prstGeom prst="ellipse">
            <a:avLst/>
          </a:prstGeom>
          <a:solidFill>
            <a:srgbClr val="C4E0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199.19.1.0/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255.255.255.0</a:t>
            </a:r>
            <a:endParaRPr b="0" i="0" sz="1200" u="none" cap="none" strike="noStrike">
              <a:solidFill>
                <a:schemeClr val="dk1"/>
              </a:solidFill>
              <a:latin typeface="Arial"/>
              <a:ea typeface="Arial"/>
              <a:cs typeface="Arial"/>
              <a:sym typeface="Arial"/>
            </a:endParaRPr>
          </a:p>
        </p:txBody>
      </p:sp>
      <p:sp>
        <p:nvSpPr>
          <p:cNvPr id="576" name="Google Shape;576;p8"/>
          <p:cNvSpPr/>
          <p:nvPr/>
        </p:nvSpPr>
        <p:spPr>
          <a:xfrm>
            <a:off x="8297704" y="2569241"/>
            <a:ext cx="1631100" cy="806700"/>
          </a:xfrm>
          <a:prstGeom prst="ellipse">
            <a:avLst/>
          </a:prstGeom>
          <a:solidFill>
            <a:srgbClr val="C4E0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199.19.2.0/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255.255.255.0</a:t>
            </a:r>
            <a:endParaRPr b="0" i="0" sz="1200" u="none" cap="none" strike="noStrike">
              <a:solidFill>
                <a:schemeClr val="dk1"/>
              </a:solidFill>
              <a:latin typeface="Arial"/>
              <a:ea typeface="Arial"/>
              <a:cs typeface="Arial"/>
              <a:sym typeface="Arial"/>
            </a:endParaRPr>
          </a:p>
        </p:txBody>
      </p:sp>
      <p:sp>
        <p:nvSpPr>
          <p:cNvPr id="577" name="Google Shape;577;p8"/>
          <p:cNvSpPr/>
          <p:nvPr/>
        </p:nvSpPr>
        <p:spPr>
          <a:xfrm>
            <a:off x="8282763" y="5442855"/>
            <a:ext cx="1631100" cy="806700"/>
          </a:xfrm>
          <a:prstGeom prst="ellipse">
            <a:avLst/>
          </a:prstGeom>
          <a:solidFill>
            <a:srgbClr val="C4E0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200.19.2.0/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255.255.255.0</a:t>
            </a:r>
            <a:endParaRPr b="0" i="0" sz="1200" u="none" cap="none" strike="noStrike">
              <a:solidFill>
                <a:schemeClr val="dk1"/>
              </a:solidFill>
              <a:latin typeface="Arial"/>
              <a:ea typeface="Arial"/>
              <a:cs typeface="Arial"/>
              <a:sym typeface="Arial"/>
            </a:endParaRPr>
          </a:p>
        </p:txBody>
      </p:sp>
      <p:sp>
        <p:nvSpPr>
          <p:cNvPr id="578" name="Google Shape;578;p8"/>
          <p:cNvSpPr/>
          <p:nvPr/>
        </p:nvSpPr>
        <p:spPr>
          <a:xfrm>
            <a:off x="925297" y="4421909"/>
            <a:ext cx="1631100" cy="806700"/>
          </a:xfrm>
          <a:prstGeom prst="ellipse">
            <a:avLst/>
          </a:prstGeom>
          <a:solidFill>
            <a:srgbClr val="C4E0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200.20.1.0/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Arial"/>
                <a:ea typeface="Arial"/>
                <a:cs typeface="Arial"/>
                <a:sym typeface="Arial"/>
              </a:rPr>
              <a:t>255.255.255.0</a:t>
            </a:r>
            <a:endParaRPr b="0" i="0" sz="1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5"/>
          <p:cNvSpPr txBox="1"/>
          <p:nvPr>
            <p:ph type="title"/>
          </p:nvPr>
        </p:nvSpPr>
        <p:spPr>
          <a:xfrm>
            <a:off x="541867" y="152400"/>
            <a:ext cx="112062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IANA (Internet Assigned Number Authority)</a:t>
            </a:r>
            <a:endParaRPr/>
          </a:p>
        </p:txBody>
      </p:sp>
      <p:sp>
        <p:nvSpPr>
          <p:cNvPr id="584" name="Google Shape;584;p15"/>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
        <p:nvSpPr>
          <p:cNvPr id="585" name="Google Shape;585;p15"/>
          <p:cNvSpPr/>
          <p:nvPr/>
        </p:nvSpPr>
        <p:spPr>
          <a:xfrm>
            <a:off x="758607" y="2550270"/>
            <a:ext cx="3488700" cy="596400"/>
          </a:xfrm>
          <a:prstGeom prst="ellipse">
            <a:avLst/>
          </a:prstGeom>
          <a:solidFill>
            <a:srgbClr val="FEE999"/>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Arial Black"/>
              <a:buNone/>
            </a:pPr>
            <a:r>
              <a:rPr b="0" i="0" lang="en-SG" sz="2400" u="none" cap="none" strike="noStrike">
                <a:solidFill>
                  <a:schemeClr val="dk1"/>
                </a:solidFill>
                <a:latin typeface="Arial Black"/>
                <a:ea typeface="Arial Black"/>
                <a:cs typeface="Arial Black"/>
                <a:sym typeface="Arial Black"/>
              </a:rPr>
              <a:t>Regional ISP</a:t>
            </a:r>
            <a:endParaRPr b="0" i="0" sz="2400" u="none" cap="none" strike="noStrike">
              <a:solidFill>
                <a:schemeClr val="dk1"/>
              </a:solidFill>
              <a:latin typeface="Arial Black"/>
              <a:ea typeface="Arial Black"/>
              <a:cs typeface="Arial Black"/>
              <a:sym typeface="Arial Black"/>
            </a:endParaRPr>
          </a:p>
        </p:txBody>
      </p:sp>
      <p:sp>
        <p:nvSpPr>
          <p:cNvPr id="586" name="Google Shape;586;p15"/>
          <p:cNvSpPr/>
          <p:nvPr/>
        </p:nvSpPr>
        <p:spPr>
          <a:xfrm>
            <a:off x="3011558" y="1809024"/>
            <a:ext cx="3614400" cy="908700"/>
          </a:xfrm>
          <a:prstGeom prst="ellipse">
            <a:avLst/>
          </a:prstGeom>
          <a:solidFill>
            <a:srgbClr val="FFEB99"/>
          </a:solid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Arial Black"/>
              <a:buNone/>
            </a:pPr>
            <a:r>
              <a:rPr b="0" i="0" lang="en-SG" sz="2400" u="none" cap="none" strike="noStrike">
                <a:solidFill>
                  <a:schemeClr val="dk1"/>
                </a:solidFill>
                <a:latin typeface="Arial Black"/>
                <a:ea typeface="Arial Black"/>
                <a:cs typeface="Arial Black"/>
                <a:sym typeface="Arial Black"/>
              </a:rPr>
              <a:t>Backbone ISP</a:t>
            </a:r>
            <a:endParaRPr b="0" i="0" sz="2400" u="none" cap="none" strike="noStrike">
              <a:solidFill>
                <a:schemeClr val="dk1"/>
              </a:solidFill>
              <a:latin typeface="Arial Black"/>
              <a:ea typeface="Arial Black"/>
              <a:cs typeface="Arial Black"/>
              <a:sym typeface="Arial Black"/>
            </a:endParaRPr>
          </a:p>
        </p:txBody>
      </p:sp>
      <p:sp>
        <p:nvSpPr>
          <p:cNvPr id="587" name="Google Shape;587;p15"/>
          <p:cNvSpPr/>
          <p:nvPr/>
        </p:nvSpPr>
        <p:spPr>
          <a:xfrm>
            <a:off x="4400641" y="2659599"/>
            <a:ext cx="3488700" cy="596400"/>
          </a:xfrm>
          <a:prstGeom prst="ellipse">
            <a:avLst/>
          </a:prstGeom>
          <a:solidFill>
            <a:srgbClr val="FFEB99"/>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Arial Black"/>
              <a:buNone/>
            </a:pPr>
            <a:r>
              <a:rPr b="0" i="0" lang="en-SG" sz="2400" u="none" cap="none" strike="noStrike">
                <a:solidFill>
                  <a:schemeClr val="dk1"/>
                </a:solidFill>
                <a:latin typeface="Arial Black"/>
                <a:ea typeface="Arial Black"/>
                <a:cs typeface="Arial Black"/>
                <a:sym typeface="Arial Black"/>
              </a:rPr>
              <a:t>Regional ISP</a:t>
            </a:r>
            <a:endParaRPr b="0" i="0" sz="2400" u="none" cap="none" strike="noStrike">
              <a:solidFill>
                <a:schemeClr val="dk1"/>
              </a:solidFill>
              <a:latin typeface="Arial Black"/>
              <a:ea typeface="Arial Black"/>
              <a:cs typeface="Arial Black"/>
              <a:sym typeface="Arial Black"/>
            </a:endParaRPr>
          </a:p>
        </p:txBody>
      </p:sp>
      <p:sp>
        <p:nvSpPr>
          <p:cNvPr id="588" name="Google Shape;588;p15"/>
          <p:cNvSpPr/>
          <p:nvPr/>
        </p:nvSpPr>
        <p:spPr>
          <a:xfrm>
            <a:off x="7889276" y="2575118"/>
            <a:ext cx="4169700" cy="1143000"/>
          </a:xfrm>
          <a:prstGeom prst="ellipse">
            <a:avLst/>
          </a:prstGeom>
          <a:solidFill>
            <a:srgbClr val="FFEB99"/>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Arial Black"/>
              <a:buNone/>
            </a:pPr>
            <a:r>
              <a:rPr b="0" i="0" lang="en-SG" sz="2400" u="none" cap="none" strike="noStrike">
                <a:solidFill>
                  <a:schemeClr val="dk1"/>
                </a:solidFill>
                <a:latin typeface="Arial Black"/>
                <a:ea typeface="Arial Black"/>
                <a:cs typeface="Arial Black"/>
                <a:sym typeface="Arial Black"/>
              </a:rPr>
              <a:t>Large Private Organisation</a:t>
            </a:r>
            <a:endParaRPr b="0" i="0" sz="1400" u="none" cap="none" strike="noStrike">
              <a:solidFill>
                <a:srgbClr val="000000"/>
              </a:solidFill>
              <a:latin typeface="Arial"/>
              <a:ea typeface="Arial"/>
              <a:cs typeface="Arial"/>
              <a:sym typeface="Arial"/>
            </a:endParaRPr>
          </a:p>
        </p:txBody>
      </p:sp>
      <p:sp>
        <p:nvSpPr>
          <p:cNvPr id="589" name="Google Shape;589;p15"/>
          <p:cNvSpPr/>
          <p:nvPr/>
        </p:nvSpPr>
        <p:spPr>
          <a:xfrm>
            <a:off x="4409659" y="1380240"/>
            <a:ext cx="1282200" cy="451800"/>
          </a:xfrm>
          <a:prstGeom prst="rect">
            <a:avLst/>
          </a:prstGeom>
          <a:noFill/>
          <a:ln cap="flat" cmpd="sng" w="9525">
            <a:solidFill>
              <a:srgbClr val="00B0F0"/>
            </a:solidFill>
            <a:prstDash val="solid"/>
            <a:round/>
            <a:headEnd len="sm" w="sm" type="none"/>
            <a:tailEnd len="sm" w="sm" type="none"/>
          </a:ln>
        </p:spPr>
        <p:txBody>
          <a:bodyPr anchorCtr="0" anchor="t" bIns="46800" lIns="90000" spcFirstLastPara="1" rIns="90000" wrap="square" tIns="468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SG" sz="2400" u="none" cap="none" strike="noStrike">
                <a:solidFill>
                  <a:schemeClr val="dk1"/>
                </a:solidFill>
                <a:latin typeface="Times New Roman"/>
                <a:ea typeface="Times New Roman"/>
                <a:cs typeface="Times New Roman"/>
                <a:sym typeface="Times New Roman"/>
              </a:rPr>
              <a:t>IANA</a:t>
            </a:r>
            <a:endParaRPr b="0" i="0" sz="1400" u="none" cap="none" strike="noStrike">
              <a:solidFill>
                <a:srgbClr val="000000"/>
              </a:solidFill>
              <a:latin typeface="Arial"/>
              <a:ea typeface="Arial"/>
              <a:cs typeface="Arial"/>
              <a:sym typeface="Arial"/>
            </a:endParaRPr>
          </a:p>
        </p:txBody>
      </p:sp>
      <p:sp>
        <p:nvSpPr>
          <p:cNvPr id="590" name="Google Shape;590;p15"/>
          <p:cNvSpPr/>
          <p:nvPr/>
        </p:nvSpPr>
        <p:spPr>
          <a:xfrm>
            <a:off x="1741007" y="3908356"/>
            <a:ext cx="954300" cy="795000"/>
          </a:xfrm>
          <a:prstGeom prst="ellipse">
            <a:avLst/>
          </a:prstGeom>
          <a:solidFill>
            <a:srgbClr val="92D050"/>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ctr">
              <a:lnSpc>
                <a:spcPct val="100000"/>
              </a:lnSpc>
              <a:spcBef>
                <a:spcPts val="0"/>
              </a:spcBef>
              <a:spcAft>
                <a:spcPts val="0"/>
              </a:spcAft>
              <a:buClr>
                <a:schemeClr val="dk1"/>
              </a:buClr>
              <a:buSzPts val="1600"/>
              <a:buFont typeface="Tahoma"/>
              <a:buNone/>
            </a:pPr>
            <a:r>
              <a:rPr b="0" i="0" lang="en-SG" sz="1600" u="none" cap="none" strike="noStrike">
                <a:solidFill>
                  <a:schemeClr val="dk1"/>
                </a:solidFill>
                <a:latin typeface="Tahoma"/>
                <a:ea typeface="Tahoma"/>
                <a:cs typeface="Tahoma"/>
                <a:sym typeface="Tahoma"/>
              </a:rPr>
              <a:t>Local ISP</a:t>
            </a:r>
            <a:endParaRPr b="0" i="0" sz="1600" u="none" cap="none" strike="noStrike">
              <a:solidFill>
                <a:schemeClr val="dk1"/>
              </a:solidFill>
              <a:latin typeface="Tahoma"/>
              <a:ea typeface="Tahoma"/>
              <a:cs typeface="Tahoma"/>
              <a:sym typeface="Tahoma"/>
            </a:endParaRPr>
          </a:p>
        </p:txBody>
      </p:sp>
      <p:sp>
        <p:nvSpPr>
          <p:cNvPr id="591" name="Google Shape;591;p15"/>
          <p:cNvSpPr/>
          <p:nvPr/>
        </p:nvSpPr>
        <p:spPr>
          <a:xfrm>
            <a:off x="3623643" y="3881045"/>
            <a:ext cx="954300" cy="795000"/>
          </a:xfrm>
          <a:prstGeom prst="ellipse">
            <a:avLst/>
          </a:prstGeom>
          <a:solidFill>
            <a:srgbClr val="92D050"/>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ctr">
              <a:lnSpc>
                <a:spcPct val="100000"/>
              </a:lnSpc>
              <a:spcBef>
                <a:spcPts val="0"/>
              </a:spcBef>
              <a:spcAft>
                <a:spcPts val="0"/>
              </a:spcAft>
              <a:buClr>
                <a:schemeClr val="dk1"/>
              </a:buClr>
              <a:buSzPts val="1600"/>
              <a:buFont typeface="Tahoma"/>
              <a:buNone/>
            </a:pPr>
            <a:r>
              <a:rPr b="0" i="0" lang="en-SG" sz="1600" u="none" cap="none" strike="noStrike">
                <a:solidFill>
                  <a:schemeClr val="dk1"/>
                </a:solidFill>
                <a:latin typeface="Tahoma"/>
                <a:ea typeface="Tahoma"/>
                <a:cs typeface="Tahoma"/>
                <a:sym typeface="Tahoma"/>
              </a:rPr>
              <a:t>Local ISP</a:t>
            </a:r>
            <a:endParaRPr b="0" i="0" sz="1600" u="none" cap="none" strike="noStrike">
              <a:solidFill>
                <a:schemeClr val="dk1"/>
              </a:solidFill>
              <a:latin typeface="Tahoma"/>
              <a:ea typeface="Tahoma"/>
              <a:cs typeface="Tahoma"/>
              <a:sym typeface="Tahoma"/>
            </a:endParaRPr>
          </a:p>
        </p:txBody>
      </p:sp>
      <p:sp>
        <p:nvSpPr>
          <p:cNvPr id="592" name="Google Shape;592;p15"/>
          <p:cNvSpPr/>
          <p:nvPr/>
        </p:nvSpPr>
        <p:spPr>
          <a:xfrm>
            <a:off x="5214729" y="3921611"/>
            <a:ext cx="954300" cy="795000"/>
          </a:xfrm>
          <a:prstGeom prst="ellipse">
            <a:avLst/>
          </a:prstGeom>
          <a:solidFill>
            <a:srgbClr val="92D050"/>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ctr">
              <a:lnSpc>
                <a:spcPct val="100000"/>
              </a:lnSpc>
              <a:spcBef>
                <a:spcPts val="0"/>
              </a:spcBef>
              <a:spcAft>
                <a:spcPts val="0"/>
              </a:spcAft>
              <a:buClr>
                <a:schemeClr val="dk1"/>
              </a:buClr>
              <a:buSzPts val="1600"/>
              <a:buFont typeface="Tahoma"/>
              <a:buNone/>
            </a:pPr>
            <a:r>
              <a:rPr b="0" i="0" lang="en-SG" sz="1600" u="none" cap="none" strike="noStrike">
                <a:solidFill>
                  <a:schemeClr val="dk1"/>
                </a:solidFill>
                <a:latin typeface="Tahoma"/>
                <a:ea typeface="Tahoma"/>
                <a:cs typeface="Tahoma"/>
                <a:sym typeface="Tahoma"/>
              </a:rPr>
              <a:t>Local ISP</a:t>
            </a:r>
            <a:endParaRPr b="0" i="0" sz="1600" u="none" cap="none" strike="noStrike">
              <a:solidFill>
                <a:schemeClr val="dk1"/>
              </a:solidFill>
              <a:latin typeface="Tahoma"/>
              <a:ea typeface="Tahoma"/>
              <a:cs typeface="Tahoma"/>
              <a:sym typeface="Tahoma"/>
            </a:endParaRPr>
          </a:p>
        </p:txBody>
      </p:sp>
      <p:sp>
        <p:nvSpPr>
          <p:cNvPr id="593" name="Google Shape;593;p15"/>
          <p:cNvSpPr/>
          <p:nvPr/>
        </p:nvSpPr>
        <p:spPr>
          <a:xfrm>
            <a:off x="6805815" y="3921611"/>
            <a:ext cx="954300" cy="795000"/>
          </a:xfrm>
          <a:prstGeom prst="ellipse">
            <a:avLst/>
          </a:prstGeom>
          <a:solidFill>
            <a:srgbClr val="92D050"/>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ctr">
              <a:lnSpc>
                <a:spcPct val="100000"/>
              </a:lnSpc>
              <a:spcBef>
                <a:spcPts val="0"/>
              </a:spcBef>
              <a:spcAft>
                <a:spcPts val="0"/>
              </a:spcAft>
              <a:buClr>
                <a:schemeClr val="dk1"/>
              </a:buClr>
              <a:buSzPts val="1600"/>
              <a:buFont typeface="Tahoma"/>
              <a:buNone/>
            </a:pPr>
            <a:r>
              <a:rPr b="0" i="0" lang="en-SG" sz="1600" u="none" cap="none" strike="noStrike">
                <a:solidFill>
                  <a:schemeClr val="dk1"/>
                </a:solidFill>
                <a:latin typeface="Tahoma"/>
                <a:ea typeface="Tahoma"/>
                <a:cs typeface="Tahoma"/>
                <a:sym typeface="Tahoma"/>
              </a:rPr>
              <a:t>Local ISP</a:t>
            </a:r>
            <a:endParaRPr b="0" i="0" sz="1600" u="none" cap="none" strike="noStrike">
              <a:solidFill>
                <a:schemeClr val="dk1"/>
              </a:solidFill>
              <a:latin typeface="Tahoma"/>
              <a:ea typeface="Tahoma"/>
              <a:cs typeface="Tahoma"/>
              <a:sym typeface="Tahoma"/>
            </a:endParaRPr>
          </a:p>
        </p:txBody>
      </p:sp>
      <p:sp>
        <p:nvSpPr>
          <p:cNvPr id="594" name="Google Shape;594;p15"/>
          <p:cNvSpPr/>
          <p:nvPr/>
        </p:nvSpPr>
        <p:spPr>
          <a:xfrm>
            <a:off x="1255647" y="5516217"/>
            <a:ext cx="1924800" cy="38760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Courier New"/>
              <a:buNone/>
            </a:pPr>
            <a:r>
              <a:rPr b="0" i="0" lang="en-SG" sz="2400" u="none" cap="none" strike="noStrike">
                <a:solidFill>
                  <a:schemeClr val="dk1"/>
                </a:solidFill>
                <a:latin typeface="Courier New"/>
                <a:ea typeface="Courier New"/>
                <a:cs typeface="Courier New"/>
                <a:sym typeface="Courier New"/>
              </a:rPr>
              <a:t>END USERS</a:t>
            </a:r>
            <a:endParaRPr b="0" i="0" sz="2400" u="none" cap="none" strike="noStrike">
              <a:solidFill>
                <a:schemeClr val="dk1"/>
              </a:solidFill>
              <a:latin typeface="Courier New"/>
              <a:ea typeface="Courier New"/>
              <a:cs typeface="Courier New"/>
              <a:sym typeface="Courier New"/>
            </a:endParaRPr>
          </a:p>
        </p:txBody>
      </p:sp>
      <p:sp>
        <p:nvSpPr>
          <p:cNvPr id="595" name="Google Shape;595;p15"/>
          <p:cNvSpPr/>
          <p:nvPr/>
        </p:nvSpPr>
        <p:spPr>
          <a:xfrm>
            <a:off x="3896143" y="5516217"/>
            <a:ext cx="1924800" cy="38760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Courier New"/>
              <a:buNone/>
            </a:pPr>
            <a:r>
              <a:rPr b="0" i="0" lang="en-SG" sz="2400" u="none" cap="none" strike="noStrike">
                <a:solidFill>
                  <a:schemeClr val="dk1"/>
                </a:solidFill>
                <a:latin typeface="Courier New"/>
                <a:ea typeface="Courier New"/>
                <a:cs typeface="Courier New"/>
                <a:sym typeface="Courier New"/>
              </a:rPr>
              <a:t>END USERS</a:t>
            </a:r>
            <a:endParaRPr b="0" i="0" sz="2400" u="none" cap="none" strike="noStrike">
              <a:solidFill>
                <a:schemeClr val="dk1"/>
              </a:solidFill>
              <a:latin typeface="Courier New"/>
              <a:ea typeface="Courier New"/>
              <a:cs typeface="Courier New"/>
              <a:sym typeface="Courier New"/>
            </a:endParaRPr>
          </a:p>
        </p:txBody>
      </p:sp>
      <p:sp>
        <p:nvSpPr>
          <p:cNvPr id="596" name="Google Shape;596;p15"/>
          <p:cNvSpPr/>
          <p:nvPr/>
        </p:nvSpPr>
        <p:spPr>
          <a:xfrm>
            <a:off x="6536639" y="5516217"/>
            <a:ext cx="1924800" cy="387600"/>
          </a:xfrm>
          <a:prstGeom prst="rect">
            <a:avLst/>
          </a:prstGeom>
          <a:solidFill>
            <a:srgbClr val="D8D8D8"/>
          </a:solid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Courier New"/>
              <a:buNone/>
            </a:pPr>
            <a:r>
              <a:rPr b="0" i="0" lang="en-SG" sz="2400" u="none" cap="none" strike="noStrike">
                <a:solidFill>
                  <a:schemeClr val="dk1"/>
                </a:solidFill>
                <a:latin typeface="Courier New"/>
                <a:ea typeface="Courier New"/>
                <a:cs typeface="Courier New"/>
                <a:sym typeface="Courier New"/>
              </a:rPr>
              <a:t>END USERS</a:t>
            </a:r>
            <a:endParaRPr b="0" i="0" sz="2400" u="none" cap="none" strike="noStrike">
              <a:solidFill>
                <a:schemeClr val="dk1"/>
              </a:solidFill>
              <a:latin typeface="Courier New"/>
              <a:ea typeface="Courier New"/>
              <a:cs typeface="Courier New"/>
              <a:sym typeface="Courier New"/>
            </a:endParaRPr>
          </a:p>
        </p:txBody>
      </p:sp>
      <p:sp>
        <p:nvSpPr>
          <p:cNvPr id="597" name="Google Shape;597;p15"/>
          <p:cNvSpPr/>
          <p:nvPr/>
        </p:nvSpPr>
        <p:spPr>
          <a:xfrm>
            <a:off x="6332461" y="1622147"/>
            <a:ext cx="3614400" cy="908700"/>
          </a:xfrm>
          <a:prstGeom prst="ellipse">
            <a:avLst/>
          </a:prstGeom>
          <a:solidFill>
            <a:srgbClr val="FFEB99"/>
          </a:solid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Arial Black"/>
              <a:buNone/>
            </a:pPr>
            <a:r>
              <a:rPr b="0" i="0" lang="en-SG" sz="2400" u="none" cap="none" strike="noStrike">
                <a:solidFill>
                  <a:schemeClr val="dk1"/>
                </a:solidFill>
                <a:latin typeface="Arial Black"/>
                <a:ea typeface="Arial Black"/>
                <a:cs typeface="Arial Black"/>
                <a:sym typeface="Arial Black"/>
              </a:rPr>
              <a:t>Backbone ISP</a:t>
            </a:r>
            <a:endParaRPr b="0" i="0" sz="24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0"/>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Subnetting</a:t>
            </a:r>
            <a:endParaRPr/>
          </a:p>
        </p:txBody>
      </p:sp>
      <p:sp>
        <p:nvSpPr>
          <p:cNvPr id="603" name="Google Shape;603;p10"/>
          <p:cNvSpPr txBox="1"/>
          <p:nvPr>
            <p:ph idx="1" type="body"/>
          </p:nvPr>
        </p:nvSpPr>
        <p:spPr>
          <a:xfrm>
            <a:off x="609600" y="1371600"/>
            <a:ext cx="10905000" cy="593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800"/>
              <a:buFont typeface="Tahoma"/>
              <a:buChar char="•"/>
            </a:pPr>
            <a:r>
              <a:rPr lang="en-SG"/>
              <a:t>partition a class C network into smaller networks</a:t>
            </a:r>
            <a:endParaRPr/>
          </a:p>
          <a:p>
            <a:pPr indent="-165100" lvl="0" marL="342900" rtl="0" algn="l">
              <a:lnSpc>
                <a:spcPct val="100000"/>
              </a:lnSpc>
              <a:spcBef>
                <a:spcPts val="560"/>
              </a:spcBef>
              <a:spcAft>
                <a:spcPts val="0"/>
              </a:spcAft>
              <a:buSzPts val="2800"/>
              <a:buFont typeface="Tahoma"/>
              <a:buNone/>
            </a:pPr>
            <a:r>
              <a:t/>
            </a:r>
            <a:endParaRPr/>
          </a:p>
        </p:txBody>
      </p:sp>
      <p:graphicFrame>
        <p:nvGraphicFramePr>
          <p:cNvPr id="604" name="Google Shape;604;p10"/>
          <p:cNvGraphicFramePr/>
          <p:nvPr/>
        </p:nvGraphicFramePr>
        <p:xfrm>
          <a:off x="323965" y="3607868"/>
          <a:ext cx="3000000" cy="3000000"/>
        </p:xfrm>
        <a:graphic>
          <a:graphicData uri="http://schemas.openxmlformats.org/drawingml/2006/table">
            <a:tbl>
              <a:tblPr bandRow="1" firstRow="1">
                <a:noFill/>
                <a:tableStyleId>{CAE8BCA4-CB77-42E6-A089-AC88FC48F14B}</a:tableStyleId>
              </a:tblPr>
              <a:tblGrid>
                <a:gridCol w="2676850"/>
                <a:gridCol w="2005675"/>
                <a:gridCol w="2142300"/>
                <a:gridCol w="2274950"/>
                <a:gridCol w="2274950"/>
              </a:tblGrid>
              <a:tr h="950975">
                <a:tc>
                  <a:txBody>
                    <a:bodyPr/>
                    <a:lstStyle/>
                    <a:p>
                      <a:pPr indent="0" lvl="0" marL="0" marR="0" rtl="0" algn="ctr">
                        <a:lnSpc>
                          <a:spcPct val="100000"/>
                        </a:lnSpc>
                        <a:spcBef>
                          <a:spcPts val="0"/>
                        </a:spcBef>
                        <a:spcAft>
                          <a:spcPts val="0"/>
                        </a:spcAft>
                        <a:buClr>
                          <a:srgbClr val="000000"/>
                        </a:buClr>
                        <a:buSzPts val="2800"/>
                        <a:buFont typeface="Arial"/>
                        <a:buNone/>
                      </a:pPr>
                      <a:r>
                        <a:rPr lang="en-SG" sz="2800" u="none" cap="none" strike="noStrike"/>
                        <a:t>Network Address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FF"/>
                        </a:buClr>
                        <a:buSzPts val="2800"/>
                        <a:buFont typeface="Courier New"/>
                        <a:buNone/>
                      </a:pPr>
                      <a:r>
                        <a:rPr b="1" lang="en-SG" sz="2800" u="none" cap="none" strike="noStrike">
                          <a:solidFill>
                            <a:srgbClr val="0070C0"/>
                          </a:solidFill>
                          <a:latin typeface="Courier New"/>
                          <a:ea typeface="Courier New"/>
                          <a:cs typeface="Courier New"/>
                          <a:sym typeface="Courier New"/>
                        </a:rPr>
                        <a:t>11000000</a:t>
                      </a:r>
                      <a:endParaRPr sz="1400" u="none" cap="none" strike="noStrike">
                        <a:solidFill>
                          <a:srgbClr val="0070C0"/>
                        </a:solidFill>
                      </a:endParaRPr>
                    </a:p>
                  </a:txBody>
                  <a:tcPr marT="45725" marB="45725" marR="91450" marL="91450" anchor="ctr"/>
                </a:tc>
                <a:tc>
                  <a:txBody>
                    <a:bodyPr/>
                    <a:lstStyle/>
                    <a:p>
                      <a:pPr indent="0" lvl="0" marL="0" marR="0" rtl="0" algn="ctr">
                        <a:lnSpc>
                          <a:spcPct val="100000"/>
                        </a:lnSpc>
                        <a:spcBef>
                          <a:spcPts val="0"/>
                        </a:spcBef>
                        <a:spcAft>
                          <a:spcPts val="0"/>
                        </a:spcAft>
                        <a:buClr>
                          <a:srgbClr val="0000FF"/>
                        </a:buClr>
                        <a:buSzPts val="2800"/>
                        <a:buFont typeface="Courier New"/>
                        <a:buNone/>
                      </a:pPr>
                      <a:r>
                        <a:rPr b="1" lang="en-SG" sz="2800" u="none" cap="none" strike="noStrike">
                          <a:solidFill>
                            <a:srgbClr val="0070C0"/>
                          </a:solidFill>
                          <a:latin typeface="Courier New"/>
                          <a:ea typeface="Courier New"/>
                          <a:cs typeface="Courier New"/>
                          <a:sym typeface="Courier New"/>
                        </a:rPr>
                        <a:t>10101000</a:t>
                      </a:r>
                      <a:endParaRPr sz="1400" u="none" cap="none" strike="noStrike">
                        <a:solidFill>
                          <a:srgbClr val="0070C0"/>
                        </a:solidFill>
                      </a:endParaRPr>
                    </a:p>
                  </a:txBody>
                  <a:tcPr marT="45725" marB="45725" marR="91450" marL="91450" anchor="ctr"/>
                </a:tc>
                <a:tc>
                  <a:txBody>
                    <a:bodyPr/>
                    <a:lstStyle/>
                    <a:p>
                      <a:pPr indent="0" lvl="0" marL="0" marR="0" rtl="0" algn="ctr">
                        <a:lnSpc>
                          <a:spcPct val="100000"/>
                        </a:lnSpc>
                        <a:spcBef>
                          <a:spcPts val="0"/>
                        </a:spcBef>
                        <a:spcAft>
                          <a:spcPts val="0"/>
                        </a:spcAft>
                        <a:buClr>
                          <a:srgbClr val="0000FF"/>
                        </a:buClr>
                        <a:buSzPts val="2800"/>
                        <a:buFont typeface="Courier New"/>
                        <a:buNone/>
                      </a:pPr>
                      <a:r>
                        <a:rPr b="1" lang="en-SG" sz="2800" u="none" cap="none" strike="noStrike">
                          <a:solidFill>
                            <a:srgbClr val="0070C0"/>
                          </a:solidFill>
                          <a:latin typeface="Courier New"/>
                          <a:ea typeface="Courier New"/>
                          <a:cs typeface="Courier New"/>
                          <a:sym typeface="Courier New"/>
                        </a:rPr>
                        <a:t>00001010</a:t>
                      </a:r>
                      <a:endParaRPr sz="1400" u="none" cap="none" strike="noStrike">
                        <a:solidFill>
                          <a:srgbClr val="0070C0"/>
                        </a:solidFill>
                      </a:endParaRPr>
                    </a:p>
                  </a:txBody>
                  <a:tcPr marT="45725" marB="45725" marR="91450" marL="91450" anchor="ctr"/>
                </a:tc>
                <a:tc>
                  <a:txBody>
                    <a:bodyPr/>
                    <a:lstStyle/>
                    <a:p>
                      <a:pPr indent="0" lvl="0" marL="0" marR="0" rtl="0" algn="ctr">
                        <a:lnSpc>
                          <a:spcPct val="100000"/>
                        </a:lnSpc>
                        <a:spcBef>
                          <a:spcPts val="0"/>
                        </a:spcBef>
                        <a:spcAft>
                          <a:spcPts val="0"/>
                        </a:spcAft>
                        <a:buClr>
                          <a:srgbClr val="0000FF"/>
                        </a:buClr>
                        <a:buSzPts val="2800"/>
                        <a:buFont typeface="Courier New"/>
                        <a:buNone/>
                      </a:pPr>
                      <a:r>
                        <a:rPr b="1" lang="en-SG" sz="2800" u="none" cap="none" strike="noStrike">
                          <a:solidFill>
                            <a:srgbClr val="0070C0"/>
                          </a:solidFill>
                          <a:latin typeface="Courier New"/>
                          <a:ea typeface="Courier New"/>
                          <a:cs typeface="Courier New"/>
                          <a:sym typeface="Courier New"/>
                        </a:rPr>
                        <a:t>0</a:t>
                      </a:r>
                      <a:r>
                        <a:rPr b="1" lang="en-SG" sz="2800" u="none" cap="none" strike="noStrike">
                          <a:latin typeface="Courier New"/>
                          <a:ea typeface="Courier New"/>
                          <a:cs typeface="Courier New"/>
                          <a:sym typeface="Courier New"/>
                        </a:rPr>
                        <a:t>0000000</a:t>
                      </a:r>
                      <a:endParaRPr sz="1400" u="none" cap="none" strike="noStrike"/>
                    </a:p>
                  </a:txBody>
                  <a:tcPr marT="45725" marB="45725" marR="91450" marL="91450" anchor="ctr"/>
                </a:tc>
              </a:tr>
            </a:tbl>
          </a:graphicData>
        </a:graphic>
      </p:graphicFrame>
      <p:sp>
        <p:nvSpPr>
          <p:cNvPr id="605" name="Google Shape;605;p10"/>
          <p:cNvSpPr/>
          <p:nvPr/>
        </p:nvSpPr>
        <p:spPr>
          <a:xfrm>
            <a:off x="3831770" y="2118999"/>
            <a:ext cx="2582100" cy="1299600"/>
          </a:xfrm>
          <a:prstGeom prst="ellipse">
            <a:avLst/>
          </a:prstGeom>
          <a:no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SG" sz="2400" u="none" cap="none" strike="noStrike">
                <a:solidFill>
                  <a:schemeClr val="dk1"/>
                </a:solidFill>
                <a:latin typeface="Times New Roman"/>
                <a:ea typeface="Times New Roman"/>
                <a:cs typeface="Times New Roman"/>
                <a:sym typeface="Times New Roman"/>
              </a:rPr>
              <a:t>192.168.10.0</a:t>
            </a:r>
            <a:endParaRPr b="0" i="0" sz="1400" u="none" cap="none" strike="noStrike">
              <a:solidFill>
                <a:srgbClr val="000000"/>
              </a:solidFill>
              <a:latin typeface="Arial"/>
              <a:ea typeface="Arial"/>
              <a:cs typeface="Arial"/>
              <a:sym typeface="Arial"/>
            </a:endParaRPr>
          </a:p>
        </p:txBody>
      </p:sp>
      <p:sp>
        <p:nvSpPr>
          <p:cNvPr id="606" name="Google Shape;606;p10"/>
          <p:cNvSpPr/>
          <p:nvPr/>
        </p:nvSpPr>
        <p:spPr>
          <a:xfrm>
            <a:off x="3831770" y="2108527"/>
            <a:ext cx="2582100" cy="1299600"/>
          </a:xfrm>
          <a:prstGeom prst="chord">
            <a:avLst>
              <a:gd fmla="val 5388479" name="adj1"/>
              <a:gd fmla="val 16200000" name="adj2"/>
            </a:avLst>
          </a:prstGeom>
          <a:solidFill>
            <a:srgbClr val="92D050">
              <a:alpha val="43921"/>
            </a:srgbClr>
          </a:solid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7" name="Google Shape;607;p10"/>
          <p:cNvSpPr/>
          <p:nvPr/>
        </p:nvSpPr>
        <p:spPr>
          <a:xfrm flipH="1">
            <a:off x="3831744" y="2129471"/>
            <a:ext cx="2582100" cy="1299600"/>
          </a:xfrm>
          <a:prstGeom prst="chord">
            <a:avLst>
              <a:gd fmla="val 5508477" name="adj1"/>
              <a:gd fmla="val 16200000" name="adj2"/>
            </a:avLst>
          </a:prstGeom>
          <a:solidFill>
            <a:schemeClr val="accent1">
              <a:alpha val="56862"/>
            </a:schemeClr>
          </a:solidFill>
          <a:ln cap="flat" cmpd="sng" w="9525">
            <a:solidFill>
              <a:schemeClr val="dk1"/>
            </a:solidFill>
            <a:prstDash val="solid"/>
            <a:round/>
            <a:headEnd len="sm" w="sm" type="none"/>
            <a:tailEnd len="sm" w="sm" type="none"/>
          </a:ln>
        </p:spPr>
        <p:txBody>
          <a:bodyPr anchorCtr="0" anchor="ctr" bIns="46800" lIns="90000" spcFirstLastPara="1" rIns="90000" wrap="square" tIns="46800">
            <a:noAutofit/>
          </a:bodyPr>
          <a:lstStyle/>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608" name="Google Shape;608;p10"/>
          <p:cNvGrpSpPr/>
          <p:nvPr/>
        </p:nvGrpSpPr>
        <p:grpSpPr>
          <a:xfrm>
            <a:off x="3188343" y="4558848"/>
            <a:ext cx="6774300" cy="1321565"/>
            <a:chOff x="2949804" y="4708054"/>
            <a:chExt cx="6774300" cy="1321565"/>
          </a:xfrm>
        </p:grpSpPr>
        <p:sp>
          <p:nvSpPr>
            <p:cNvPr id="609" name="Google Shape;609;p10"/>
            <p:cNvSpPr/>
            <p:nvPr/>
          </p:nvSpPr>
          <p:spPr>
            <a:xfrm rot="5400000">
              <a:off x="6214854" y="1443004"/>
              <a:ext cx="244200" cy="6774300"/>
            </a:xfrm>
            <a:prstGeom prst="rightBrace">
              <a:avLst>
                <a:gd fmla="val 8333" name="adj1"/>
                <a:gd fmla="val 50000" name="adj2"/>
              </a:avLst>
            </a:prstGeom>
            <a:noFill/>
            <a:ln cap="flat" cmpd="sng" w="38100">
              <a:solidFill>
                <a:srgbClr val="FF0000"/>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0" name="Google Shape;610;p10"/>
            <p:cNvSpPr txBox="1"/>
            <p:nvPr/>
          </p:nvSpPr>
          <p:spPr>
            <a:xfrm>
              <a:off x="4331567" y="4952319"/>
              <a:ext cx="41736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SG" sz="3200" u="none" cap="none" strike="noStrike">
                  <a:solidFill>
                    <a:srgbClr val="0070C0"/>
                  </a:solidFill>
                  <a:latin typeface="Tahoma"/>
                  <a:ea typeface="Tahoma"/>
                  <a:cs typeface="Tahoma"/>
                  <a:sym typeface="Tahoma"/>
                </a:rPr>
                <a:t>25 BIT SUBNET MASK</a:t>
              </a:r>
              <a:endParaRPr b="0" i="0" sz="1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n-SG" sz="3200" u="none" cap="none" strike="noStrike">
                  <a:solidFill>
                    <a:srgbClr val="0070C0"/>
                  </a:solidFill>
                  <a:latin typeface="Tahoma"/>
                  <a:ea typeface="Tahoma"/>
                  <a:cs typeface="Tahoma"/>
                  <a:sym typeface="Tahoma"/>
                </a:rPr>
                <a:t>255.255.255.128</a:t>
              </a:r>
              <a:endParaRPr b="0" i="0" sz="1400" u="none" cap="none" strike="noStrike">
                <a:solidFill>
                  <a:srgbClr val="0070C0"/>
                </a:solidFill>
                <a:latin typeface="Arial"/>
                <a:ea typeface="Arial"/>
                <a:cs typeface="Arial"/>
                <a:sym typeface="Arial"/>
              </a:endParaRPr>
            </a:p>
          </p:txBody>
        </p:sp>
      </p:grpSp>
      <p:sp>
        <p:nvSpPr>
          <p:cNvPr id="611" name="Google Shape;611;p10"/>
          <p:cNvSpPr/>
          <p:nvPr/>
        </p:nvSpPr>
        <p:spPr>
          <a:xfrm>
            <a:off x="323965" y="4803113"/>
            <a:ext cx="3721500" cy="1873200"/>
          </a:xfrm>
          <a:prstGeom prst="ellipse">
            <a:avLst/>
          </a:prstGeom>
          <a:solidFill>
            <a:srgbClr val="CEEAB1"/>
          </a:solidFill>
          <a:ln cap="flat" cmpd="sng" w="25400">
            <a:solidFill>
              <a:srgbClr val="6B2B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Arial"/>
                <a:ea typeface="Arial"/>
                <a:cs typeface="Arial"/>
                <a:sym typeface="Arial"/>
              </a:rPr>
              <a:t>192.168.10.0</a:t>
            </a:r>
            <a:r>
              <a:rPr b="0" i="0" lang="en-SG" sz="1800" u="none" cap="none" strike="noStrike">
                <a:solidFill>
                  <a:srgbClr val="FF0000"/>
                </a:solidFill>
                <a:latin typeface="Arial"/>
                <a:ea typeface="Arial"/>
                <a:cs typeface="Arial"/>
                <a:sym typeface="Arial"/>
              </a:rPr>
              <a:t>0000001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2"/>
                </a:solidFill>
                <a:latin typeface="Arial"/>
                <a:ea typeface="Arial"/>
                <a:cs typeface="Arial"/>
                <a:sym typeface="Arial"/>
              </a:rPr>
              <a:t>(192.168.10.1)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2"/>
                </a:solidFill>
                <a:latin typeface="Arial"/>
                <a:ea typeface="Arial"/>
                <a:cs typeface="Arial"/>
                <a:sym typeface="Arial"/>
              </a:rPr>
              <a:t>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Arial"/>
                <a:ea typeface="Arial"/>
                <a:cs typeface="Arial"/>
                <a:sym typeface="Arial"/>
              </a:rPr>
              <a:t>192.168.10.0</a:t>
            </a:r>
            <a:r>
              <a:rPr b="0" i="0" lang="en-SG" sz="1800" u="none" cap="none" strike="noStrike">
                <a:solidFill>
                  <a:srgbClr val="FF0000"/>
                </a:solidFill>
                <a:latin typeface="Arial"/>
                <a:ea typeface="Arial"/>
                <a:cs typeface="Arial"/>
                <a:sym typeface="Arial"/>
              </a:rPr>
              <a:t>1111111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2"/>
                </a:solidFill>
                <a:latin typeface="Arial"/>
                <a:ea typeface="Arial"/>
                <a:cs typeface="Arial"/>
                <a:sym typeface="Arial"/>
              </a:rPr>
              <a:t>(192.168.10.127)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2" name="Google Shape;612;p10"/>
          <p:cNvSpPr/>
          <p:nvPr/>
        </p:nvSpPr>
        <p:spPr>
          <a:xfrm>
            <a:off x="8743813" y="5071435"/>
            <a:ext cx="3069000" cy="1728900"/>
          </a:xfrm>
          <a:prstGeom prst="ellipse">
            <a:avLst/>
          </a:prstGeom>
          <a:solidFill>
            <a:srgbClr val="FFA76C"/>
          </a:solidFill>
          <a:ln cap="flat" cmpd="sng" w="25400">
            <a:solidFill>
              <a:srgbClr val="6B2B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Arial"/>
                <a:ea typeface="Arial"/>
                <a:cs typeface="Arial"/>
                <a:sym typeface="Arial"/>
              </a:rPr>
              <a:t>192.168.1</a:t>
            </a:r>
            <a:r>
              <a:rPr b="0" i="0" lang="en-SG" sz="1800" u="none" cap="none" strike="noStrike">
                <a:solidFill>
                  <a:srgbClr val="FF0000"/>
                </a:solidFill>
                <a:latin typeface="Arial"/>
                <a:ea typeface="Arial"/>
                <a:cs typeface="Arial"/>
                <a:sym typeface="Arial"/>
              </a:rPr>
              <a:t>0000000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2"/>
                </a:solidFill>
                <a:latin typeface="Arial"/>
                <a:ea typeface="Arial"/>
                <a:cs typeface="Arial"/>
                <a:sym typeface="Arial"/>
              </a:rPr>
              <a:t>(192.168.10.128)</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2"/>
                </a:solidFill>
                <a:latin typeface="Arial"/>
                <a:ea typeface="Arial"/>
                <a:cs typeface="Arial"/>
                <a:sym typeface="Arial"/>
              </a:rPr>
              <a:t>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Arial"/>
                <a:ea typeface="Arial"/>
                <a:cs typeface="Arial"/>
                <a:sym typeface="Arial"/>
              </a:rPr>
              <a:t>192.168.1</a:t>
            </a:r>
            <a:r>
              <a:rPr b="0" i="0" lang="en-SG" sz="1800" u="none" cap="none" strike="noStrike">
                <a:solidFill>
                  <a:srgbClr val="FF0000"/>
                </a:solidFill>
                <a:latin typeface="Arial"/>
                <a:ea typeface="Arial"/>
                <a:cs typeface="Arial"/>
                <a:sym typeface="Arial"/>
              </a:rPr>
              <a:t>1111110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2"/>
                </a:solidFill>
                <a:latin typeface="Arial"/>
                <a:ea typeface="Arial"/>
                <a:cs typeface="Arial"/>
                <a:sym typeface="Arial"/>
              </a:rPr>
              <a:t>(192.168.10.254)</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8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SG"/>
              <a:t>‹#›</a:t>
            </a:fld>
            <a:endParaRPr/>
          </a:p>
        </p:txBody>
      </p:sp>
      <p:sp>
        <p:nvSpPr>
          <p:cNvPr id="618" name="Google Shape;618;p81"/>
          <p:cNvSpPr/>
          <p:nvPr/>
        </p:nvSpPr>
        <p:spPr>
          <a:xfrm>
            <a:off x="420283" y="446568"/>
            <a:ext cx="11580600" cy="6329100"/>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SG" sz="2400" u="none" cap="none" strike="noStrike">
                <a:solidFill>
                  <a:schemeClr val="dk1"/>
                </a:solidFill>
                <a:latin typeface="Calibri"/>
                <a:ea typeface="Calibri"/>
                <a:cs typeface="Calibri"/>
                <a:sym typeface="Calibri"/>
              </a:rPr>
              <a:t>INTERNET</a:t>
            </a:r>
            <a:endParaRPr b="0" i="0" sz="2400" u="none" cap="none" strike="noStrike">
              <a:solidFill>
                <a:srgbClr val="000000"/>
              </a:solidFill>
              <a:latin typeface="Arial"/>
              <a:ea typeface="Arial"/>
              <a:cs typeface="Arial"/>
              <a:sym typeface="Arial"/>
            </a:endParaRPr>
          </a:p>
        </p:txBody>
      </p:sp>
      <p:sp>
        <p:nvSpPr>
          <p:cNvPr id="619" name="Google Shape;619;p81"/>
          <p:cNvSpPr/>
          <p:nvPr/>
        </p:nvSpPr>
        <p:spPr>
          <a:xfrm>
            <a:off x="1977657" y="1913859"/>
            <a:ext cx="8538000" cy="4708200"/>
          </a:xfrm>
          <a:prstGeom prst="ellipse">
            <a:avLst/>
          </a:prstGeom>
          <a:solidFill>
            <a:schemeClr val="accent1"/>
          </a:solidFill>
          <a:ln cap="flat" cmpd="sng" w="25400">
            <a:solidFill>
              <a:srgbClr val="1C30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SG" sz="2400" u="none" cap="none" strike="noStrike">
                <a:solidFill>
                  <a:schemeClr val="lt1"/>
                </a:solidFill>
                <a:latin typeface="Arial"/>
                <a:ea typeface="Arial"/>
                <a:cs typeface="Arial"/>
                <a:sym typeface="Arial"/>
              </a:rPr>
              <a:t>ISP Network: 10.0.0.0/255.0.0.0</a:t>
            </a:r>
            <a:endParaRPr b="0" i="0" sz="2400" u="none" cap="none" strike="noStrike">
              <a:solidFill>
                <a:schemeClr val="lt1"/>
              </a:solidFill>
              <a:latin typeface="Arial"/>
              <a:ea typeface="Arial"/>
              <a:cs typeface="Arial"/>
              <a:sym typeface="Arial"/>
            </a:endParaRPr>
          </a:p>
        </p:txBody>
      </p:sp>
      <p:sp>
        <p:nvSpPr>
          <p:cNvPr id="620" name="Google Shape;620;p81"/>
          <p:cNvSpPr/>
          <p:nvPr/>
        </p:nvSpPr>
        <p:spPr>
          <a:xfrm>
            <a:off x="2307265" y="3646968"/>
            <a:ext cx="3338700" cy="2020200"/>
          </a:xfrm>
          <a:prstGeom prst="ellipse">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SG" sz="1400" u="sng" cap="none" strike="noStrike">
                <a:solidFill>
                  <a:schemeClr val="dk1"/>
                </a:solidFill>
                <a:latin typeface="Arial"/>
                <a:ea typeface="Arial"/>
                <a:cs typeface="Arial"/>
                <a:sym typeface="Arial"/>
              </a:rPr>
              <a:t>Customer 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10.1.0.0/</a:t>
            </a:r>
            <a:r>
              <a:rPr b="0" i="0" lang="en-SG" sz="1800" u="none" cap="none" strike="noStrike">
                <a:solidFill>
                  <a:srgbClr val="FF0000"/>
                </a:solidFill>
                <a:latin typeface="Arial"/>
                <a:ea typeface="Arial"/>
                <a:cs typeface="Arial"/>
                <a:sym typeface="Arial"/>
              </a:rPr>
              <a:t>255.255</a:t>
            </a:r>
            <a:r>
              <a:rPr b="0" i="0" lang="en-SG" sz="1800" u="none" cap="none" strike="noStrike">
                <a:solidFill>
                  <a:schemeClr val="dk1"/>
                </a:solidFill>
                <a:latin typeface="Arial"/>
                <a:ea typeface="Arial"/>
                <a:cs typeface="Arial"/>
                <a:sym typeface="Arial"/>
              </a:rPr>
              <a:t>.0.0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Arial"/>
                <a:ea typeface="Arial"/>
                <a:cs typeface="Arial"/>
                <a:sym typeface="Arial"/>
              </a:rPr>
              <a:t>(65,534 hosts)</a:t>
            </a:r>
            <a:endParaRPr b="0" i="0" sz="1400" u="none" cap="none" strike="noStrike">
              <a:solidFill>
                <a:srgbClr val="000000"/>
              </a:solidFill>
              <a:latin typeface="Arial"/>
              <a:ea typeface="Arial"/>
              <a:cs typeface="Arial"/>
              <a:sym typeface="Arial"/>
            </a:endParaRPr>
          </a:p>
        </p:txBody>
      </p:sp>
      <p:sp>
        <p:nvSpPr>
          <p:cNvPr id="621" name="Google Shape;621;p81"/>
          <p:cNvSpPr/>
          <p:nvPr/>
        </p:nvSpPr>
        <p:spPr>
          <a:xfrm>
            <a:off x="5436782" y="4848447"/>
            <a:ext cx="2913300" cy="1690500"/>
          </a:xfrm>
          <a:prstGeom prst="ellipse">
            <a:avLst/>
          </a:prstGeom>
          <a:solidFill>
            <a:srgbClr val="00B05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SG" sz="1600" u="sng" cap="none" strike="noStrike">
                <a:solidFill>
                  <a:schemeClr val="lt1"/>
                </a:solidFill>
                <a:latin typeface="Arial"/>
                <a:ea typeface="Arial"/>
                <a:cs typeface="Arial"/>
                <a:sym typeface="Arial"/>
              </a:rPr>
              <a:t>Customer 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1" i="0" sz="1600" u="sng"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Arial"/>
                <a:ea typeface="Arial"/>
                <a:cs typeface="Arial"/>
                <a:sym typeface="Arial"/>
              </a:rPr>
              <a:t>10.2.0.0/</a:t>
            </a:r>
            <a:r>
              <a:rPr b="0" i="0" lang="en-SG" sz="1600" u="none" cap="none" strike="noStrike">
                <a:solidFill>
                  <a:srgbClr val="FF0000"/>
                </a:solidFill>
                <a:latin typeface="Arial"/>
                <a:ea typeface="Arial"/>
                <a:cs typeface="Arial"/>
                <a:sym typeface="Arial"/>
              </a:rPr>
              <a:t>255.255</a:t>
            </a:r>
            <a:r>
              <a:rPr b="0" i="0" lang="en-SG" sz="1600" u="none" cap="none" strike="noStrike">
                <a:solidFill>
                  <a:schemeClr val="lt1"/>
                </a:solidFill>
                <a:latin typeface="Arial"/>
                <a:ea typeface="Arial"/>
                <a:cs typeface="Arial"/>
                <a:sym typeface="Arial"/>
              </a:rPr>
              <a:t>.0.0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Arial"/>
                <a:ea typeface="Arial"/>
                <a:cs typeface="Arial"/>
                <a:sym typeface="Arial"/>
              </a:rPr>
              <a:t>(65,534 hosts)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22" name="Google Shape;622;p81"/>
          <p:cNvSpPr/>
          <p:nvPr/>
        </p:nvSpPr>
        <p:spPr>
          <a:xfrm>
            <a:off x="7203262" y="3094074"/>
            <a:ext cx="2913300" cy="1361100"/>
          </a:xfrm>
          <a:prstGeom prst="ellipse">
            <a:avLst/>
          </a:prstGeom>
          <a:solidFill>
            <a:srgbClr val="00B0F0"/>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SG" sz="1400" u="sng" cap="none" strike="noStrike">
                <a:solidFill>
                  <a:schemeClr val="lt1"/>
                </a:solidFill>
                <a:latin typeface="Arial"/>
                <a:ea typeface="Arial"/>
                <a:cs typeface="Arial"/>
                <a:sym typeface="Arial"/>
              </a:rPr>
              <a:t>Customer 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sng"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SG" sz="1400" u="none" cap="none" strike="noStrike">
                <a:solidFill>
                  <a:schemeClr val="lt1"/>
                </a:solidFill>
                <a:latin typeface="Arial"/>
                <a:ea typeface="Arial"/>
                <a:cs typeface="Arial"/>
                <a:sym typeface="Arial"/>
              </a:rPr>
              <a:t>10.3.0.0/</a:t>
            </a:r>
            <a:r>
              <a:rPr b="0" i="0" lang="en-SG" sz="1400" u="none" cap="none" strike="noStrike">
                <a:solidFill>
                  <a:srgbClr val="FF0000"/>
                </a:solidFill>
                <a:latin typeface="Arial"/>
                <a:ea typeface="Arial"/>
                <a:cs typeface="Arial"/>
                <a:sym typeface="Arial"/>
              </a:rPr>
              <a:t>255.255</a:t>
            </a:r>
            <a:r>
              <a:rPr b="0" i="0" lang="en-SG" sz="1400" u="none" cap="none" strike="noStrike">
                <a:solidFill>
                  <a:schemeClr val="lt1"/>
                </a:solidFill>
                <a:latin typeface="Arial"/>
                <a:ea typeface="Arial"/>
                <a:cs typeface="Arial"/>
                <a:sym typeface="Arial"/>
              </a:rPr>
              <a:t>.0.0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SG" sz="1400" u="none" cap="none" strike="noStrike">
                <a:solidFill>
                  <a:schemeClr val="lt1"/>
                </a:solidFill>
                <a:latin typeface="Arial"/>
                <a:ea typeface="Arial"/>
                <a:cs typeface="Arial"/>
                <a:sym typeface="Arial"/>
              </a:rPr>
              <a:t>(65,534 hosts)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23" name="Google Shape;623;p81"/>
          <p:cNvSpPr txBox="1"/>
          <p:nvPr/>
        </p:nvSpPr>
        <p:spPr>
          <a:xfrm>
            <a:off x="420283" y="77808"/>
            <a:ext cx="60978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SG" sz="3600" u="none" cap="none" strike="noStrike">
                <a:solidFill>
                  <a:srgbClr val="000000"/>
                </a:solidFill>
                <a:latin typeface="Arial Black"/>
                <a:ea typeface="Arial Black"/>
                <a:cs typeface="Arial Black"/>
                <a:sym typeface="Arial Black"/>
              </a:rPr>
              <a:t>Subnetting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LAN</a:t>
            </a:r>
            <a:endParaRPr/>
          </a:p>
        </p:txBody>
      </p:sp>
      <p:grpSp>
        <p:nvGrpSpPr>
          <p:cNvPr id="629" name="Google Shape;629;p11"/>
          <p:cNvGrpSpPr/>
          <p:nvPr/>
        </p:nvGrpSpPr>
        <p:grpSpPr>
          <a:xfrm>
            <a:off x="1220625" y="1685040"/>
            <a:ext cx="2635878" cy="2680603"/>
            <a:chOff x="835315" y="370977"/>
            <a:chExt cx="3244158" cy="3299204"/>
          </a:xfrm>
        </p:grpSpPr>
        <p:grpSp>
          <p:nvGrpSpPr>
            <p:cNvPr id="630" name="Google Shape;630;p11"/>
            <p:cNvGrpSpPr/>
            <p:nvPr/>
          </p:nvGrpSpPr>
          <p:grpSpPr>
            <a:xfrm>
              <a:off x="1911730" y="1709909"/>
              <a:ext cx="1128900" cy="781619"/>
              <a:chOff x="5528963" y="895412"/>
              <a:chExt cx="1128900" cy="781619"/>
            </a:xfrm>
          </p:grpSpPr>
          <p:pic>
            <p:nvPicPr>
              <p:cNvPr descr="AccessPoint" id="631" name="Google Shape;631;p11"/>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632" name="Google Shape;632;p11"/>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E1200-AP</a:t>
                </a:r>
                <a:endParaRPr b="0" i="0" sz="1400" u="none" cap="none" strike="noStrike">
                  <a:solidFill>
                    <a:srgbClr val="000000"/>
                  </a:solidFill>
                  <a:latin typeface="Arial"/>
                  <a:ea typeface="Arial"/>
                  <a:cs typeface="Arial"/>
                  <a:sym typeface="Arial"/>
                </a:endParaRPr>
              </a:p>
            </p:txBody>
          </p:sp>
        </p:grpSp>
        <p:grpSp>
          <p:nvGrpSpPr>
            <p:cNvPr id="633" name="Google Shape;633;p11"/>
            <p:cNvGrpSpPr/>
            <p:nvPr/>
          </p:nvGrpSpPr>
          <p:grpSpPr>
            <a:xfrm>
              <a:off x="1557814" y="1159838"/>
              <a:ext cx="525018" cy="524337"/>
              <a:chOff x="3408" y="2592"/>
              <a:chExt cx="1528" cy="1528"/>
            </a:xfrm>
          </p:grpSpPr>
          <p:sp>
            <p:nvSpPr>
              <p:cNvPr id="634" name="Google Shape;634;p11"/>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35" name="Google Shape;635;p11"/>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36" name="Google Shape;636;p11"/>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grpSp>
          <p:nvGrpSpPr>
            <p:cNvPr id="637" name="Google Shape;637;p11"/>
            <p:cNvGrpSpPr/>
            <p:nvPr/>
          </p:nvGrpSpPr>
          <p:grpSpPr>
            <a:xfrm>
              <a:off x="2938787" y="1147289"/>
              <a:ext cx="531474" cy="532012"/>
              <a:chOff x="3456" y="2016"/>
              <a:chExt cx="1526" cy="1528"/>
            </a:xfrm>
          </p:grpSpPr>
          <p:sp>
            <p:nvSpPr>
              <p:cNvPr id="638" name="Google Shape;638;p11"/>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39" name="Google Shape;639;p11"/>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40" name="Google Shape;640;p11"/>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641" name="Google Shape;641;p11"/>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642" name="Google Shape;642;p11"/>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643" name="Google Shape;643;p11"/>
            <p:cNvGrpSpPr/>
            <p:nvPr/>
          </p:nvGrpSpPr>
          <p:grpSpPr>
            <a:xfrm flipH="1">
              <a:off x="2341008" y="2392126"/>
              <a:ext cx="114300" cy="800971"/>
              <a:chOff x="5280" y="2016"/>
              <a:chExt cx="300" cy="2100"/>
            </a:xfrm>
          </p:grpSpPr>
          <p:sp>
            <p:nvSpPr>
              <p:cNvPr id="644" name="Google Shape;644;p11"/>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45" name="Google Shape;645;p11"/>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46" name="Google Shape;646;p11"/>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647" name="Google Shape;647;p11"/>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aphicFrame>
        <p:nvGraphicFramePr>
          <p:cNvPr id="648" name="Google Shape;648;p11"/>
          <p:cNvGraphicFramePr/>
          <p:nvPr/>
        </p:nvGraphicFramePr>
        <p:xfrm>
          <a:off x="1373304" y="4668123"/>
          <a:ext cx="3000000" cy="3000000"/>
        </p:xfrm>
        <a:graphic>
          <a:graphicData uri="http://schemas.openxmlformats.org/drawingml/2006/table">
            <a:tbl>
              <a:tblPr bandRow="1" firstRow="1">
                <a:noFill/>
                <a:tableStyleId>{CAE8BCA4-CB77-42E6-A089-AC88FC48F14B}</a:tableStyleId>
              </a:tblPr>
              <a:tblGrid>
                <a:gridCol w="745975"/>
                <a:gridCol w="1737225"/>
              </a:tblGrid>
              <a:tr h="3013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SSID</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GRP10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IP address range:</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192.168.10.100 to 192.168.10.150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Subnet Mask:</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255.255.255.0</a:t>
                      </a:r>
                      <a:endParaRPr sz="1400" u="none" cap="none" strike="noStrike"/>
                    </a:p>
                  </a:txBody>
                  <a:tcPr marT="37150" marB="37150" marR="74300" marL="74300"/>
                </a:tc>
              </a:tr>
            </a:tbl>
          </a:graphicData>
        </a:graphic>
      </p:graphicFrame>
      <p:grpSp>
        <p:nvGrpSpPr>
          <p:cNvPr id="649" name="Google Shape;649;p11"/>
          <p:cNvGrpSpPr/>
          <p:nvPr/>
        </p:nvGrpSpPr>
        <p:grpSpPr>
          <a:xfrm>
            <a:off x="8164301" y="1621578"/>
            <a:ext cx="2635878" cy="2680603"/>
            <a:chOff x="835315" y="370977"/>
            <a:chExt cx="3244158" cy="3299204"/>
          </a:xfrm>
        </p:grpSpPr>
        <p:grpSp>
          <p:nvGrpSpPr>
            <p:cNvPr id="650" name="Google Shape;650;p11"/>
            <p:cNvGrpSpPr/>
            <p:nvPr/>
          </p:nvGrpSpPr>
          <p:grpSpPr>
            <a:xfrm>
              <a:off x="1911730" y="1709909"/>
              <a:ext cx="1128900" cy="781619"/>
              <a:chOff x="5528963" y="895412"/>
              <a:chExt cx="1128900" cy="781619"/>
            </a:xfrm>
          </p:grpSpPr>
          <p:pic>
            <p:nvPicPr>
              <p:cNvPr descr="AccessPoint" id="651" name="Google Shape;651;p11"/>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652" name="Google Shape;652;p11"/>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E1200-AP</a:t>
                </a:r>
                <a:endParaRPr b="0" i="0" sz="1400" u="none" cap="none" strike="noStrike">
                  <a:solidFill>
                    <a:srgbClr val="000000"/>
                  </a:solidFill>
                  <a:latin typeface="Arial"/>
                  <a:ea typeface="Arial"/>
                  <a:cs typeface="Arial"/>
                  <a:sym typeface="Arial"/>
                </a:endParaRPr>
              </a:p>
            </p:txBody>
          </p:sp>
        </p:grpSp>
        <p:grpSp>
          <p:nvGrpSpPr>
            <p:cNvPr id="653" name="Google Shape;653;p11"/>
            <p:cNvGrpSpPr/>
            <p:nvPr/>
          </p:nvGrpSpPr>
          <p:grpSpPr>
            <a:xfrm>
              <a:off x="1557814" y="1159838"/>
              <a:ext cx="525018" cy="524337"/>
              <a:chOff x="3408" y="2592"/>
              <a:chExt cx="1528" cy="1528"/>
            </a:xfrm>
          </p:grpSpPr>
          <p:sp>
            <p:nvSpPr>
              <p:cNvPr id="654" name="Google Shape;654;p11"/>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55" name="Google Shape;655;p11"/>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56" name="Google Shape;656;p11"/>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grpSp>
          <p:nvGrpSpPr>
            <p:cNvPr id="657" name="Google Shape;657;p11"/>
            <p:cNvGrpSpPr/>
            <p:nvPr/>
          </p:nvGrpSpPr>
          <p:grpSpPr>
            <a:xfrm>
              <a:off x="2938787" y="1147289"/>
              <a:ext cx="531474" cy="532012"/>
              <a:chOff x="3456" y="2016"/>
              <a:chExt cx="1526" cy="1528"/>
            </a:xfrm>
          </p:grpSpPr>
          <p:sp>
            <p:nvSpPr>
              <p:cNvPr id="658" name="Google Shape;658;p11"/>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59" name="Google Shape;659;p11"/>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60" name="Google Shape;660;p11"/>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661" name="Google Shape;661;p11"/>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662" name="Google Shape;662;p11"/>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663" name="Google Shape;663;p11"/>
            <p:cNvGrpSpPr/>
            <p:nvPr/>
          </p:nvGrpSpPr>
          <p:grpSpPr>
            <a:xfrm flipH="1">
              <a:off x="2341008" y="2392126"/>
              <a:ext cx="114300" cy="800971"/>
              <a:chOff x="5280" y="2016"/>
              <a:chExt cx="300" cy="2100"/>
            </a:xfrm>
          </p:grpSpPr>
          <p:sp>
            <p:nvSpPr>
              <p:cNvPr id="664" name="Google Shape;664;p11"/>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65" name="Google Shape;665;p11"/>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66" name="Google Shape;666;p11"/>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667" name="Google Shape;667;p11"/>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pSp>
        <p:nvGrpSpPr>
          <p:cNvPr id="668" name="Google Shape;668;p11"/>
          <p:cNvGrpSpPr/>
          <p:nvPr/>
        </p:nvGrpSpPr>
        <p:grpSpPr>
          <a:xfrm>
            <a:off x="4846597" y="1617017"/>
            <a:ext cx="2635878" cy="2680603"/>
            <a:chOff x="835315" y="370977"/>
            <a:chExt cx="3244158" cy="3299204"/>
          </a:xfrm>
        </p:grpSpPr>
        <p:grpSp>
          <p:nvGrpSpPr>
            <p:cNvPr id="669" name="Google Shape;669;p11"/>
            <p:cNvGrpSpPr/>
            <p:nvPr/>
          </p:nvGrpSpPr>
          <p:grpSpPr>
            <a:xfrm>
              <a:off x="1911730" y="1709909"/>
              <a:ext cx="1128900" cy="781619"/>
              <a:chOff x="5528963" y="895412"/>
              <a:chExt cx="1128900" cy="781619"/>
            </a:xfrm>
          </p:grpSpPr>
          <p:pic>
            <p:nvPicPr>
              <p:cNvPr descr="AccessPoint" id="670" name="Google Shape;670;p11"/>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671" name="Google Shape;671;p11"/>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E1200-AP</a:t>
                </a:r>
                <a:endParaRPr b="0" i="0" sz="1400" u="none" cap="none" strike="noStrike">
                  <a:solidFill>
                    <a:srgbClr val="000000"/>
                  </a:solidFill>
                  <a:latin typeface="Arial"/>
                  <a:ea typeface="Arial"/>
                  <a:cs typeface="Arial"/>
                  <a:sym typeface="Arial"/>
                </a:endParaRPr>
              </a:p>
            </p:txBody>
          </p:sp>
        </p:grpSp>
        <p:grpSp>
          <p:nvGrpSpPr>
            <p:cNvPr id="672" name="Google Shape;672;p11"/>
            <p:cNvGrpSpPr/>
            <p:nvPr/>
          </p:nvGrpSpPr>
          <p:grpSpPr>
            <a:xfrm>
              <a:off x="1557814" y="1159838"/>
              <a:ext cx="525018" cy="524337"/>
              <a:chOff x="3408" y="2592"/>
              <a:chExt cx="1528" cy="1528"/>
            </a:xfrm>
          </p:grpSpPr>
          <p:sp>
            <p:nvSpPr>
              <p:cNvPr id="673" name="Google Shape;673;p11"/>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74" name="Google Shape;674;p11"/>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75" name="Google Shape;675;p11"/>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grpSp>
          <p:nvGrpSpPr>
            <p:cNvPr id="676" name="Google Shape;676;p11"/>
            <p:cNvGrpSpPr/>
            <p:nvPr/>
          </p:nvGrpSpPr>
          <p:grpSpPr>
            <a:xfrm>
              <a:off x="2938787" y="1147289"/>
              <a:ext cx="531474" cy="532012"/>
              <a:chOff x="3456" y="2016"/>
              <a:chExt cx="1526" cy="1528"/>
            </a:xfrm>
          </p:grpSpPr>
          <p:sp>
            <p:nvSpPr>
              <p:cNvPr id="677" name="Google Shape;677;p11"/>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78" name="Google Shape;678;p11"/>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79" name="Google Shape;679;p11"/>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680" name="Google Shape;680;p11"/>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681" name="Google Shape;681;p11"/>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682" name="Google Shape;682;p11"/>
            <p:cNvGrpSpPr/>
            <p:nvPr/>
          </p:nvGrpSpPr>
          <p:grpSpPr>
            <a:xfrm flipH="1">
              <a:off x="2341008" y="2392126"/>
              <a:ext cx="114300" cy="800971"/>
              <a:chOff x="5280" y="2016"/>
              <a:chExt cx="300" cy="2100"/>
            </a:xfrm>
          </p:grpSpPr>
          <p:sp>
            <p:nvSpPr>
              <p:cNvPr id="683" name="Google Shape;683;p11"/>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84" name="Google Shape;684;p11"/>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685" name="Google Shape;685;p11"/>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686" name="Google Shape;686;p11"/>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aphicFrame>
        <p:nvGraphicFramePr>
          <p:cNvPr id="687" name="Google Shape;687;p11"/>
          <p:cNvGraphicFramePr/>
          <p:nvPr/>
        </p:nvGraphicFramePr>
        <p:xfrm>
          <a:off x="5049801" y="4679704"/>
          <a:ext cx="3000000" cy="3000000"/>
        </p:xfrm>
        <a:graphic>
          <a:graphicData uri="http://schemas.openxmlformats.org/drawingml/2006/table">
            <a:tbl>
              <a:tblPr bandRow="1" firstRow="1">
                <a:noFill/>
                <a:tableStyleId>{CAE8BCA4-CB77-42E6-A089-AC88FC48F14B}</a:tableStyleId>
              </a:tblPr>
              <a:tblGrid>
                <a:gridCol w="756450"/>
                <a:gridCol w="1676225"/>
              </a:tblGrid>
              <a:tr h="3013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SSID</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GRP20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IP address range:</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192.168.20.100 to 192.168.20.150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Subnet Mask:</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255.255.255.0</a:t>
                      </a:r>
                      <a:endParaRPr sz="1400" u="none" cap="none" strike="noStrike"/>
                    </a:p>
                  </a:txBody>
                  <a:tcPr marT="37150" marB="37150" marR="74300" marL="74300"/>
                </a:tc>
              </a:tr>
            </a:tbl>
          </a:graphicData>
        </a:graphic>
      </p:graphicFrame>
      <p:graphicFrame>
        <p:nvGraphicFramePr>
          <p:cNvPr id="688" name="Google Shape;688;p11"/>
          <p:cNvGraphicFramePr/>
          <p:nvPr/>
        </p:nvGraphicFramePr>
        <p:xfrm>
          <a:off x="8164301" y="4656543"/>
          <a:ext cx="3000000" cy="3000000"/>
        </p:xfrm>
        <a:graphic>
          <a:graphicData uri="http://schemas.openxmlformats.org/drawingml/2006/table">
            <a:tbl>
              <a:tblPr bandRow="1" firstRow="1">
                <a:noFill/>
                <a:tableStyleId>{CAE8BCA4-CB77-42E6-A089-AC88FC48F14B}</a:tableStyleId>
              </a:tblPr>
              <a:tblGrid>
                <a:gridCol w="749425"/>
                <a:gridCol w="1660650"/>
              </a:tblGrid>
              <a:tr h="324475">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SSID</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GRP30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IP address range:</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192.168.30.100 to 192.168.30.150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Subnet Mask:</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255.255.255.0</a:t>
                      </a:r>
                      <a:endParaRPr sz="1400" u="none" cap="none" strike="noStrike"/>
                    </a:p>
                  </a:txBody>
                  <a:tcPr marT="37150" marB="37150" marR="74300" marL="743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p16"/>
          <p:cNvPicPr preferRelativeResize="0"/>
          <p:nvPr/>
        </p:nvPicPr>
        <p:blipFill rotWithShape="1">
          <a:blip r:embed="rId3">
            <a:alphaModFix/>
          </a:blip>
          <a:srcRect b="0" l="0" r="0" t="0"/>
          <a:stretch/>
        </p:blipFill>
        <p:spPr>
          <a:xfrm>
            <a:off x="652462" y="695325"/>
            <a:ext cx="4791075" cy="5467350"/>
          </a:xfrm>
          <a:prstGeom prst="rect">
            <a:avLst/>
          </a:prstGeom>
          <a:noFill/>
          <a:ln>
            <a:noFill/>
          </a:ln>
        </p:spPr>
      </p:pic>
      <p:pic>
        <p:nvPicPr>
          <p:cNvPr id="694" name="Google Shape;694;p16"/>
          <p:cNvPicPr preferRelativeResize="0"/>
          <p:nvPr/>
        </p:nvPicPr>
        <p:blipFill rotWithShape="1">
          <a:blip r:embed="rId4">
            <a:alphaModFix/>
          </a:blip>
          <a:srcRect b="0" l="0" r="0" t="0"/>
          <a:stretch/>
        </p:blipFill>
        <p:spPr>
          <a:xfrm>
            <a:off x="5970699" y="1157287"/>
            <a:ext cx="5810250" cy="4543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7"/>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Dynamic Host Configuration Protocol(DHCP) Service</a:t>
            </a:r>
            <a:endParaRPr/>
          </a:p>
        </p:txBody>
      </p:sp>
      <p:sp>
        <p:nvSpPr>
          <p:cNvPr id="700" name="Google Shape;700;p17"/>
          <p:cNvSpPr txBox="1"/>
          <p:nvPr>
            <p:ph idx="1" type="body"/>
          </p:nvPr>
        </p:nvSpPr>
        <p:spPr>
          <a:xfrm>
            <a:off x="609600" y="1371600"/>
            <a:ext cx="5350800" cy="46863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800"/>
              <a:buFont typeface="Tahoma"/>
              <a:buChar char="•"/>
            </a:pPr>
            <a:r>
              <a:rPr lang="en-SG"/>
              <a:t>usually provided by a router</a:t>
            </a:r>
            <a:endParaRPr/>
          </a:p>
          <a:p>
            <a:pPr indent="-342900" lvl="0" marL="342900" rtl="0" algn="l">
              <a:lnSpc>
                <a:spcPct val="100000"/>
              </a:lnSpc>
              <a:spcBef>
                <a:spcPts val="560"/>
              </a:spcBef>
              <a:spcAft>
                <a:spcPts val="0"/>
              </a:spcAft>
              <a:buSzPts val="2800"/>
              <a:buFont typeface="Tahoma"/>
              <a:buChar char="•"/>
            </a:pPr>
            <a:r>
              <a:rPr lang="en-SG"/>
              <a:t>client uses a data-link layer (MAC) broadcast address</a:t>
            </a:r>
            <a:endParaRPr/>
          </a:p>
          <a:p>
            <a:pPr indent="-342900" lvl="0" marL="342900" rtl="0" algn="l">
              <a:lnSpc>
                <a:spcPct val="100000"/>
              </a:lnSpc>
              <a:spcBef>
                <a:spcPts val="560"/>
              </a:spcBef>
              <a:spcAft>
                <a:spcPts val="0"/>
              </a:spcAft>
              <a:buSzPts val="2800"/>
              <a:buFont typeface="Tahoma"/>
              <a:buChar char="•"/>
            </a:pPr>
            <a:r>
              <a:rPr lang="en-SG"/>
              <a:t>configure a range of IP addresses and a subnet mask to issue to clients</a:t>
            </a:r>
            <a:endParaRPr/>
          </a:p>
          <a:p>
            <a:pPr indent="-342900" lvl="0" marL="342900" rtl="0" algn="l">
              <a:lnSpc>
                <a:spcPct val="100000"/>
              </a:lnSpc>
              <a:spcBef>
                <a:spcPts val="560"/>
              </a:spcBef>
              <a:spcAft>
                <a:spcPts val="0"/>
              </a:spcAft>
              <a:buSzPts val="2800"/>
              <a:buFont typeface="Tahoma"/>
              <a:buChar char="•"/>
            </a:pPr>
            <a:r>
              <a:rPr lang="en-SG"/>
              <a:t>IP addresses are not permanent, their leased period will expired and will need to be renewel</a:t>
            </a:r>
            <a:endParaRPr/>
          </a:p>
        </p:txBody>
      </p:sp>
      <p:sp>
        <p:nvSpPr>
          <p:cNvPr id="701" name="Google Shape;701;p17"/>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pic>
        <p:nvPicPr>
          <p:cNvPr descr="DHCP Processes" id="702" name="Google Shape;702;p17"/>
          <p:cNvPicPr preferRelativeResize="0"/>
          <p:nvPr/>
        </p:nvPicPr>
        <p:blipFill rotWithShape="1">
          <a:blip r:embed="rId3">
            <a:alphaModFix/>
          </a:blip>
          <a:srcRect b="0" l="0" r="0" t="0"/>
          <a:stretch/>
        </p:blipFill>
        <p:spPr>
          <a:xfrm>
            <a:off x="6667347" y="1571625"/>
            <a:ext cx="4029075" cy="4286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cxnSp>
        <p:nvCxnSpPr>
          <p:cNvPr id="707" name="Google Shape;707;p18"/>
          <p:cNvCxnSpPr/>
          <p:nvPr/>
        </p:nvCxnSpPr>
        <p:spPr>
          <a:xfrm flipH="1" rot="10800000">
            <a:off x="10063965" y="2366721"/>
            <a:ext cx="97500" cy="1320600"/>
          </a:xfrm>
          <a:prstGeom prst="straightConnector1">
            <a:avLst/>
          </a:prstGeom>
          <a:noFill/>
          <a:ln cap="flat" cmpd="sng" w="19050">
            <a:solidFill>
              <a:schemeClr val="dk1"/>
            </a:solidFill>
            <a:prstDash val="solid"/>
            <a:miter lim="800000"/>
            <a:headEnd len="sm" w="sm" type="none"/>
            <a:tailEnd len="sm" w="sm" type="none"/>
          </a:ln>
        </p:spPr>
      </p:cxnSp>
      <p:cxnSp>
        <p:nvCxnSpPr>
          <p:cNvPr id="708" name="Google Shape;708;p18"/>
          <p:cNvCxnSpPr/>
          <p:nvPr/>
        </p:nvCxnSpPr>
        <p:spPr>
          <a:xfrm flipH="1">
            <a:off x="6061884" y="2235432"/>
            <a:ext cx="20700" cy="1383900"/>
          </a:xfrm>
          <a:prstGeom prst="straightConnector1">
            <a:avLst/>
          </a:prstGeom>
          <a:noFill/>
          <a:ln cap="flat" cmpd="sng" w="19050">
            <a:solidFill>
              <a:schemeClr val="dk1"/>
            </a:solidFill>
            <a:prstDash val="solid"/>
            <a:miter lim="800000"/>
            <a:headEnd len="sm" w="sm" type="none"/>
            <a:tailEnd len="sm" w="sm" type="none"/>
          </a:ln>
        </p:spPr>
      </p:cxnSp>
      <p:grpSp>
        <p:nvGrpSpPr>
          <p:cNvPr id="709" name="Google Shape;709;p18"/>
          <p:cNvGrpSpPr/>
          <p:nvPr/>
        </p:nvGrpSpPr>
        <p:grpSpPr>
          <a:xfrm>
            <a:off x="1123406" y="2599439"/>
            <a:ext cx="2635878" cy="2680603"/>
            <a:chOff x="835315" y="370977"/>
            <a:chExt cx="3244158" cy="3299204"/>
          </a:xfrm>
        </p:grpSpPr>
        <p:grpSp>
          <p:nvGrpSpPr>
            <p:cNvPr id="710" name="Google Shape;710;p18"/>
            <p:cNvGrpSpPr/>
            <p:nvPr/>
          </p:nvGrpSpPr>
          <p:grpSpPr>
            <a:xfrm>
              <a:off x="1911730" y="1709909"/>
              <a:ext cx="1128900" cy="781619"/>
              <a:chOff x="5528963" y="895412"/>
              <a:chExt cx="1128900" cy="781619"/>
            </a:xfrm>
          </p:grpSpPr>
          <p:pic>
            <p:nvPicPr>
              <p:cNvPr descr="AccessPoint" id="711" name="Google Shape;711;p18"/>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712" name="Google Shape;712;p18"/>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rgbClr val="000000"/>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713" name="Google Shape;713;p18"/>
            <p:cNvGrpSpPr/>
            <p:nvPr/>
          </p:nvGrpSpPr>
          <p:grpSpPr>
            <a:xfrm>
              <a:off x="1557814" y="1159838"/>
              <a:ext cx="525018" cy="524337"/>
              <a:chOff x="3408" y="2592"/>
              <a:chExt cx="1528" cy="1528"/>
            </a:xfrm>
          </p:grpSpPr>
          <p:sp>
            <p:nvSpPr>
              <p:cNvPr id="714" name="Google Shape;714;p18"/>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15" name="Google Shape;715;p18"/>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16" name="Google Shape;716;p18"/>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grpSp>
          <p:nvGrpSpPr>
            <p:cNvPr id="717" name="Google Shape;717;p18"/>
            <p:cNvGrpSpPr/>
            <p:nvPr/>
          </p:nvGrpSpPr>
          <p:grpSpPr>
            <a:xfrm>
              <a:off x="2938787" y="1147289"/>
              <a:ext cx="531474" cy="532012"/>
              <a:chOff x="3456" y="2016"/>
              <a:chExt cx="1526" cy="1528"/>
            </a:xfrm>
          </p:grpSpPr>
          <p:sp>
            <p:nvSpPr>
              <p:cNvPr id="718" name="Google Shape;718;p18"/>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19" name="Google Shape;719;p18"/>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20" name="Google Shape;720;p18"/>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pic>
          <p:nvPicPr>
            <p:cNvPr id="721" name="Google Shape;721;p18"/>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722" name="Google Shape;722;p18"/>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723" name="Google Shape;723;p18"/>
            <p:cNvGrpSpPr/>
            <p:nvPr/>
          </p:nvGrpSpPr>
          <p:grpSpPr>
            <a:xfrm flipH="1">
              <a:off x="2341008" y="2392126"/>
              <a:ext cx="114300" cy="800971"/>
              <a:chOff x="5280" y="2016"/>
              <a:chExt cx="300" cy="2100"/>
            </a:xfrm>
          </p:grpSpPr>
          <p:sp>
            <p:nvSpPr>
              <p:cNvPr id="724" name="Google Shape;724;p18"/>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25" name="Google Shape;725;p18"/>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26" name="Google Shape;726;p18"/>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pic>
          <p:nvPicPr>
            <p:cNvPr id="727" name="Google Shape;727;p18"/>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pSp>
        <p:nvGrpSpPr>
          <p:cNvPr id="728" name="Google Shape;728;p18"/>
          <p:cNvGrpSpPr/>
          <p:nvPr/>
        </p:nvGrpSpPr>
        <p:grpSpPr>
          <a:xfrm>
            <a:off x="8730759" y="2605424"/>
            <a:ext cx="2635878" cy="2680603"/>
            <a:chOff x="835315" y="370977"/>
            <a:chExt cx="3244158" cy="3299204"/>
          </a:xfrm>
        </p:grpSpPr>
        <p:grpSp>
          <p:nvGrpSpPr>
            <p:cNvPr id="729" name="Google Shape;729;p18"/>
            <p:cNvGrpSpPr/>
            <p:nvPr/>
          </p:nvGrpSpPr>
          <p:grpSpPr>
            <a:xfrm>
              <a:off x="1911730" y="1709909"/>
              <a:ext cx="1128900" cy="781619"/>
              <a:chOff x="5528963" y="895412"/>
              <a:chExt cx="1128900" cy="781619"/>
            </a:xfrm>
          </p:grpSpPr>
          <p:pic>
            <p:nvPicPr>
              <p:cNvPr descr="AccessPoint" id="730" name="Google Shape;730;p18"/>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731" name="Google Shape;731;p18"/>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rgbClr val="000000"/>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732" name="Google Shape;732;p18"/>
            <p:cNvGrpSpPr/>
            <p:nvPr/>
          </p:nvGrpSpPr>
          <p:grpSpPr>
            <a:xfrm>
              <a:off x="1557814" y="1159838"/>
              <a:ext cx="525018" cy="524337"/>
              <a:chOff x="3408" y="2592"/>
              <a:chExt cx="1528" cy="1528"/>
            </a:xfrm>
          </p:grpSpPr>
          <p:sp>
            <p:nvSpPr>
              <p:cNvPr id="733" name="Google Shape;733;p18"/>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34" name="Google Shape;734;p18"/>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35" name="Google Shape;735;p18"/>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grpSp>
          <p:nvGrpSpPr>
            <p:cNvPr id="736" name="Google Shape;736;p18"/>
            <p:cNvGrpSpPr/>
            <p:nvPr/>
          </p:nvGrpSpPr>
          <p:grpSpPr>
            <a:xfrm>
              <a:off x="2938787" y="1147289"/>
              <a:ext cx="531474" cy="532012"/>
              <a:chOff x="3456" y="2016"/>
              <a:chExt cx="1526" cy="1528"/>
            </a:xfrm>
          </p:grpSpPr>
          <p:sp>
            <p:nvSpPr>
              <p:cNvPr id="737" name="Google Shape;737;p18"/>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38" name="Google Shape;738;p18"/>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39" name="Google Shape;739;p18"/>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pic>
          <p:nvPicPr>
            <p:cNvPr id="740" name="Google Shape;740;p18"/>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741" name="Google Shape;741;p18"/>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742" name="Google Shape;742;p18"/>
            <p:cNvGrpSpPr/>
            <p:nvPr/>
          </p:nvGrpSpPr>
          <p:grpSpPr>
            <a:xfrm flipH="1">
              <a:off x="2341008" y="2392126"/>
              <a:ext cx="114300" cy="800971"/>
              <a:chOff x="5280" y="2016"/>
              <a:chExt cx="300" cy="2100"/>
            </a:xfrm>
          </p:grpSpPr>
          <p:sp>
            <p:nvSpPr>
              <p:cNvPr id="743" name="Google Shape;743;p18"/>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44" name="Google Shape;744;p18"/>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45" name="Google Shape;745;p18"/>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pic>
          <p:nvPicPr>
            <p:cNvPr id="746" name="Google Shape;746;p18"/>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grpSp>
        <p:nvGrpSpPr>
          <p:cNvPr id="747" name="Google Shape;747;p18"/>
          <p:cNvGrpSpPr/>
          <p:nvPr/>
        </p:nvGrpSpPr>
        <p:grpSpPr>
          <a:xfrm>
            <a:off x="4749378" y="2531416"/>
            <a:ext cx="2635878" cy="2680603"/>
            <a:chOff x="835315" y="370977"/>
            <a:chExt cx="3244158" cy="3299204"/>
          </a:xfrm>
        </p:grpSpPr>
        <p:grpSp>
          <p:nvGrpSpPr>
            <p:cNvPr id="748" name="Google Shape;748;p18"/>
            <p:cNvGrpSpPr/>
            <p:nvPr/>
          </p:nvGrpSpPr>
          <p:grpSpPr>
            <a:xfrm>
              <a:off x="1911730" y="1709909"/>
              <a:ext cx="1128900" cy="781619"/>
              <a:chOff x="5528963" y="895412"/>
              <a:chExt cx="1128900" cy="781619"/>
            </a:xfrm>
          </p:grpSpPr>
          <p:pic>
            <p:nvPicPr>
              <p:cNvPr descr="AccessPoint" id="749" name="Google Shape;749;p18"/>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750" name="Google Shape;750;p18"/>
              <p:cNvSpPr/>
              <p:nvPr/>
            </p:nvSpPr>
            <p:spPr>
              <a:xfrm>
                <a:off x="5528963" y="1286431"/>
                <a:ext cx="11289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rgbClr val="000000"/>
                    </a:solidFill>
                    <a:latin typeface="Calibri"/>
                    <a:ea typeface="Calibri"/>
                    <a:cs typeface="Calibri"/>
                    <a:sym typeface="Calibri"/>
                  </a:rPr>
                  <a:t>E1200-AP</a:t>
                </a:r>
                <a:endParaRPr b="0" i="0" sz="1400" u="none" cap="none" strike="noStrike">
                  <a:solidFill>
                    <a:srgbClr val="000000"/>
                  </a:solidFill>
                  <a:latin typeface="Arial"/>
                  <a:ea typeface="Arial"/>
                  <a:cs typeface="Arial"/>
                  <a:sym typeface="Arial"/>
                </a:endParaRPr>
              </a:p>
            </p:txBody>
          </p:sp>
        </p:grpSp>
        <p:grpSp>
          <p:nvGrpSpPr>
            <p:cNvPr id="751" name="Google Shape;751;p18"/>
            <p:cNvGrpSpPr/>
            <p:nvPr/>
          </p:nvGrpSpPr>
          <p:grpSpPr>
            <a:xfrm>
              <a:off x="1557814" y="1159838"/>
              <a:ext cx="525018" cy="524337"/>
              <a:chOff x="3408" y="2592"/>
              <a:chExt cx="1528" cy="1528"/>
            </a:xfrm>
          </p:grpSpPr>
          <p:sp>
            <p:nvSpPr>
              <p:cNvPr id="752" name="Google Shape;752;p18"/>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53" name="Google Shape;753;p18"/>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54" name="Google Shape;754;p18"/>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grpSp>
          <p:nvGrpSpPr>
            <p:cNvPr id="755" name="Google Shape;755;p18"/>
            <p:cNvGrpSpPr/>
            <p:nvPr/>
          </p:nvGrpSpPr>
          <p:grpSpPr>
            <a:xfrm>
              <a:off x="2938787" y="1147289"/>
              <a:ext cx="531474" cy="532012"/>
              <a:chOff x="3456" y="2016"/>
              <a:chExt cx="1526" cy="1528"/>
            </a:xfrm>
          </p:grpSpPr>
          <p:sp>
            <p:nvSpPr>
              <p:cNvPr id="756" name="Google Shape;756;p18"/>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57" name="Google Shape;757;p18"/>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58" name="Google Shape;758;p18"/>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pic>
          <p:nvPicPr>
            <p:cNvPr id="759" name="Google Shape;759;p18"/>
            <p:cNvPicPr preferRelativeResize="0"/>
            <p:nvPr/>
          </p:nvPicPr>
          <p:blipFill rotWithShape="1">
            <a:blip r:embed="rId4">
              <a:alphaModFix/>
            </a:blip>
            <a:srcRect b="0" l="0" r="0" t="0"/>
            <a:stretch/>
          </p:blipFill>
          <p:spPr>
            <a:xfrm>
              <a:off x="835315" y="582596"/>
              <a:ext cx="914401" cy="741364"/>
            </a:xfrm>
            <a:prstGeom prst="rect">
              <a:avLst/>
            </a:prstGeom>
            <a:noFill/>
            <a:ln>
              <a:noFill/>
            </a:ln>
          </p:spPr>
        </p:pic>
        <p:pic>
          <p:nvPicPr>
            <p:cNvPr id="760" name="Google Shape;760;p18"/>
            <p:cNvPicPr preferRelativeResize="0"/>
            <p:nvPr/>
          </p:nvPicPr>
          <p:blipFill rotWithShape="1">
            <a:blip r:embed="rId5">
              <a:alphaModFix/>
            </a:blip>
            <a:srcRect b="0" l="0" r="0" t="0"/>
            <a:stretch/>
          </p:blipFill>
          <p:spPr>
            <a:xfrm>
              <a:off x="3206962" y="370977"/>
              <a:ext cx="872511" cy="714027"/>
            </a:xfrm>
            <a:prstGeom prst="rect">
              <a:avLst/>
            </a:prstGeom>
            <a:noFill/>
            <a:ln>
              <a:noFill/>
            </a:ln>
          </p:spPr>
        </p:pic>
        <p:grpSp>
          <p:nvGrpSpPr>
            <p:cNvPr id="761" name="Google Shape;761;p18"/>
            <p:cNvGrpSpPr/>
            <p:nvPr/>
          </p:nvGrpSpPr>
          <p:grpSpPr>
            <a:xfrm flipH="1">
              <a:off x="2341008" y="2392126"/>
              <a:ext cx="114300" cy="800971"/>
              <a:chOff x="5280" y="2016"/>
              <a:chExt cx="300" cy="2100"/>
            </a:xfrm>
          </p:grpSpPr>
          <p:sp>
            <p:nvSpPr>
              <p:cNvPr id="762" name="Google Shape;762;p18"/>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63" name="Google Shape;763;p18"/>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sp>
            <p:nvSpPr>
              <p:cNvPr id="764" name="Google Shape;764;p18"/>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rgbClr val="000000"/>
                  </a:solidFill>
                  <a:latin typeface="Calibri"/>
                  <a:ea typeface="Calibri"/>
                  <a:cs typeface="Calibri"/>
                  <a:sym typeface="Calibri"/>
                </a:endParaRPr>
              </a:p>
            </p:txBody>
          </p:sp>
        </p:grpSp>
        <p:pic>
          <p:nvPicPr>
            <p:cNvPr id="765" name="Google Shape;765;p18"/>
            <p:cNvPicPr preferRelativeResize="0"/>
            <p:nvPr/>
          </p:nvPicPr>
          <p:blipFill rotWithShape="1">
            <a:blip r:embed="rId4">
              <a:alphaModFix/>
            </a:blip>
            <a:srcRect b="0" l="0" r="0" t="0"/>
            <a:stretch/>
          </p:blipFill>
          <p:spPr>
            <a:xfrm>
              <a:off x="1825477" y="2928817"/>
              <a:ext cx="914401" cy="741364"/>
            </a:xfrm>
            <a:prstGeom prst="rect">
              <a:avLst/>
            </a:prstGeom>
            <a:noFill/>
            <a:ln>
              <a:noFill/>
            </a:ln>
          </p:spPr>
        </p:pic>
      </p:grpSp>
      <p:pic>
        <p:nvPicPr>
          <p:cNvPr id="766" name="Google Shape;766;p18"/>
          <p:cNvPicPr preferRelativeResize="0"/>
          <p:nvPr/>
        </p:nvPicPr>
        <p:blipFill rotWithShape="1">
          <a:blip r:embed="rId6">
            <a:alphaModFix/>
          </a:blip>
          <a:srcRect b="0" l="0" r="0" t="0"/>
          <a:stretch/>
        </p:blipFill>
        <p:spPr>
          <a:xfrm>
            <a:off x="2214637" y="1869641"/>
            <a:ext cx="768163" cy="731583"/>
          </a:xfrm>
          <a:prstGeom prst="rect">
            <a:avLst/>
          </a:prstGeom>
          <a:noFill/>
          <a:ln>
            <a:noFill/>
          </a:ln>
        </p:spPr>
      </p:pic>
      <p:pic>
        <p:nvPicPr>
          <p:cNvPr id="767" name="Google Shape;767;p18"/>
          <p:cNvPicPr preferRelativeResize="0"/>
          <p:nvPr/>
        </p:nvPicPr>
        <p:blipFill rotWithShape="1">
          <a:blip r:embed="rId6">
            <a:alphaModFix/>
          </a:blip>
          <a:srcRect b="0" l="0" r="0" t="0"/>
          <a:stretch/>
        </p:blipFill>
        <p:spPr>
          <a:xfrm>
            <a:off x="5739117" y="1936519"/>
            <a:ext cx="768163" cy="731583"/>
          </a:xfrm>
          <a:prstGeom prst="rect">
            <a:avLst/>
          </a:prstGeom>
          <a:noFill/>
          <a:ln>
            <a:noFill/>
          </a:ln>
        </p:spPr>
      </p:pic>
      <p:pic>
        <p:nvPicPr>
          <p:cNvPr id="768" name="Google Shape;768;p18"/>
          <p:cNvPicPr preferRelativeResize="0"/>
          <p:nvPr/>
        </p:nvPicPr>
        <p:blipFill rotWithShape="1">
          <a:blip r:embed="rId6">
            <a:alphaModFix/>
          </a:blip>
          <a:srcRect b="0" l="0" r="0" t="0"/>
          <a:stretch/>
        </p:blipFill>
        <p:spPr>
          <a:xfrm>
            <a:off x="9744366" y="2000909"/>
            <a:ext cx="768163" cy="731583"/>
          </a:xfrm>
          <a:prstGeom prst="rect">
            <a:avLst/>
          </a:prstGeom>
          <a:noFill/>
          <a:ln>
            <a:noFill/>
          </a:ln>
        </p:spPr>
      </p:pic>
      <p:pic>
        <p:nvPicPr>
          <p:cNvPr descr="AccessPoint" id="769" name="Google Shape;769;p18"/>
          <p:cNvPicPr preferRelativeResize="0"/>
          <p:nvPr/>
        </p:nvPicPr>
        <p:blipFill rotWithShape="1">
          <a:blip r:embed="rId3">
            <a:alphaModFix/>
          </a:blip>
          <a:srcRect b="0" l="0" r="0" t="0"/>
          <a:stretch/>
        </p:blipFill>
        <p:spPr>
          <a:xfrm>
            <a:off x="5278003" y="204839"/>
            <a:ext cx="845194" cy="368795"/>
          </a:xfrm>
          <a:prstGeom prst="rect">
            <a:avLst/>
          </a:prstGeom>
          <a:noFill/>
          <a:ln>
            <a:noFill/>
          </a:ln>
        </p:spPr>
      </p:pic>
      <p:cxnSp>
        <p:nvCxnSpPr>
          <p:cNvPr id="770" name="Google Shape;770;p18"/>
          <p:cNvCxnSpPr>
            <a:endCxn id="711" idx="0"/>
          </p:cNvCxnSpPr>
          <p:nvPr/>
        </p:nvCxnSpPr>
        <p:spPr>
          <a:xfrm flipH="1">
            <a:off x="2458710" y="2297121"/>
            <a:ext cx="161400" cy="1390200"/>
          </a:xfrm>
          <a:prstGeom prst="straightConnector1">
            <a:avLst/>
          </a:prstGeom>
          <a:noFill/>
          <a:ln cap="flat" cmpd="sng" w="19050">
            <a:solidFill>
              <a:schemeClr val="dk1"/>
            </a:solidFill>
            <a:prstDash val="solid"/>
            <a:miter lim="800000"/>
            <a:headEnd len="sm" w="sm" type="none"/>
            <a:tailEnd len="sm" w="sm" type="none"/>
          </a:ln>
        </p:spPr>
      </p:cxnSp>
      <p:cxnSp>
        <p:nvCxnSpPr>
          <p:cNvPr id="771" name="Google Shape;771;p18"/>
          <p:cNvCxnSpPr>
            <a:endCxn id="766" idx="0"/>
          </p:cNvCxnSpPr>
          <p:nvPr/>
        </p:nvCxnSpPr>
        <p:spPr>
          <a:xfrm flipH="1">
            <a:off x="2598718" y="543641"/>
            <a:ext cx="2679300" cy="1326000"/>
          </a:xfrm>
          <a:prstGeom prst="straightConnector1">
            <a:avLst/>
          </a:prstGeom>
          <a:noFill/>
          <a:ln cap="flat" cmpd="sng" w="19050">
            <a:solidFill>
              <a:schemeClr val="dk1"/>
            </a:solidFill>
            <a:prstDash val="solid"/>
            <a:miter lim="800000"/>
            <a:headEnd len="sm" w="sm" type="none"/>
            <a:tailEnd len="sm" w="sm" type="none"/>
          </a:ln>
        </p:spPr>
      </p:cxnSp>
      <p:cxnSp>
        <p:nvCxnSpPr>
          <p:cNvPr id="772" name="Google Shape;772;p18"/>
          <p:cNvCxnSpPr>
            <a:stCxn id="769" idx="2"/>
            <a:endCxn id="767" idx="0"/>
          </p:cNvCxnSpPr>
          <p:nvPr/>
        </p:nvCxnSpPr>
        <p:spPr>
          <a:xfrm>
            <a:off x="5700600" y="573634"/>
            <a:ext cx="422700" cy="1362900"/>
          </a:xfrm>
          <a:prstGeom prst="straightConnector1">
            <a:avLst/>
          </a:prstGeom>
          <a:noFill/>
          <a:ln cap="flat" cmpd="sng" w="19050">
            <a:solidFill>
              <a:schemeClr val="dk1"/>
            </a:solidFill>
            <a:prstDash val="solid"/>
            <a:miter lim="800000"/>
            <a:headEnd len="sm" w="sm" type="none"/>
            <a:tailEnd len="sm" w="sm" type="none"/>
          </a:ln>
        </p:spPr>
      </p:cxnSp>
      <p:cxnSp>
        <p:nvCxnSpPr>
          <p:cNvPr id="773" name="Google Shape;773;p18"/>
          <p:cNvCxnSpPr>
            <a:endCxn id="768" idx="0"/>
          </p:cNvCxnSpPr>
          <p:nvPr/>
        </p:nvCxnSpPr>
        <p:spPr>
          <a:xfrm>
            <a:off x="6085648" y="414809"/>
            <a:ext cx="4042800" cy="1586100"/>
          </a:xfrm>
          <a:prstGeom prst="straightConnector1">
            <a:avLst/>
          </a:prstGeom>
          <a:noFill/>
          <a:ln cap="flat" cmpd="sng" w="19050">
            <a:solidFill>
              <a:schemeClr val="dk1"/>
            </a:solidFill>
            <a:prstDash val="solid"/>
            <a:miter lim="800000"/>
            <a:headEnd len="sm" w="sm" type="none"/>
            <a:tailEnd len="sm" w="sm" type="none"/>
          </a:ln>
        </p:spPr>
      </p:cxnSp>
      <p:graphicFrame>
        <p:nvGraphicFramePr>
          <p:cNvPr id="774" name="Google Shape;774;p18"/>
          <p:cNvGraphicFramePr/>
          <p:nvPr/>
        </p:nvGraphicFramePr>
        <p:xfrm>
          <a:off x="15313" y="5267589"/>
          <a:ext cx="3000000" cy="3000000"/>
        </p:xfrm>
        <a:graphic>
          <a:graphicData uri="http://schemas.openxmlformats.org/drawingml/2006/table">
            <a:tbl>
              <a:tblPr bandRow="1" firstRow="1">
                <a:noFill/>
                <a:tableStyleId>{CAE8BCA4-CB77-42E6-A089-AC88FC48F14B}</a:tableStyleId>
              </a:tblPr>
              <a:tblGrid>
                <a:gridCol w="745975"/>
                <a:gridCol w="1737225"/>
              </a:tblGrid>
              <a:tr h="3013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SSID</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GRP10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IP address range:</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192.168.10.200 to 192.168.10.210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Subnet Mask:</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255.255.255.0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D/F Gateway</a:t>
                      </a:r>
                      <a:endParaRPr sz="11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192.168.10.2</a:t>
                      </a:r>
                      <a:endParaRPr sz="1400" u="none" cap="none" strike="noStrike"/>
                    </a:p>
                  </a:txBody>
                  <a:tcPr marT="37150" marB="37150" marR="74300" marL="74300"/>
                </a:tc>
              </a:tr>
            </a:tbl>
          </a:graphicData>
        </a:graphic>
      </p:graphicFrame>
      <p:graphicFrame>
        <p:nvGraphicFramePr>
          <p:cNvPr id="775" name="Google Shape;775;p18"/>
          <p:cNvGraphicFramePr/>
          <p:nvPr/>
        </p:nvGraphicFramePr>
        <p:xfrm>
          <a:off x="4765069" y="5271080"/>
          <a:ext cx="3000000" cy="3000000"/>
        </p:xfrm>
        <a:graphic>
          <a:graphicData uri="http://schemas.openxmlformats.org/drawingml/2006/table">
            <a:tbl>
              <a:tblPr bandRow="1" firstRow="1">
                <a:noFill/>
                <a:tableStyleId>{CAE8BCA4-CB77-42E6-A089-AC88FC48F14B}</a:tableStyleId>
              </a:tblPr>
              <a:tblGrid>
                <a:gridCol w="756450"/>
                <a:gridCol w="1676225"/>
              </a:tblGrid>
              <a:tr h="3013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SSID</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GRP20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IP address range:</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192.168.20.200 to 192.168.20.210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Subnet Mask:</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255.255.255.0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D/F Gateway</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192.168.20.2</a:t>
                      </a:r>
                      <a:endParaRPr sz="1400" u="none" cap="none" strike="noStrike"/>
                    </a:p>
                  </a:txBody>
                  <a:tcPr marT="37150" marB="37150" marR="74300" marL="74300"/>
                </a:tc>
              </a:tr>
            </a:tbl>
          </a:graphicData>
        </a:graphic>
      </p:graphicFrame>
      <p:graphicFrame>
        <p:nvGraphicFramePr>
          <p:cNvPr id="776" name="Google Shape;776;p18"/>
          <p:cNvGraphicFramePr/>
          <p:nvPr/>
        </p:nvGraphicFramePr>
        <p:xfrm>
          <a:off x="9777994" y="5252358"/>
          <a:ext cx="3000000" cy="3000000"/>
        </p:xfrm>
        <a:graphic>
          <a:graphicData uri="http://schemas.openxmlformats.org/drawingml/2006/table">
            <a:tbl>
              <a:tblPr bandRow="1" firstRow="1">
                <a:noFill/>
                <a:tableStyleId>{CAE8BCA4-CB77-42E6-A089-AC88FC48F14B}</a:tableStyleId>
              </a:tblPr>
              <a:tblGrid>
                <a:gridCol w="749425"/>
                <a:gridCol w="1660650"/>
              </a:tblGrid>
              <a:tr h="324475">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SSID</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GRP30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IP address range:</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192.168.30.200 to 192.168.30.210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Subnet Mask:</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255.255.255.0</a:t>
                      </a:r>
                      <a:endParaRPr sz="1400" u="none" cap="none" strike="noStrike"/>
                    </a:p>
                  </a:txBody>
                  <a:tcPr marT="37150" marB="37150" marR="74300" marL="74300"/>
                </a:tc>
              </a:tr>
              <a:tr h="421000">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D/F Gateway</a:t>
                      </a:r>
                      <a:endParaRPr sz="1400" u="none" cap="none" strike="noStrike"/>
                    </a:p>
                  </a:txBody>
                  <a:tcPr marT="37150" marB="37150" marR="74300" marL="74300"/>
                </a:tc>
                <a:tc>
                  <a:txBody>
                    <a:bodyPr/>
                    <a:lstStyle/>
                    <a:p>
                      <a:pPr indent="0" lvl="0" marL="0" marR="0" rtl="0" algn="l">
                        <a:lnSpc>
                          <a:spcPct val="100000"/>
                        </a:lnSpc>
                        <a:spcBef>
                          <a:spcPts val="0"/>
                        </a:spcBef>
                        <a:spcAft>
                          <a:spcPts val="0"/>
                        </a:spcAft>
                        <a:buClr>
                          <a:srgbClr val="000000"/>
                        </a:buClr>
                        <a:buSzPts val="1100"/>
                        <a:buFont typeface="Arial"/>
                        <a:buNone/>
                      </a:pPr>
                      <a:r>
                        <a:rPr lang="en-SG" sz="1100" u="none" cap="none" strike="noStrike"/>
                        <a:t>192.168.30.2</a:t>
                      </a:r>
                      <a:endParaRPr sz="1400" u="none" cap="none" strike="noStrike"/>
                    </a:p>
                  </a:txBody>
                  <a:tcPr marT="37150" marB="37150" marR="74300" marL="74300"/>
                </a:tc>
              </a:tr>
            </a:tbl>
          </a:graphicData>
        </a:graphic>
      </p:graphicFrame>
      <p:sp>
        <p:nvSpPr>
          <p:cNvPr id="777" name="Google Shape;777;p18"/>
          <p:cNvSpPr/>
          <p:nvPr/>
        </p:nvSpPr>
        <p:spPr>
          <a:xfrm>
            <a:off x="258877" y="361335"/>
            <a:ext cx="4140300" cy="5072400"/>
          </a:xfrm>
          <a:prstGeom prst="ellipse">
            <a:avLst/>
          </a:prstGeom>
          <a:gradFill>
            <a:gsLst>
              <a:gs pos="0">
                <a:srgbClr val="A6B6DE">
                  <a:alpha val="12941"/>
                </a:srgbClr>
              </a:gs>
              <a:gs pos="100000">
                <a:srgbClr val="98AAD9">
                  <a:alpha val="32156"/>
                </a:srgbClr>
              </a:gs>
            </a:gsLst>
            <a:lin ang="5400012" scaled="0"/>
          </a:gradFill>
          <a:ln>
            <a:noFill/>
          </a:ln>
        </p:spPr>
        <p:txBody>
          <a:bodyPr anchorCtr="0" anchor="t" bIns="45700" lIns="91425" spcFirstLastPara="1" rIns="91425"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NETWORK: 192.168.10.0/24</a:t>
            </a:r>
            <a:endParaRPr b="0" i="0" sz="1400" u="none" cap="none" strike="noStrike">
              <a:solidFill>
                <a:srgbClr val="000000"/>
              </a:solidFill>
              <a:latin typeface="Arial"/>
              <a:ea typeface="Arial"/>
              <a:cs typeface="Arial"/>
              <a:sym typeface="Arial"/>
            </a:endParaRPr>
          </a:p>
        </p:txBody>
      </p:sp>
      <p:sp>
        <p:nvSpPr>
          <p:cNvPr id="778" name="Google Shape;778;p18"/>
          <p:cNvSpPr/>
          <p:nvPr/>
        </p:nvSpPr>
        <p:spPr>
          <a:xfrm>
            <a:off x="8272286" y="984552"/>
            <a:ext cx="3487500" cy="4491300"/>
          </a:xfrm>
          <a:prstGeom prst="ellipse">
            <a:avLst/>
          </a:prstGeom>
          <a:gradFill>
            <a:gsLst>
              <a:gs pos="0">
                <a:srgbClr val="C4E0B2">
                  <a:alpha val="34117"/>
                </a:srgbClr>
              </a:gs>
              <a:gs pos="100000">
                <a:srgbClr val="C4E0B2">
                  <a:alpha val="34117"/>
                </a:srgbClr>
              </a:gs>
            </a:gsLst>
            <a:lin ang="5400012" scaled="0"/>
          </a:gradFill>
          <a:ln>
            <a:noFill/>
          </a:ln>
        </p:spPr>
        <p:txBody>
          <a:bodyPr anchorCtr="0" anchor="t" bIns="45700" lIns="91425" spcFirstLastPara="1" rIns="91425"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18"/>
          <p:cNvSpPr/>
          <p:nvPr/>
        </p:nvSpPr>
        <p:spPr>
          <a:xfrm>
            <a:off x="4551123" y="994170"/>
            <a:ext cx="3487500" cy="4491300"/>
          </a:xfrm>
          <a:prstGeom prst="ellipse">
            <a:avLst/>
          </a:prstGeom>
          <a:gradFill>
            <a:gsLst>
              <a:gs pos="0">
                <a:srgbClr val="FBE4D4">
                  <a:alpha val="40000"/>
                </a:srgbClr>
              </a:gs>
              <a:gs pos="100000">
                <a:srgbClr val="FBE4D4">
                  <a:alpha val="40000"/>
                </a:srgbClr>
              </a:gs>
            </a:gsLst>
            <a:lin ang="5400012" scaled="0"/>
          </a:gradFill>
          <a:ln>
            <a:noFill/>
          </a:ln>
        </p:spPr>
        <p:txBody>
          <a:bodyPr anchorCtr="0" anchor="t" bIns="45700" lIns="91425" spcFirstLastPara="1" rIns="91425"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0" name="Google Shape;780;p18"/>
          <p:cNvSpPr txBox="1"/>
          <p:nvPr/>
        </p:nvSpPr>
        <p:spPr>
          <a:xfrm>
            <a:off x="4927861" y="1307194"/>
            <a:ext cx="28239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NETWORK: 192.168.20.0/24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18"/>
          <p:cNvSpPr txBox="1"/>
          <p:nvPr/>
        </p:nvSpPr>
        <p:spPr>
          <a:xfrm>
            <a:off x="9368085" y="1356437"/>
            <a:ext cx="28239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NETWORK: 192.168.30.0/24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2" name="Google Shape;782;p18"/>
          <p:cNvSpPr/>
          <p:nvPr/>
        </p:nvSpPr>
        <p:spPr>
          <a:xfrm>
            <a:off x="3404826" y="0"/>
            <a:ext cx="5963400" cy="1069200"/>
          </a:xfrm>
          <a:prstGeom prst="ellipse">
            <a:avLst/>
          </a:prstGeom>
          <a:solidFill>
            <a:srgbClr val="FF0000">
              <a:alpha val="23529"/>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3" name="Google Shape;783;p18"/>
          <p:cNvSpPr txBox="1"/>
          <p:nvPr/>
        </p:nvSpPr>
        <p:spPr>
          <a:xfrm>
            <a:off x="6356672" y="173900"/>
            <a:ext cx="23559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NETWORK: 15.0.0.0/24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9"/>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Routers</a:t>
            </a:r>
            <a:endParaRPr/>
          </a:p>
        </p:txBody>
      </p:sp>
      <p:sp>
        <p:nvSpPr>
          <p:cNvPr id="789" name="Google Shape;789;p19"/>
          <p:cNvSpPr txBox="1"/>
          <p:nvPr>
            <p:ph idx="1" type="body"/>
          </p:nvPr>
        </p:nvSpPr>
        <p:spPr>
          <a:xfrm>
            <a:off x="609600" y="1371600"/>
            <a:ext cx="10905000" cy="1143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800"/>
              <a:buFont typeface="Tahoma"/>
              <a:buChar char="•"/>
            </a:pPr>
            <a:r>
              <a:rPr lang="en-SG"/>
              <a:t>at least 2 network interface to connect to 2 or more networks</a:t>
            </a:r>
            <a:endParaRPr/>
          </a:p>
          <a:p>
            <a:pPr indent="-342900" lvl="0" marL="342900" rtl="0" algn="l">
              <a:lnSpc>
                <a:spcPct val="100000"/>
              </a:lnSpc>
              <a:spcBef>
                <a:spcPts val="560"/>
              </a:spcBef>
              <a:spcAft>
                <a:spcPts val="0"/>
              </a:spcAft>
              <a:buSzPts val="2800"/>
              <a:buFont typeface="Tahoma"/>
              <a:buChar char="•"/>
            </a:pPr>
            <a:r>
              <a:rPr lang="en-SG"/>
              <a:t>Routes</a:t>
            </a:r>
            <a:endParaRPr/>
          </a:p>
        </p:txBody>
      </p:sp>
      <p:sp>
        <p:nvSpPr>
          <p:cNvPr id="790" name="Google Shape;790;p19"/>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
        <p:nvSpPr>
          <p:cNvPr id="791" name="Google Shape;791;p19"/>
          <p:cNvSpPr/>
          <p:nvPr/>
        </p:nvSpPr>
        <p:spPr>
          <a:xfrm>
            <a:off x="4001730" y="4102810"/>
            <a:ext cx="2691600" cy="1979100"/>
          </a:xfrm>
          <a:prstGeom prst="ellipse">
            <a:avLst/>
          </a:prstGeom>
          <a:noFill/>
          <a:ln cap="flat" cmpd="sng" w="38100">
            <a:solidFill>
              <a:srgbClr val="BA4A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accent1"/>
                </a:solidFill>
                <a:latin typeface="Tahoma"/>
                <a:ea typeface="Tahoma"/>
                <a:cs typeface="Tahoma"/>
                <a:sym typeface="Tahoma"/>
              </a:rPr>
              <a:t>192.168.10.0/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accent1"/>
                </a:solidFill>
                <a:latin typeface="Tahoma"/>
                <a:ea typeface="Tahoma"/>
                <a:cs typeface="Tahoma"/>
                <a:sym typeface="Tahoma"/>
              </a:rPr>
              <a:t>255.2255.255.0</a:t>
            </a:r>
            <a:endParaRPr b="0" i="0" sz="1400" u="none" cap="none" strike="noStrike">
              <a:solidFill>
                <a:srgbClr val="000000"/>
              </a:solidFill>
              <a:latin typeface="Arial"/>
              <a:ea typeface="Arial"/>
              <a:cs typeface="Arial"/>
              <a:sym typeface="Arial"/>
            </a:endParaRPr>
          </a:p>
        </p:txBody>
      </p:sp>
      <p:sp>
        <p:nvSpPr>
          <p:cNvPr id="792" name="Google Shape;792;p19"/>
          <p:cNvSpPr/>
          <p:nvPr/>
        </p:nvSpPr>
        <p:spPr>
          <a:xfrm>
            <a:off x="9255730" y="4279481"/>
            <a:ext cx="2691600" cy="1802400"/>
          </a:xfrm>
          <a:prstGeom prst="ellipse">
            <a:avLst/>
          </a:prstGeom>
          <a:noFill/>
          <a:ln cap="flat" cmpd="sng" w="38100">
            <a:solidFill>
              <a:srgbClr val="BA4A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accent1"/>
                </a:solidFill>
                <a:latin typeface="Tahoma"/>
                <a:ea typeface="Tahoma"/>
                <a:cs typeface="Tahoma"/>
                <a:sym typeface="Tahoma"/>
              </a:rPr>
              <a:t>192.168.20.0/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accent1"/>
                </a:solidFill>
                <a:latin typeface="Tahoma"/>
                <a:ea typeface="Tahoma"/>
                <a:cs typeface="Tahoma"/>
                <a:sym typeface="Tahoma"/>
              </a:rPr>
              <a:t>255.255.255.0</a:t>
            </a:r>
            <a:endParaRPr b="0" i="0" sz="1400" u="none" cap="none" strike="noStrike">
              <a:solidFill>
                <a:srgbClr val="000000"/>
              </a:solidFill>
              <a:latin typeface="Arial"/>
              <a:ea typeface="Arial"/>
              <a:cs typeface="Arial"/>
              <a:sym typeface="Arial"/>
            </a:endParaRPr>
          </a:p>
        </p:txBody>
      </p:sp>
      <p:sp>
        <p:nvSpPr>
          <p:cNvPr id="793" name="Google Shape;793;p19"/>
          <p:cNvSpPr/>
          <p:nvPr/>
        </p:nvSpPr>
        <p:spPr>
          <a:xfrm>
            <a:off x="6255181" y="2396612"/>
            <a:ext cx="3439500" cy="1509900"/>
          </a:xfrm>
          <a:prstGeom prst="ellipse">
            <a:avLst/>
          </a:prstGeom>
          <a:noFill/>
          <a:ln cap="flat" cmpd="sng" w="3810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Tahoma"/>
                <a:ea typeface="Tahoma"/>
                <a:cs typeface="Tahoma"/>
                <a:sym typeface="Tahoma"/>
              </a:rPr>
              <a:t>1</a:t>
            </a:r>
            <a:r>
              <a:rPr b="0" i="0" lang="en-SG" sz="1800" u="none" cap="none" strike="noStrike">
                <a:solidFill>
                  <a:schemeClr val="dk1"/>
                </a:solidFill>
                <a:latin typeface="Tahoma"/>
                <a:ea typeface="Tahoma"/>
                <a:cs typeface="Tahoma"/>
                <a:sym typeface="Tahoma"/>
              </a:rPr>
              <a:t>15.0.0.0/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255.255.255.0</a:t>
            </a:r>
            <a:endParaRPr b="0" i="0" sz="1800" u="none" cap="none" strike="noStrike">
              <a:solidFill>
                <a:schemeClr val="lt1"/>
              </a:solidFill>
              <a:latin typeface="Tahoma"/>
              <a:ea typeface="Tahoma"/>
              <a:cs typeface="Tahoma"/>
              <a:sym typeface="Tahoma"/>
            </a:endParaRPr>
          </a:p>
        </p:txBody>
      </p:sp>
      <p:grpSp>
        <p:nvGrpSpPr>
          <p:cNvPr id="794" name="Google Shape;794;p19"/>
          <p:cNvGrpSpPr/>
          <p:nvPr/>
        </p:nvGrpSpPr>
        <p:grpSpPr>
          <a:xfrm>
            <a:off x="5070063" y="3082592"/>
            <a:ext cx="780719" cy="617422"/>
            <a:chOff x="3681074" y="855663"/>
            <a:chExt cx="1133777" cy="821368"/>
          </a:xfrm>
        </p:grpSpPr>
        <p:pic>
          <p:nvPicPr>
            <p:cNvPr id="795" name="Google Shape;795;p19"/>
            <p:cNvPicPr preferRelativeResize="0"/>
            <p:nvPr/>
          </p:nvPicPr>
          <p:blipFill rotWithShape="1">
            <a:blip r:embed="rId3">
              <a:alphaModFix/>
            </a:blip>
            <a:srcRect b="0" l="0" r="0" t="0"/>
            <a:stretch/>
          </p:blipFill>
          <p:spPr>
            <a:xfrm>
              <a:off x="3681074" y="855663"/>
              <a:ext cx="906461" cy="533401"/>
            </a:xfrm>
            <a:prstGeom prst="rect">
              <a:avLst/>
            </a:prstGeom>
            <a:noFill/>
            <a:ln>
              <a:noFill/>
            </a:ln>
          </p:spPr>
        </p:pic>
        <p:sp>
          <p:nvSpPr>
            <p:cNvPr id="796" name="Google Shape;796;p19"/>
            <p:cNvSpPr/>
            <p:nvPr/>
          </p:nvSpPr>
          <p:spPr>
            <a:xfrm>
              <a:off x="3700051" y="1286431"/>
              <a:ext cx="11148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Router A</a:t>
              </a:r>
              <a:endParaRPr b="0" i="0" sz="1400" u="none" cap="none" strike="noStrike">
                <a:solidFill>
                  <a:srgbClr val="000000"/>
                </a:solidFill>
                <a:latin typeface="Arial"/>
                <a:ea typeface="Arial"/>
                <a:cs typeface="Arial"/>
                <a:sym typeface="Arial"/>
              </a:endParaRPr>
            </a:p>
          </p:txBody>
        </p:sp>
      </p:grpSp>
      <p:grpSp>
        <p:nvGrpSpPr>
          <p:cNvPr id="797" name="Google Shape;797;p19"/>
          <p:cNvGrpSpPr/>
          <p:nvPr/>
        </p:nvGrpSpPr>
        <p:grpSpPr>
          <a:xfrm>
            <a:off x="9689548" y="3611368"/>
            <a:ext cx="779479" cy="617422"/>
            <a:chOff x="3681074" y="855663"/>
            <a:chExt cx="1131977" cy="821368"/>
          </a:xfrm>
        </p:grpSpPr>
        <p:pic>
          <p:nvPicPr>
            <p:cNvPr id="798" name="Google Shape;798;p19"/>
            <p:cNvPicPr preferRelativeResize="0"/>
            <p:nvPr/>
          </p:nvPicPr>
          <p:blipFill rotWithShape="1">
            <a:blip r:embed="rId3">
              <a:alphaModFix/>
            </a:blip>
            <a:srcRect b="0" l="0" r="0" t="0"/>
            <a:stretch/>
          </p:blipFill>
          <p:spPr>
            <a:xfrm>
              <a:off x="3681074" y="855663"/>
              <a:ext cx="906461" cy="533401"/>
            </a:xfrm>
            <a:prstGeom prst="rect">
              <a:avLst/>
            </a:prstGeom>
            <a:noFill/>
            <a:ln>
              <a:noFill/>
            </a:ln>
          </p:spPr>
        </p:pic>
        <p:sp>
          <p:nvSpPr>
            <p:cNvPr id="799" name="Google Shape;799;p19"/>
            <p:cNvSpPr/>
            <p:nvPr/>
          </p:nvSpPr>
          <p:spPr>
            <a:xfrm>
              <a:off x="3700051" y="1286431"/>
              <a:ext cx="11130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Router B</a:t>
              </a:r>
              <a:endParaRPr b="0" i="0" sz="1400" u="none" cap="none" strike="noStrike">
                <a:solidFill>
                  <a:srgbClr val="000000"/>
                </a:solidFill>
                <a:latin typeface="Arial"/>
                <a:ea typeface="Arial"/>
                <a:cs typeface="Arial"/>
                <a:sym typeface="Arial"/>
              </a:endParaRPr>
            </a:p>
          </p:txBody>
        </p:sp>
      </p:grpSp>
      <p:cxnSp>
        <p:nvCxnSpPr>
          <p:cNvPr id="800" name="Google Shape;800;p19"/>
          <p:cNvCxnSpPr>
            <a:stCxn id="795" idx="2"/>
            <a:endCxn id="791" idx="0"/>
          </p:cNvCxnSpPr>
          <p:nvPr/>
        </p:nvCxnSpPr>
        <p:spPr>
          <a:xfrm flipH="1">
            <a:off x="5347658" y="3483549"/>
            <a:ext cx="34500" cy="619200"/>
          </a:xfrm>
          <a:prstGeom prst="straightConnector1">
            <a:avLst/>
          </a:prstGeom>
          <a:noFill/>
          <a:ln cap="flat" cmpd="sng" w="9525">
            <a:solidFill>
              <a:schemeClr val="dk1"/>
            </a:solidFill>
            <a:prstDash val="solid"/>
            <a:round/>
            <a:headEnd len="sm" w="sm" type="none"/>
            <a:tailEnd len="sm" w="sm" type="none"/>
          </a:ln>
        </p:spPr>
      </p:cxnSp>
      <p:cxnSp>
        <p:nvCxnSpPr>
          <p:cNvPr id="801" name="Google Shape;801;p19"/>
          <p:cNvCxnSpPr>
            <a:stCxn id="795" idx="3"/>
            <a:endCxn id="793" idx="2"/>
          </p:cNvCxnSpPr>
          <p:nvPr/>
        </p:nvCxnSpPr>
        <p:spPr>
          <a:xfrm flipH="1" rot="10800000">
            <a:off x="5694252" y="3151671"/>
            <a:ext cx="561000" cy="131400"/>
          </a:xfrm>
          <a:prstGeom prst="straightConnector1">
            <a:avLst/>
          </a:prstGeom>
          <a:noFill/>
          <a:ln cap="flat" cmpd="sng" w="9525">
            <a:solidFill>
              <a:schemeClr val="dk1"/>
            </a:solidFill>
            <a:prstDash val="solid"/>
            <a:round/>
            <a:headEnd len="sm" w="sm" type="none"/>
            <a:tailEnd len="sm" w="sm" type="none"/>
          </a:ln>
        </p:spPr>
      </p:cxnSp>
      <p:cxnSp>
        <p:nvCxnSpPr>
          <p:cNvPr id="802" name="Google Shape;802;p19"/>
          <p:cNvCxnSpPr>
            <a:stCxn id="798" idx="0"/>
            <a:endCxn id="793" idx="6"/>
          </p:cNvCxnSpPr>
          <p:nvPr/>
        </p:nvCxnSpPr>
        <p:spPr>
          <a:xfrm rot="10800000">
            <a:off x="9694742" y="3151468"/>
            <a:ext cx="306900" cy="459900"/>
          </a:xfrm>
          <a:prstGeom prst="straightConnector1">
            <a:avLst/>
          </a:prstGeom>
          <a:noFill/>
          <a:ln cap="flat" cmpd="sng" w="9525">
            <a:solidFill>
              <a:schemeClr val="dk1"/>
            </a:solidFill>
            <a:prstDash val="solid"/>
            <a:miter lim="800000"/>
            <a:headEnd len="sm" w="sm" type="none"/>
            <a:tailEnd len="sm" w="sm" type="none"/>
          </a:ln>
        </p:spPr>
      </p:cxnSp>
      <p:cxnSp>
        <p:nvCxnSpPr>
          <p:cNvPr id="803" name="Google Shape;803;p19"/>
          <p:cNvCxnSpPr>
            <a:stCxn id="799" idx="0"/>
            <a:endCxn id="792" idx="0"/>
          </p:cNvCxnSpPr>
          <p:nvPr/>
        </p:nvCxnSpPr>
        <p:spPr>
          <a:xfrm>
            <a:off x="10085821" y="3935176"/>
            <a:ext cx="515700" cy="344400"/>
          </a:xfrm>
          <a:prstGeom prst="straightConnector1">
            <a:avLst/>
          </a:prstGeom>
          <a:noFill/>
          <a:ln cap="flat" cmpd="sng" w="9525">
            <a:solidFill>
              <a:schemeClr val="dk1"/>
            </a:solidFill>
            <a:prstDash val="solid"/>
            <a:round/>
            <a:headEnd len="sm" w="sm" type="none"/>
            <a:tailEnd len="sm" w="sm" type="none"/>
          </a:ln>
        </p:spPr>
      </p:cxnSp>
      <p:sp>
        <p:nvSpPr>
          <p:cNvPr id="804" name="Google Shape;804;p19"/>
          <p:cNvSpPr txBox="1"/>
          <p:nvPr/>
        </p:nvSpPr>
        <p:spPr>
          <a:xfrm>
            <a:off x="4482464" y="3674629"/>
            <a:ext cx="17646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LAN I/F:192.168.10.254</a:t>
            </a:r>
            <a:endParaRPr b="0" i="0" sz="1400" u="none" cap="none" strike="noStrike">
              <a:solidFill>
                <a:srgbClr val="000000"/>
              </a:solidFill>
              <a:latin typeface="Arial"/>
              <a:ea typeface="Arial"/>
              <a:cs typeface="Arial"/>
              <a:sym typeface="Arial"/>
            </a:endParaRPr>
          </a:p>
        </p:txBody>
      </p:sp>
      <p:sp>
        <p:nvSpPr>
          <p:cNvPr id="805" name="Google Shape;805;p19"/>
          <p:cNvSpPr txBox="1"/>
          <p:nvPr/>
        </p:nvSpPr>
        <p:spPr>
          <a:xfrm>
            <a:off x="5200359" y="2590506"/>
            <a:ext cx="14586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WAN I/F: 15.0.0.10</a:t>
            </a:r>
            <a:endParaRPr b="0" i="0" sz="1400" u="none" cap="none" strike="noStrike">
              <a:solidFill>
                <a:srgbClr val="000000"/>
              </a:solidFill>
              <a:latin typeface="Arial"/>
              <a:ea typeface="Arial"/>
              <a:cs typeface="Arial"/>
              <a:sym typeface="Arial"/>
            </a:endParaRPr>
          </a:p>
        </p:txBody>
      </p:sp>
      <p:sp>
        <p:nvSpPr>
          <p:cNvPr id="806" name="Google Shape;806;p19"/>
          <p:cNvSpPr txBox="1"/>
          <p:nvPr/>
        </p:nvSpPr>
        <p:spPr>
          <a:xfrm>
            <a:off x="9903935" y="3245229"/>
            <a:ext cx="14586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WAN I/F: 15.0.0.20</a:t>
            </a:r>
            <a:endParaRPr b="0" i="0" sz="1400" u="none" cap="none" strike="noStrike">
              <a:solidFill>
                <a:srgbClr val="000000"/>
              </a:solidFill>
              <a:latin typeface="Arial"/>
              <a:ea typeface="Arial"/>
              <a:cs typeface="Arial"/>
              <a:sym typeface="Arial"/>
            </a:endParaRPr>
          </a:p>
        </p:txBody>
      </p:sp>
      <p:sp>
        <p:nvSpPr>
          <p:cNvPr id="807" name="Google Shape;807;p19"/>
          <p:cNvSpPr txBox="1"/>
          <p:nvPr/>
        </p:nvSpPr>
        <p:spPr>
          <a:xfrm>
            <a:off x="9431301" y="4267935"/>
            <a:ext cx="1764600" cy="2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LAN I/F:192.168.20.254</a:t>
            </a:r>
            <a:endParaRPr b="0" i="0" sz="1400" u="none" cap="none" strike="noStrike">
              <a:solidFill>
                <a:srgbClr val="000000"/>
              </a:solidFill>
              <a:latin typeface="Arial"/>
              <a:ea typeface="Arial"/>
              <a:cs typeface="Arial"/>
              <a:sym typeface="Arial"/>
            </a:endParaRPr>
          </a:p>
        </p:txBody>
      </p:sp>
      <p:sp>
        <p:nvSpPr>
          <p:cNvPr id="808" name="Google Shape;808;p19"/>
          <p:cNvSpPr/>
          <p:nvPr/>
        </p:nvSpPr>
        <p:spPr>
          <a:xfrm>
            <a:off x="452284" y="2590801"/>
            <a:ext cx="3340200" cy="3721500"/>
          </a:xfrm>
          <a:custGeom>
            <a:rect b="b" l="l" r="r" t="t"/>
            <a:pathLst>
              <a:path extrusionOk="0" h="120000" w="120000">
                <a:moveTo>
                  <a:pt x="0" y="0"/>
                </a:moveTo>
                <a:lnTo>
                  <a:pt x="120000" y="0"/>
                </a:lnTo>
                <a:lnTo>
                  <a:pt x="120000" y="120000"/>
                </a:lnTo>
                <a:lnTo>
                  <a:pt x="0" y="120000"/>
                </a:lnTo>
                <a:close/>
              </a:path>
              <a:path extrusionOk="0" fill="none" h="120000" w="120000">
                <a:moveTo>
                  <a:pt x="120509" y="0"/>
                </a:moveTo>
                <a:close/>
              </a:path>
              <a:path extrusionOk="0" fill="none" h="120000" w="120000">
                <a:moveTo>
                  <a:pt x="120509" y="8845"/>
                </a:moveTo>
                <a:lnTo>
                  <a:pt x="166450" y="20005"/>
                </a:lnTo>
              </a:path>
            </a:pathLst>
          </a:cu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9" name="Google Shape;809;p19"/>
          <p:cNvSpPr txBox="1"/>
          <p:nvPr/>
        </p:nvSpPr>
        <p:spPr>
          <a:xfrm>
            <a:off x="480764" y="2686616"/>
            <a:ext cx="3504300" cy="224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DESTINATION: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400"/>
              <a:buFont typeface="Arial"/>
              <a:buNone/>
            </a:pPr>
            <a:r>
              <a:rPr b="1" i="0" lang="en-SG" sz="1400" u="none" cap="none" strike="noStrike">
                <a:solidFill>
                  <a:schemeClr val="dk1"/>
                </a:solidFill>
                <a:latin typeface="Tahoma"/>
                <a:ea typeface="Tahoma"/>
                <a:cs typeface="Tahoma"/>
                <a:sym typeface="Tahoma"/>
              </a:rPr>
              <a:t>192.168.20.0/255.255.255.0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HOW: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FROM: </a:t>
            </a:r>
            <a:r>
              <a:rPr b="1" i="0" lang="en-SG" sz="1400" u="none" cap="none" strike="noStrike">
                <a:solidFill>
                  <a:schemeClr val="dk1"/>
                </a:solidFill>
                <a:latin typeface="Tahoma"/>
                <a:ea typeface="Tahoma"/>
                <a:cs typeface="Tahoma"/>
                <a:sym typeface="Tahoma"/>
              </a:rPr>
              <a:t>WAN/IF </a:t>
            </a:r>
            <a:r>
              <a:rPr b="0" i="0" lang="en-SG" sz="1400" u="none" cap="none" strike="noStrike">
                <a:solidFill>
                  <a:schemeClr val="dk1"/>
                </a:solidFill>
                <a:latin typeface="Tahoma"/>
                <a:ea typeface="Tahoma"/>
                <a:cs typeface="Tahoma"/>
                <a:sym typeface="Tahoma"/>
              </a:rPr>
              <a:t>FORWARD 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 </a:t>
            </a:r>
            <a:r>
              <a:rPr b="1" i="0" lang="en-SG" sz="1400" u="none" cap="none" strike="noStrike">
                <a:solidFill>
                  <a:schemeClr val="dk1"/>
                </a:solidFill>
                <a:latin typeface="Tahoma"/>
                <a:ea typeface="Tahoma"/>
                <a:cs typeface="Tahoma"/>
                <a:sym typeface="Tahoma"/>
              </a:rPr>
              <a:t>15.0.0.20 (DEFAULT GATEWAY)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400"/>
              <a:buFont typeface="Arial"/>
              <a:buNone/>
            </a:pPr>
            <a:r>
              <a:rPr b="0" i="0" lang="en-SG" sz="1400" u="none" cap="none" strike="noStrike">
                <a:solidFill>
                  <a:schemeClr val="dk1"/>
                </a:solidFill>
                <a:latin typeface="Tahoma"/>
                <a:ea typeface="Tahoma"/>
                <a:cs typeface="Tahoma"/>
                <a:sym typeface="Tahoma"/>
              </a:rPr>
              <a:t>HOP COUNT: 2</a:t>
            </a:r>
            <a:endParaRPr b="0" i="0" sz="1400" u="none" cap="none" strike="noStrike">
              <a:solidFill>
                <a:srgbClr val="000000"/>
              </a:solidFill>
              <a:latin typeface="Arial"/>
              <a:ea typeface="Arial"/>
              <a:cs typeface="Arial"/>
              <a:sym typeface="Arial"/>
            </a:endParaRPr>
          </a:p>
        </p:txBody>
      </p:sp>
      <p:grpSp>
        <p:nvGrpSpPr>
          <p:cNvPr id="810" name="Google Shape;810;p19"/>
          <p:cNvGrpSpPr/>
          <p:nvPr/>
        </p:nvGrpSpPr>
        <p:grpSpPr>
          <a:xfrm>
            <a:off x="5717843" y="3154628"/>
            <a:ext cx="4541821" cy="1820748"/>
            <a:chOff x="5717843" y="3154628"/>
            <a:chExt cx="4541821" cy="1820748"/>
          </a:xfrm>
        </p:grpSpPr>
        <p:sp>
          <p:nvSpPr>
            <p:cNvPr id="811" name="Google Shape;811;p19"/>
            <p:cNvSpPr/>
            <p:nvPr/>
          </p:nvSpPr>
          <p:spPr>
            <a:xfrm rot="-1803794">
              <a:off x="5732821" y="3670114"/>
              <a:ext cx="2049284" cy="610112"/>
            </a:xfrm>
            <a:prstGeom prst="curvedDownArrow">
              <a:avLst>
                <a:gd fmla="val 25000" name="adj1"/>
                <a:gd fmla="val 47854" name="adj2"/>
                <a:gd fmla="val 25000" name="adj3"/>
              </a:avLst>
            </a:pr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2" name="Google Shape;812;p19"/>
            <p:cNvSpPr/>
            <p:nvPr/>
          </p:nvSpPr>
          <p:spPr>
            <a:xfrm rot="1952911">
              <a:off x="7965744" y="3714057"/>
              <a:ext cx="2284515" cy="701889"/>
            </a:xfrm>
            <a:prstGeom prst="curvedDownArrow">
              <a:avLst>
                <a:gd fmla="val 8932" name="adj1"/>
                <a:gd fmla="val 47947" name="adj2"/>
                <a:gd fmla="val 26403" name="adj3"/>
              </a:avLst>
            </a:pr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3" name="Google Shape;813;p19"/>
            <p:cNvSpPr txBox="1"/>
            <p:nvPr/>
          </p:nvSpPr>
          <p:spPr>
            <a:xfrm>
              <a:off x="6696929" y="3768006"/>
              <a:ext cx="311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1</a:t>
              </a:r>
              <a:endParaRPr b="0" i="0" sz="1400" u="none" cap="none" strike="noStrike">
                <a:solidFill>
                  <a:srgbClr val="000000"/>
                </a:solidFill>
                <a:latin typeface="Arial"/>
                <a:ea typeface="Arial"/>
                <a:cs typeface="Arial"/>
                <a:sym typeface="Arial"/>
              </a:endParaRPr>
            </a:p>
          </p:txBody>
        </p:sp>
        <p:sp>
          <p:nvSpPr>
            <p:cNvPr id="814" name="Google Shape;814;p19"/>
            <p:cNvSpPr txBox="1"/>
            <p:nvPr/>
          </p:nvSpPr>
          <p:spPr>
            <a:xfrm>
              <a:off x="9060087" y="3775506"/>
              <a:ext cx="311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2</a:t>
              </a:r>
              <a:endParaRPr b="0" i="0" sz="1400" u="none" cap="none" strike="noStrike">
                <a:solidFill>
                  <a:srgbClr val="000000"/>
                </a:solidFill>
                <a:latin typeface="Arial"/>
                <a:ea typeface="Arial"/>
                <a:cs typeface="Arial"/>
                <a:sym typeface="Arial"/>
              </a:endParaRPr>
            </a:p>
          </p:txBody>
        </p:sp>
      </p:grpSp>
      <p:sp>
        <p:nvSpPr>
          <p:cNvPr id="815" name="Google Shape;815;p19"/>
          <p:cNvSpPr/>
          <p:nvPr/>
        </p:nvSpPr>
        <p:spPr>
          <a:xfrm>
            <a:off x="6247115" y="4871275"/>
            <a:ext cx="3439500" cy="473700"/>
          </a:xfrm>
          <a:prstGeom prst="stripedRightArrow">
            <a:avLst>
              <a:gd fmla="val 50000" name="adj1"/>
              <a:gd fmla="val 50000" name="adj2"/>
            </a:avLst>
          </a:pr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6" name="Google Shape;816;p19"/>
          <p:cNvSpPr/>
          <p:nvPr/>
        </p:nvSpPr>
        <p:spPr>
          <a:xfrm>
            <a:off x="1520237" y="4228872"/>
            <a:ext cx="2019300" cy="234900"/>
          </a:xfrm>
          <a:prstGeom prst="rect">
            <a:avLst/>
          </a:prstGeom>
          <a:solidFill>
            <a:schemeClr val="lt1"/>
          </a:solid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pic>
        <p:nvPicPr>
          <p:cNvPr id="821" name="Google Shape;821;p20"/>
          <p:cNvPicPr preferRelativeResize="0"/>
          <p:nvPr/>
        </p:nvPicPr>
        <p:blipFill rotWithShape="1">
          <a:blip r:embed="rId3">
            <a:alphaModFix/>
          </a:blip>
          <a:srcRect b="13892" l="0" r="0" t="9266"/>
          <a:stretch/>
        </p:blipFill>
        <p:spPr>
          <a:xfrm>
            <a:off x="5535561" y="1416898"/>
            <a:ext cx="6362538" cy="4194114"/>
          </a:xfrm>
          <a:prstGeom prst="rect">
            <a:avLst/>
          </a:prstGeom>
          <a:noFill/>
          <a:ln>
            <a:noFill/>
          </a:ln>
        </p:spPr>
      </p:pic>
      <p:sp>
        <p:nvSpPr>
          <p:cNvPr id="822" name="Google Shape;822;p20"/>
          <p:cNvSpPr txBox="1"/>
          <p:nvPr>
            <p:ph type="title"/>
          </p:nvPr>
        </p:nvSpPr>
        <p:spPr>
          <a:xfrm>
            <a:off x="535517" y="0"/>
            <a:ext cx="10515600" cy="13257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Routing</a:t>
            </a:r>
            <a:endParaRPr/>
          </a:p>
        </p:txBody>
      </p:sp>
      <p:sp>
        <p:nvSpPr>
          <p:cNvPr id="823" name="Google Shape;823;p20"/>
          <p:cNvSpPr txBox="1"/>
          <p:nvPr>
            <p:ph idx="2" type="body"/>
          </p:nvPr>
        </p:nvSpPr>
        <p:spPr>
          <a:xfrm>
            <a:off x="535517" y="1482519"/>
            <a:ext cx="5481900" cy="4332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800"/>
              <a:buFont typeface="Tahoma"/>
              <a:buChar char="•"/>
            </a:pPr>
            <a:r>
              <a:rPr lang="en-SG"/>
              <a:t>Selecting the next hop to reach the destination</a:t>
            </a:r>
            <a:endParaRPr/>
          </a:p>
          <a:p>
            <a:pPr indent="-342900" lvl="0" marL="342900" rtl="0" algn="l">
              <a:lnSpc>
                <a:spcPct val="100000"/>
              </a:lnSpc>
              <a:spcBef>
                <a:spcPts val="560"/>
              </a:spcBef>
              <a:spcAft>
                <a:spcPts val="0"/>
              </a:spcAft>
              <a:buSzPts val="2800"/>
              <a:buFont typeface="Tahoma"/>
              <a:buChar char="•"/>
            </a:pPr>
            <a:r>
              <a:rPr lang="en-SG"/>
              <a:t>Based on information in the routing table of layer 3 (Network) devices</a:t>
            </a:r>
            <a:endParaRPr/>
          </a:p>
          <a:p>
            <a:pPr indent="-342900" lvl="0" marL="342900" rtl="0" algn="l">
              <a:lnSpc>
                <a:spcPct val="100000"/>
              </a:lnSpc>
              <a:spcBef>
                <a:spcPts val="560"/>
              </a:spcBef>
              <a:spcAft>
                <a:spcPts val="0"/>
              </a:spcAft>
              <a:buSzPts val="2800"/>
              <a:buFont typeface="Tahoma"/>
              <a:buChar char="•"/>
            </a:pPr>
            <a:r>
              <a:rPr lang="en-SG"/>
              <a:t>Routers exchanged route entries using routing protocols Eg RIP (Routing Information Protocol), </a:t>
            </a:r>
            <a:endParaRPr/>
          </a:p>
          <a:p>
            <a:pPr indent="-342900" lvl="0" marL="342900" rtl="0" algn="l">
              <a:lnSpc>
                <a:spcPct val="100000"/>
              </a:lnSpc>
              <a:spcBef>
                <a:spcPts val="560"/>
              </a:spcBef>
              <a:spcAft>
                <a:spcPts val="0"/>
              </a:spcAft>
              <a:buSzPts val="2800"/>
              <a:buFont typeface="Tahoma"/>
              <a:buChar char="•"/>
            </a:pPr>
            <a:r>
              <a:rPr lang="en-SG"/>
              <a:t>OSPF (Open Shortest Path First)</a:t>
            </a:r>
            <a:endParaRPr/>
          </a:p>
          <a:p>
            <a:pPr indent="-165100" lvl="0" marL="342900" rtl="0" algn="l">
              <a:lnSpc>
                <a:spcPct val="100000"/>
              </a:lnSpc>
              <a:spcBef>
                <a:spcPts val="560"/>
              </a:spcBef>
              <a:spcAft>
                <a:spcPts val="0"/>
              </a:spcAft>
              <a:buSzPts val="2800"/>
              <a:buFont typeface="Tahoma"/>
              <a:buNone/>
            </a:pPr>
            <a:r>
              <a:t/>
            </a:r>
            <a:endParaRPr/>
          </a:p>
        </p:txBody>
      </p:sp>
      <p:sp>
        <p:nvSpPr>
          <p:cNvPr id="824" name="Google Shape;824;p20"/>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
        <p:nvSpPr>
          <p:cNvPr id="825" name="Google Shape;825;p20"/>
          <p:cNvSpPr/>
          <p:nvPr/>
        </p:nvSpPr>
        <p:spPr>
          <a:xfrm>
            <a:off x="828815" y="6390376"/>
            <a:ext cx="3252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sng" cap="none" strike="noStrike">
                <a:solidFill>
                  <a:schemeClr val="dk1"/>
                </a:solidFill>
                <a:latin typeface="Tahoma"/>
                <a:ea typeface="Tahoma"/>
                <a:cs typeface="Tahoma"/>
                <a:sym typeface="Tahoma"/>
                <a:hlinkClick r:id="rId4">
                  <a:extLst>
                    <a:ext uri="{A12FA001-AC4F-418D-AE19-62706E023703}">
                      <ahyp:hlinkClr val="tx"/>
                    </a:ext>
                  </a:extLst>
                </a:hlinkClick>
              </a:rPr>
              <a:t>https://youtu.be/zeArDrC2xPg</a:t>
            </a:r>
            <a:endParaRPr b="0" i="0" sz="1800" u="none" cap="none" strike="noStrike">
              <a:solidFill>
                <a:schemeClr val="dk1"/>
              </a:solidFill>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SG"/>
              <a:t>Private Addresses</a:t>
            </a:r>
            <a:endParaRPr/>
          </a:p>
        </p:txBody>
      </p:sp>
      <p:pic>
        <p:nvPicPr>
          <p:cNvPr id="831" name="Google Shape;831;p21"/>
          <p:cNvPicPr preferRelativeResize="0"/>
          <p:nvPr>
            <p:ph idx="1" type="body"/>
          </p:nvPr>
        </p:nvPicPr>
        <p:blipFill rotWithShape="1">
          <a:blip r:embed="rId3">
            <a:alphaModFix/>
          </a:blip>
          <a:srcRect b="0" l="0" r="0" t="0"/>
          <a:stretch/>
        </p:blipFill>
        <p:spPr>
          <a:xfrm>
            <a:off x="838199" y="1617636"/>
            <a:ext cx="10515600" cy="3838800"/>
          </a:xfrm>
          <a:prstGeom prst="rect">
            <a:avLst/>
          </a:prstGeom>
          <a:noFill/>
          <a:ln>
            <a:noFill/>
          </a:ln>
        </p:spPr>
      </p:pic>
      <p:sp>
        <p:nvSpPr>
          <p:cNvPr id="832" name="Google Shape;832;p21"/>
          <p:cNvSpPr txBox="1"/>
          <p:nvPr/>
        </p:nvSpPr>
        <p:spPr>
          <a:xfrm>
            <a:off x="9086293" y="3388947"/>
            <a:ext cx="1842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1 Class A network</a:t>
            </a:r>
            <a:endParaRPr b="0" i="0" sz="1400" u="none" cap="none" strike="noStrike">
              <a:solidFill>
                <a:srgbClr val="000000"/>
              </a:solidFill>
              <a:latin typeface="Arial"/>
              <a:ea typeface="Arial"/>
              <a:cs typeface="Arial"/>
              <a:sym typeface="Arial"/>
            </a:endParaRPr>
          </a:p>
        </p:txBody>
      </p:sp>
      <p:sp>
        <p:nvSpPr>
          <p:cNvPr id="833" name="Google Shape;833;p21"/>
          <p:cNvSpPr txBox="1"/>
          <p:nvPr/>
        </p:nvSpPr>
        <p:spPr>
          <a:xfrm>
            <a:off x="9086293" y="4095072"/>
            <a:ext cx="20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16 Class B networks</a:t>
            </a:r>
            <a:endParaRPr b="0" i="0" sz="1400" u="none" cap="none" strike="noStrike">
              <a:solidFill>
                <a:srgbClr val="000000"/>
              </a:solidFill>
              <a:latin typeface="Arial"/>
              <a:ea typeface="Arial"/>
              <a:cs typeface="Arial"/>
              <a:sym typeface="Arial"/>
            </a:endParaRPr>
          </a:p>
        </p:txBody>
      </p:sp>
      <p:sp>
        <p:nvSpPr>
          <p:cNvPr id="834" name="Google Shape;834;p21"/>
          <p:cNvSpPr txBox="1"/>
          <p:nvPr/>
        </p:nvSpPr>
        <p:spPr>
          <a:xfrm>
            <a:off x="9086293" y="4757585"/>
            <a:ext cx="2154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256 Class C networks</a:t>
            </a:r>
            <a:endParaRPr b="0" i="0" sz="1400" u="none" cap="none" strike="noStrike">
              <a:solidFill>
                <a:srgbClr val="000000"/>
              </a:solidFill>
              <a:latin typeface="Arial"/>
              <a:ea typeface="Arial"/>
              <a:cs typeface="Arial"/>
              <a:sym typeface="Arial"/>
            </a:endParaRPr>
          </a:p>
        </p:txBody>
      </p:sp>
      <p:sp>
        <p:nvSpPr>
          <p:cNvPr id="835" name="Google Shape;835;p21"/>
          <p:cNvSpPr txBox="1"/>
          <p:nvPr/>
        </p:nvSpPr>
        <p:spPr>
          <a:xfrm>
            <a:off x="1865963" y="1286130"/>
            <a:ext cx="8460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These addresses are not visible on the Internet. They are blocked by the Internet routers</a:t>
            </a:r>
            <a:endParaRPr b="0" i="0" sz="1400" u="none" cap="none" strike="noStrike">
              <a:solidFill>
                <a:srgbClr val="000000"/>
              </a:solidFill>
              <a:latin typeface="Arial"/>
              <a:ea typeface="Arial"/>
              <a:cs typeface="Arial"/>
              <a:sym typeface="Arial"/>
            </a:endParaRPr>
          </a:p>
        </p:txBody>
      </p:sp>
      <p:sp>
        <p:nvSpPr>
          <p:cNvPr id="836" name="Google Shape;836;p21"/>
          <p:cNvSpPr txBox="1"/>
          <p:nvPr/>
        </p:nvSpPr>
        <p:spPr>
          <a:xfrm>
            <a:off x="4582632" y="5456539"/>
            <a:ext cx="1617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Calibri"/>
                <a:ea typeface="Calibri"/>
                <a:cs typeface="Calibri"/>
                <a:sym typeface="Calibri"/>
              </a:rPr>
              <a:t>169.254.0.0/16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22"/>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Network Address Translation (NAT)</a:t>
            </a:r>
            <a:endParaRPr/>
          </a:p>
        </p:txBody>
      </p:sp>
      <p:sp>
        <p:nvSpPr>
          <p:cNvPr id="842" name="Google Shape;842;p22"/>
          <p:cNvSpPr/>
          <p:nvPr/>
        </p:nvSpPr>
        <p:spPr>
          <a:xfrm>
            <a:off x="6962163" y="1843226"/>
            <a:ext cx="3439500" cy="1509900"/>
          </a:xfrm>
          <a:prstGeom prst="ellipse">
            <a:avLst/>
          </a:prstGeom>
          <a:noFill/>
          <a:ln cap="flat" cmpd="sng" w="3810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Tahoma"/>
                <a:ea typeface="Tahoma"/>
                <a:cs typeface="Tahoma"/>
                <a:sym typeface="Tahoma"/>
              </a:rPr>
              <a:t>1</a:t>
            </a:r>
            <a:r>
              <a:rPr b="0" i="0" lang="en-SG" sz="1800" u="none" cap="none" strike="noStrike">
                <a:solidFill>
                  <a:schemeClr val="dk1"/>
                </a:solidFill>
                <a:latin typeface="Tahoma"/>
                <a:ea typeface="Tahoma"/>
                <a:cs typeface="Tahoma"/>
                <a:sym typeface="Tahoma"/>
              </a:rPr>
              <a:t>Internet</a:t>
            </a:r>
            <a:endParaRPr b="0" i="0" sz="1400" u="none" cap="none" strike="noStrike">
              <a:solidFill>
                <a:srgbClr val="000000"/>
              </a:solidFill>
              <a:latin typeface="Arial"/>
              <a:ea typeface="Arial"/>
              <a:cs typeface="Arial"/>
              <a:sym typeface="Arial"/>
            </a:endParaRPr>
          </a:p>
        </p:txBody>
      </p:sp>
      <p:grpSp>
        <p:nvGrpSpPr>
          <p:cNvPr id="843" name="Google Shape;843;p22"/>
          <p:cNvGrpSpPr/>
          <p:nvPr/>
        </p:nvGrpSpPr>
        <p:grpSpPr>
          <a:xfrm>
            <a:off x="4273473" y="2098747"/>
            <a:ext cx="1690836" cy="1253921"/>
            <a:chOff x="3681074" y="855663"/>
            <a:chExt cx="1231939" cy="732516"/>
          </a:xfrm>
        </p:grpSpPr>
        <p:pic>
          <p:nvPicPr>
            <p:cNvPr id="844" name="Google Shape;844;p22"/>
            <p:cNvPicPr preferRelativeResize="0"/>
            <p:nvPr/>
          </p:nvPicPr>
          <p:blipFill rotWithShape="1">
            <a:blip r:embed="rId3">
              <a:alphaModFix/>
            </a:blip>
            <a:srcRect b="0" l="0" r="0" t="0"/>
            <a:stretch/>
          </p:blipFill>
          <p:spPr>
            <a:xfrm>
              <a:off x="3681074" y="855663"/>
              <a:ext cx="906461" cy="533401"/>
            </a:xfrm>
            <a:prstGeom prst="rect">
              <a:avLst/>
            </a:prstGeom>
            <a:noFill/>
            <a:ln>
              <a:noFill/>
            </a:ln>
          </p:spPr>
        </p:pic>
        <p:sp>
          <p:nvSpPr>
            <p:cNvPr id="845" name="Google Shape;845;p22"/>
            <p:cNvSpPr/>
            <p:nvPr/>
          </p:nvSpPr>
          <p:spPr>
            <a:xfrm>
              <a:off x="3923913" y="1351179"/>
              <a:ext cx="989100" cy="23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Router </a:t>
              </a:r>
              <a:endParaRPr b="0" i="0" sz="1400" u="none" cap="none" strike="noStrike">
                <a:solidFill>
                  <a:srgbClr val="000000"/>
                </a:solidFill>
                <a:latin typeface="Arial"/>
                <a:ea typeface="Arial"/>
                <a:cs typeface="Arial"/>
                <a:sym typeface="Arial"/>
              </a:endParaRPr>
            </a:p>
          </p:txBody>
        </p:sp>
      </p:grpSp>
      <p:cxnSp>
        <p:nvCxnSpPr>
          <p:cNvPr id="846" name="Google Shape;846;p22"/>
          <p:cNvCxnSpPr>
            <a:stCxn id="844" idx="3"/>
            <a:endCxn id="842" idx="2"/>
          </p:cNvCxnSpPr>
          <p:nvPr/>
        </p:nvCxnSpPr>
        <p:spPr>
          <a:xfrm>
            <a:off x="5517591" y="2555285"/>
            <a:ext cx="1444500" cy="42900"/>
          </a:xfrm>
          <a:prstGeom prst="straightConnector1">
            <a:avLst/>
          </a:prstGeom>
          <a:noFill/>
          <a:ln cap="flat" cmpd="sng" w="9525">
            <a:solidFill>
              <a:schemeClr val="dk1"/>
            </a:solidFill>
            <a:prstDash val="solid"/>
            <a:round/>
            <a:headEnd len="sm" w="sm" type="none"/>
            <a:tailEnd len="sm" w="sm" type="none"/>
          </a:ln>
        </p:spPr>
      </p:cxnSp>
      <p:sp>
        <p:nvSpPr>
          <p:cNvPr id="847" name="Google Shape;847;p22"/>
          <p:cNvSpPr txBox="1"/>
          <p:nvPr/>
        </p:nvSpPr>
        <p:spPr>
          <a:xfrm>
            <a:off x="5449798" y="2636762"/>
            <a:ext cx="10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15.0.0.1</a:t>
            </a:r>
            <a:endParaRPr b="0" i="0" sz="1400" u="none" cap="none" strike="noStrike">
              <a:solidFill>
                <a:srgbClr val="000000"/>
              </a:solidFill>
              <a:latin typeface="Arial"/>
              <a:ea typeface="Arial"/>
              <a:cs typeface="Arial"/>
              <a:sym typeface="Arial"/>
            </a:endParaRPr>
          </a:p>
        </p:txBody>
      </p:sp>
      <p:pic>
        <p:nvPicPr>
          <p:cNvPr id="848" name="Google Shape;848;p22"/>
          <p:cNvPicPr preferRelativeResize="0"/>
          <p:nvPr/>
        </p:nvPicPr>
        <p:blipFill rotWithShape="1">
          <a:blip r:embed="rId4">
            <a:alphaModFix/>
          </a:blip>
          <a:srcRect b="0" l="0" r="0" t="0"/>
          <a:stretch/>
        </p:blipFill>
        <p:spPr>
          <a:xfrm>
            <a:off x="10981813" y="2026050"/>
            <a:ext cx="835026" cy="1200151"/>
          </a:xfrm>
          <a:prstGeom prst="rect">
            <a:avLst/>
          </a:prstGeom>
          <a:noFill/>
          <a:ln>
            <a:noFill/>
          </a:ln>
        </p:spPr>
      </p:pic>
      <p:cxnSp>
        <p:nvCxnSpPr>
          <p:cNvPr id="849" name="Google Shape;849;p22"/>
          <p:cNvCxnSpPr>
            <a:stCxn id="848" idx="1"/>
            <a:endCxn id="842" idx="6"/>
          </p:cNvCxnSpPr>
          <p:nvPr/>
        </p:nvCxnSpPr>
        <p:spPr>
          <a:xfrm rot="10800000">
            <a:off x="10401613" y="2598226"/>
            <a:ext cx="580200" cy="27900"/>
          </a:xfrm>
          <a:prstGeom prst="straightConnector1">
            <a:avLst/>
          </a:prstGeom>
          <a:noFill/>
          <a:ln cap="flat" cmpd="sng" w="9525">
            <a:solidFill>
              <a:schemeClr val="dk1"/>
            </a:solidFill>
            <a:prstDash val="solid"/>
            <a:round/>
            <a:headEnd len="sm" w="sm" type="none"/>
            <a:tailEnd len="sm" w="sm" type="none"/>
          </a:ln>
        </p:spPr>
      </p:cxnSp>
      <p:sp>
        <p:nvSpPr>
          <p:cNvPr id="850" name="Google Shape;850;p22"/>
          <p:cNvSpPr txBox="1"/>
          <p:nvPr/>
        </p:nvSpPr>
        <p:spPr>
          <a:xfrm>
            <a:off x="9797114" y="1682819"/>
            <a:ext cx="178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216.239.38.120</a:t>
            </a:r>
            <a:endParaRPr b="0" i="0" sz="1400" u="none" cap="none" strike="noStrike">
              <a:solidFill>
                <a:srgbClr val="000000"/>
              </a:solidFill>
              <a:latin typeface="Arial"/>
              <a:ea typeface="Arial"/>
              <a:cs typeface="Arial"/>
              <a:sym typeface="Arial"/>
            </a:endParaRPr>
          </a:p>
        </p:txBody>
      </p:sp>
      <p:grpSp>
        <p:nvGrpSpPr>
          <p:cNvPr id="851" name="Google Shape;851;p22"/>
          <p:cNvGrpSpPr/>
          <p:nvPr/>
        </p:nvGrpSpPr>
        <p:grpSpPr>
          <a:xfrm>
            <a:off x="333689" y="2098771"/>
            <a:ext cx="3939758" cy="3581700"/>
            <a:chOff x="333689" y="2098771"/>
            <a:chExt cx="3939758" cy="3581700"/>
          </a:xfrm>
        </p:grpSpPr>
        <p:cxnSp>
          <p:nvCxnSpPr>
            <p:cNvPr id="852" name="Google Shape;852;p22"/>
            <p:cNvCxnSpPr>
              <a:stCxn id="853" idx="1"/>
              <a:endCxn id="854" idx="0"/>
            </p:cNvCxnSpPr>
            <p:nvPr/>
          </p:nvCxnSpPr>
          <p:spPr>
            <a:xfrm flipH="1">
              <a:off x="705153" y="3393582"/>
              <a:ext cx="1345800" cy="16500"/>
            </a:xfrm>
            <a:prstGeom prst="straightConnector1">
              <a:avLst/>
            </a:prstGeom>
            <a:noFill/>
            <a:ln cap="flat" cmpd="sng" w="9525">
              <a:solidFill>
                <a:srgbClr val="FF0000"/>
              </a:solidFill>
              <a:prstDash val="solid"/>
              <a:round/>
              <a:headEnd len="sm" w="sm" type="none"/>
              <a:tailEnd len="sm" w="sm" type="none"/>
            </a:ln>
          </p:spPr>
        </p:cxnSp>
        <p:pic>
          <p:nvPicPr>
            <p:cNvPr id="855" name="Google Shape;855;p22"/>
            <p:cNvPicPr preferRelativeResize="0"/>
            <p:nvPr/>
          </p:nvPicPr>
          <p:blipFill rotWithShape="1">
            <a:blip r:embed="rId5">
              <a:alphaModFix/>
            </a:blip>
            <a:srcRect b="0" l="0" r="0" t="0"/>
            <a:stretch/>
          </p:blipFill>
          <p:spPr>
            <a:xfrm>
              <a:off x="1004704" y="2137624"/>
              <a:ext cx="742951" cy="602356"/>
            </a:xfrm>
            <a:prstGeom prst="rect">
              <a:avLst/>
            </a:prstGeom>
            <a:noFill/>
            <a:ln>
              <a:noFill/>
            </a:ln>
          </p:spPr>
        </p:pic>
        <p:sp>
          <p:nvSpPr>
            <p:cNvPr id="856" name="Google Shape;856;p22"/>
            <p:cNvSpPr/>
            <p:nvPr/>
          </p:nvSpPr>
          <p:spPr>
            <a:xfrm>
              <a:off x="705164" y="2098771"/>
              <a:ext cx="2716800" cy="3581700"/>
            </a:xfrm>
            <a:prstGeom prst="ellipse">
              <a:avLst/>
            </a:prstGeom>
            <a:noFill/>
            <a:ln cap="flat" cmpd="sng" w="38100">
              <a:solidFill>
                <a:srgbClr val="BA4A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accent1"/>
                  </a:solidFill>
                  <a:latin typeface="Tahoma"/>
                  <a:ea typeface="Tahoma"/>
                  <a:cs typeface="Tahoma"/>
                  <a:sym typeface="Tahoma"/>
                </a:rPr>
                <a:t>192.168.10.0/24</a:t>
              </a:r>
              <a:endParaRPr b="0" i="0" sz="1400" u="none" cap="none" strike="noStrike">
                <a:solidFill>
                  <a:srgbClr val="000000"/>
                </a:solidFill>
                <a:latin typeface="Arial"/>
                <a:ea typeface="Arial"/>
                <a:cs typeface="Arial"/>
                <a:sym typeface="Arial"/>
              </a:endParaRPr>
            </a:p>
          </p:txBody>
        </p:sp>
        <p:pic>
          <p:nvPicPr>
            <p:cNvPr descr="AccessPoint" id="853" name="Google Shape;853;p22"/>
            <p:cNvPicPr preferRelativeResize="0"/>
            <p:nvPr/>
          </p:nvPicPr>
          <p:blipFill rotWithShape="1">
            <a:blip r:embed="rId6">
              <a:alphaModFix/>
            </a:blip>
            <a:srcRect b="0" l="0" r="0" t="0"/>
            <a:stretch/>
          </p:blipFill>
          <p:spPr>
            <a:xfrm>
              <a:off x="2050953" y="3209184"/>
              <a:ext cx="845194" cy="368795"/>
            </a:xfrm>
            <a:prstGeom prst="rect">
              <a:avLst/>
            </a:prstGeom>
            <a:noFill/>
            <a:ln>
              <a:noFill/>
            </a:ln>
          </p:spPr>
        </p:pic>
        <p:cxnSp>
          <p:nvCxnSpPr>
            <p:cNvPr id="857" name="Google Shape;857;p22"/>
            <p:cNvCxnSpPr>
              <a:stCxn id="853" idx="3"/>
              <a:endCxn id="844" idx="1"/>
            </p:cNvCxnSpPr>
            <p:nvPr/>
          </p:nvCxnSpPr>
          <p:spPr>
            <a:xfrm flipH="1" rot="10800000">
              <a:off x="2896147" y="2555382"/>
              <a:ext cx="1377300" cy="838200"/>
            </a:xfrm>
            <a:prstGeom prst="straightConnector1">
              <a:avLst/>
            </a:prstGeom>
            <a:noFill/>
            <a:ln cap="flat" cmpd="sng" w="9525">
              <a:solidFill>
                <a:srgbClr val="FF0000"/>
              </a:solidFill>
              <a:prstDash val="solid"/>
              <a:miter lim="800000"/>
              <a:headEnd len="sm" w="sm" type="none"/>
              <a:tailEnd len="sm" w="sm" type="none"/>
            </a:ln>
          </p:spPr>
        </p:cxnSp>
        <p:cxnSp>
          <p:nvCxnSpPr>
            <p:cNvPr id="858" name="Google Shape;858;p22"/>
            <p:cNvCxnSpPr>
              <a:stCxn id="855" idx="2"/>
              <a:endCxn id="853" idx="1"/>
            </p:cNvCxnSpPr>
            <p:nvPr/>
          </p:nvCxnSpPr>
          <p:spPr>
            <a:xfrm>
              <a:off x="1376179" y="2739980"/>
              <a:ext cx="674700" cy="653700"/>
            </a:xfrm>
            <a:prstGeom prst="straightConnector1">
              <a:avLst/>
            </a:prstGeom>
            <a:noFill/>
            <a:ln cap="flat" cmpd="sng" w="9525">
              <a:solidFill>
                <a:srgbClr val="FF0000"/>
              </a:solidFill>
              <a:prstDash val="solid"/>
              <a:round/>
              <a:headEnd len="sm" w="sm" type="none"/>
              <a:tailEnd len="sm" w="sm" type="none"/>
            </a:ln>
          </p:spPr>
        </p:cxnSp>
        <p:pic>
          <p:nvPicPr>
            <p:cNvPr id="854" name="Google Shape;854;p22"/>
            <p:cNvPicPr preferRelativeResize="0"/>
            <p:nvPr/>
          </p:nvPicPr>
          <p:blipFill rotWithShape="1">
            <a:blip r:embed="rId5">
              <a:alphaModFix/>
            </a:blip>
            <a:srcRect b="0" l="0" r="0" t="0"/>
            <a:stretch/>
          </p:blipFill>
          <p:spPr>
            <a:xfrm>
              <a:off x="333689" y="3410053"/>
              <a:ext cx="742951" cy="602357"/>
            </a:xfrm>
            <a:prstGeom prst="rect">
              <a:avLst/>
            </a:prstGeom>
            <a:noFill/>
            <a:ln>
              <a:noFill/>
            </a:ln>
          </p:spPr>
        </p:pic>
        <p:sp>
          <p:nvSpPr>
            <p:cNvPr id="859" name="Google Shape;859;p22"/>
            <p:cNvSpPr txBox="1"/>
            <p:nvPr/>
          </p:nvSpPr>
          <p:spPr>
            <a:xfrm>
              <a:off x="2450805" y="2370649"/>
              <a:ext cx="1789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accent1"/>
                  </a:solidFill>
                  <a:latin typeface="Tahoma"/>
                  <a:ea typeface="Tahoma"/>
                  <a:cs typeface="Tahoma"/>
                  <a:sym typeface="Tahoma"/>
                </a:rPr>
                <a:t>192.168.10.2</a:t>
              </a:r>
              <a:endParaRPr b="0" i="0" sz="1400" u="none" cap="none" strike="noStrike">
                <a:solidFill>
                  <a:srgbClr val="000000"/>
                </a:solidFill>
                <a:latin typeface="Arial"/>
                <a:ea typeface="Arial"/>
                <a:cs typeface="Arial"/>
                <a:sym typeface="Arial"/>
              </a:endParaRPr>
            </a:p>
          </p:txBody>
        </p:sp>
        <p:pic>
          <p:nvPicPr>
            <p:cNvPr id="860" name="Google Shape;860;p22"/>
            <p:cNvPicPr preferRelativeResize="0"/>
            <p:nvPr/>
          </p:nvPicPr>
          <p:blipFill rotWithShape="1">
            <a:blip r:embed="rId5">
              <a:alphaModFix/>
            </a:blip>
            <a:srcRect b="0" l="0" r="0" t="0"/>
            <a:stretch/>
          </p:blipFill>
          <p:spPr>
            <a:xfrm>
              <a:off x="705164" y="4893564"/>
              <a:ext cx="742951" cy="602357"/>
            </a:xfrm>
            <a:prstGeom prst="rect">
              <a:avLst/>
            </a:prstGeom>
            <a:noFill/>
            <a:ln>
              <a:noFill/>
            </a:ln>
          </p:spPr>
        </p:pic>
        <p:cxnSp>
          <p:nvCxnSpPr>
            <p:cNvPr id="861" name="Google Shape;861;p22"/>
            <p:cNvCxnSpPr>
              <a:stCxn id="860" idx="0"/>
              <a:endCxn id="853" idx="2"/>
            </p:cNvCxnSpPr>
            <p:nvPr/>
          </p:nvCxnSpPr>
          <p:spPr>
            <a:xfrm flipH="1" rot="10800000">
              <a:off x="1076640" y="3578064"/>
              <a:ext cx="1396800" cy="1315500"/>
            </a:xfrm>
            <a:prstGeom prst="straightConnector1">
              <a:avLst/>
            </a:prstGeom>
            <a:noFill/>
            <a:ln cap="flat" cmpd="sng" w="9525">
              <a:solidFill>
                <a:schemeClr val="accent1"/>
              </a:solidFill>
              <a:prstDash val="solid"/>
              <a:miter lim="800000"/>
              <a:headEnd len="sm" w="sm" type="none"/>
              <a:tailEnd len="sm" w="sm" type="none"/>
            </a:ln>
          </p:spPr>
        </p:cxnSp>
      </p:grpSp>
      <p:grpSp>
        <p:nvGrpSpPr>
          <p:cNvPr id="862" name="Google Shape;862;p22"/>
          <p:cNvGrpSpPr/>
          <p:nvPr/>
        </p:nvGrpSpPr>
        <p:grpSpPr>
          <a:xfrm>
            <a:off x="9556195" y="3600779"/>
            <a:ext cx="1690836" cy="1253921"/>
            <a:chOff x="3681074" y="855663"/>
            <a:chExt cx="1231939" cy="732516"/>
          </a:xfrm>
        </p:grpSpPr>
        <p:pic>
          <p:nvPicPr>
            <p:cNvPr id="863" name="Google Shape;863;p22"/>
            <p:cNvPicPr preferRelativeResize="0"/>
            <p:nvPr/>
          </p:nvPicPr>
          <p:blipFill rotWithShape="1">
            <a:blip r:embed="rId3">
              <a:alphaModFix/>
            </a:blip>
            <a:srcRect b="0" l="0" r="0" t="0"/>
            <a:stretch/>
          </p:blipFill>
          <p:spPr>
            <a:xfrm>
              <a:off x="3681074" y="855663"/>
              <a:ext cx="906461" cy="533401"/>
            </a:xfrm>
            <a:prstGeom prst="rect">
              <a:avLst/>
            </a:prstGeom>
            <a:noFill/>
            <a:ln>
              <a:noFill/>
            </a:ln>
          </p:spPr>
        </p:pic>
        <p:sp>
          <p:nvSpPr>
            <p:cNvPr id="864" name="Google Shape;864;p22"/>
            <p:cNvSpPr/>
            <p:nvPr/>
          </p:nvSpPr>
          <p:spPr>
            <a:xfrm>
              <a:off x="3923913" y="1351179"/>
              <a:ext cx="989100" cy="23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Router </a:t>
              </a:r>
              <a:endParaRPr b="0" i="0" sz="1400" u="none" cap="none" strike="noStrike">
                <a:solidFill>
                  <a:srgbClr val="000000"/>
                </a:solidFill>
                <a:latin typeface="Arial"/>
                <a:ea typeface="Arial"/>
                <a:cs typeface="Arial"/>
                <a:sym typeface="Arial"/>
              </a:endParaRPr>
            </a:p>
          </p:txBody>
        </p:sp>
      </p:grpSp>
      <p:cxnSp>
        <p:nvCxnSpPr>
          <p:cNvPr id="865" name="Google Shape;865;p22"/>
          <p:cNvCxnSpPr>
            <a:stCxn id="842" idx="5"/>
            <a:endCxn id="863" idx="0"/>
          </p:cNvCxnSpPr>
          <p:nvPr/>
        </p:nvCxnSpPr>
        <p:spPr>
          <a:xfrm>
            <a:off x="9897960" y="3132006"/>
            <a:ext cx="280200" cy="468900"/>
          </a:xfrm>
          <a:prstGeom prst="straightConnector1">
            <a:avLst/>
          </a:prstGeom>
          <a:noFill/>
          <a:ln cap="flat" cmpd="sng" w="9525">
            <a:solidFill>
              <a:schemeClr val="dk1"/>
            </a:solidFill>
            <a:prstDash val="solid"/>
            <a:round/>
            <a:headEnd len="sm" w="sm" type="none"/>
            <a:tailEnd len="sm" w="sm" type="none"/>
          </a:ln>
        </p:spPr>
      </p:cxnSp>
      <p:sp>
        <p:nvSpPr>
          <p:cNvPr id="866" name="Google Shape;866;p22"/>
          <p:cNvSpPr txBox="1"/>
          <p:nvPr/>
        </p:nvSpPr>
        <p:spPr>
          <a:xfrm>
            <a:off x="10053611" y="3188583"/>
            <a:ext cx="10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16.0.0.1</a:t>
            </a:r>
            <a:endParaRPr b="0" i="0" sz="1400" u="none" cap="none" strike="noStrike">
              <a:solidFill>
                <a:srgbClr val="000000"/>
              </a:solidFill>
              <a:latin typeface="Arial"/>
              <a:ea typeface="Arial"/>
              <a:cs typeface="Arial"/>
              <a:sym typeface="Arial"/>
            </a:endParaRPr>
          </a:p>
        </p:txBody>
      </p:sp>
      <p:grpSp>
        <p:nvGrpSpPr>
          <p:cNvPr id="867" name="Google Shape;867;p22"/>
          <p:cNvGrpSpPr/>
          <p:nvPr/>
        </p:nvGrpSpPr>
        <p:grpSpPr>
          <a:xfrm>
            <a:off x="-984228" y="1417370"/>
            <a:ext cx="11200773" cy="5196082"/>
            <a:chOff x="-5042055" y="-872973"/>
            <a:chExt cx="9260868" cy="6368894"/>
          </a:xfrm>
        </p:grpSpPr>
        <p:cxnSp>
          <p:nvCxnSpPr>
            <p:cNvPr id="868" name="Google Shape;868;p22"/>
            <p:cNvCxnSpPr>
              <a:stCxn id="856" idx="1"/>
              <a:endCxn id="857" idx="0"/>
            </p:cNvCxnSpPr>
            <p:nvPr/>
          </p:nvCxnSpPr>
          <p:spPr>
            <a:xfrm flipH="1">
              <a:off x="-4662097" y="605147"/>
              <a:ext cx="1345800" cy="16500"/>
            </a:xfrm>
            <a:prstGeom prst="straightConnector1">
              <a:avLst/>
            </a:prstGeom>
            <a:noFill/>
            <a:ln cap="flat" cmpd="sng" w="9525">
              <a:solidFill>
                <a:srgbClr val="0070C0"/>
              </a:solidFill>
              <a:prstDash val="solid"/>
              <a:round/>
              <a:headEnd len="sm" w="sm" type="none"/>
              <a:tailEnd len="sm" w="sm" type="none"/>
            </a:ln>
          </p:spPr>
        </p:cxnSp>
        <p:pic>
          <p:nvPicPr>
            <p:cNvPr id="869" name="Google Shape;869;p22"/>
            <p:cNvPicPr preferRelativeResize="0"/>
            <p:nvPr/>
          </p:nvPicPr>
          <p:blipFill rotWithShape="1">
            <a:blip r:embed="rId5">
              <a:alphaModFix/>
            </a:blip>
            <a:srcRect b="0" l="0" r="0" t="0"/>
            <a:stretch/>
          </p:blipFill>
          <p:spPr>
            <a:xfrm>
              <a:off x="1004704" y="2137624"/>
              <a:ext cx="742951" cy="602356"/>
            </a:xfrm>
            <a:prstGeom prst="rect">
              <a:avLst/>
            </a:prstGeom>
            <a:noFill/>
            <a:ln>
              <a:noFill/>
            </a:ln>
          </p:spPr>
        </p:pic>
        <p:sp>
          <p:nvSpPr>
            <p:cNvPr id="870" name="Google Shape;870;p22"/>
            <p:cNvSpPr/>
            <p:nvPr/>
          </p:nvSpPr>
          <p:spPr>
            <a:xfrm>
              <a:off x="705164" y="2739982"/>
              <a:ext cx="3409267" cy="2240237"/>
            </a:xfrm>
            <a:prstGeom prst="ellipse">
              <a:avLst/>
            </a:prstGeom>
            <a:noFill/>
            <a:ln cap="flat" cmpd="sng" w="38100">
              <a:solidFill>
                <a:srgbClr val="0070C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Tahoma"/>
                  <a:ea typeface="Tahoma"/>
                  <a:cs typeface="Tahoma"/>
                  <a:sym typeface="Tahoma"/>
                </a:rPr>
                <a:t>192.168.10.0/24</a:t>
              </a:r>
              <a:endParaRPr b="0" i="0" sz="1800" u="none" cap="none" strike="noStrike">
                <a:solidFill>
                  <a:srgbClr val="0070C0"/>
                </a:solidFill>
                <a:latin typeface="Arial"/>
                <a:ea typeface="Arial"/>
                <a:cs typeface="Arial"/>
                <a:sym typeface="Arial"/>
              </a:endParaRPr>
            </a:p>
          </p:txBody>
        </p:sp>
        <p:pic>
          <p:nvPicPr>
            <p:cNvPr descr="AccessPoint" id="871" name="Google Shape;871;p22"/>
            <p:cNvPicPr preferRelativeResize="0"/>
            <p:nvPr/>
          </p:nvPicPr>
          <p:blipFill rotWithShape="1">
            <a:blip r:embed="rId6">
              <a:alphaModFix/>
            </a:blip>
            <a:srcRect b="0" l="0" r="0" t="0"/>
            <a:stretch/>
          </p:blipFill>
          <p:spPr>
            <a:xfrm>
              <a:off x="2050953" y="3209184"/>
              <a:ext cx="845194" cy="368795"/>
            </a:xfrm>
            <a:prstGeom prst="rect">
              <a:avLst/>
            </a:prstGeom>
            <a:noFill/>
            <a:ln>
              <a:noFill/>
            </a:ln>
          </p:spPr>
        </p:pic>
        <p:cxnSp>
          <p:nvCxnSpPr>
            <p:cNvPr id="872" name="Google Shape;872;p22"/>
            <p:cNvCxnSpPr>
              <a:stCxn id="856" idx="0"/>
            </p:cNvCxnSpPr>
            <p:nvPr/>
          </p:nvCxnSpPr>
          <p:spPr>
            <a:xfrm flipH="1" rot="10800000">
              <a:off x="-2522122" y="-872973"/>
              <a:ext cx="1129800" cy="835200"/>
            </a:xfrm>
            <a:prstGeom prst="straightConnector1">
              <a:avLst/>
            </a:prstGeom>
            <a:noFill/>
            <a:ln cap="flat" cmpd="sng" w="9525">
              <a:solidFill>
                <a:srgbClr val="0070C0"/>
              </a:solidFill>
              <a:prstDash val="solid"/>
              <a:miter lim="800000"/>
              <a:headEnd len="sm" w="sm" type="none"/>
              <a:tailEnd len="sm" w="sm" type="none"/>
            </a:ln>
          </p:spPr>
        </p:cxnSp>
        <p:cxnSp>
          <p:nvCxnSpPr>
            <p:cNvPr id="873" name="Google Shape;873;p22"/>
            <p:cNvCxnSpPr>
              <a:stCxn id="855" idx="2"/>
              <a:endCxn id="856" idx="1"/>
            </p:cNvCxnSpPr>
            <p:nvPr/>
          </p:nvCxnSpPr>
          <p:spPr>
            <a:xfrm rot="10800000">
              <a:off x="-3316355" y="605064"/>
              <a:ext cx="225900" cy="143100"/>
            </a:xfrm>
            <a:prstGeom prst="straightConnector1">
              <a:avLst/>
            </a:prstGeom>
            <a:noFill/>
            <a:ln cap="flat" cmpd="sng" w="9525">
              <a:solidFill>
                <a:srgbClr val="0070C0"/>
              </a:solidFill>
              <a:prstDash val="solid"/>
              <a:round/>
              <a:headEnd len="sm" w="sm" type="none"/>
              <a:tailEnd len="sm" w="sm" type="none"/>
            </a:ln>
          </p:spPr>
        </p:cxnSp>
        <p:pic>
          <p:nvPicPr>
            <p:cNvPr id="874" name="Google Shape;874;p22"/>
            <p:cNvPicPr preferRelativeResize="0"/>
            <p:nvPr/>
          </p:nvPicPr>
          <p:blipFill rotWithShape="1">
            <a:blip r:embed="rId5">
              <a:alphaModFix/>
            </a:blip>
            <a:srcRect b="0" l="0" r="0" t="0"/>
            <a:stretch/>
          </p:blipFill>
          <p:spPr>
            <a:xfrm>
              <a:off x="333689" y="3410053"/>
              <a:ext cx="742951" cy="602357"/>
            </a:xfrm>
            <a:prstGeom prst="rect">
              <a:avLst/>
            </a:prstGeom>
            <a:noFill/>
            <a:ln>
              <a:noFill/>
            </a:ln>
          </p:spPr>
        </p:pic>
        <p:sp>
          <p:nvSpPr>
            <p:cNvPr id="875" name="Google Shape;875;p22"/>
            <p:cNvSpPr txBox="1"/>
            <p:nvPr/>
          </p:nvSpPr>
          <p:spPr>
            <a:xfrm>
              <a:off x="2429613" y="2224281"/>
              <a:ext cx="1789200" cy="4526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Tahoma"/>
                  <a:ea typeface="Tahoma"/>
                  <a:cs typeface="Tahoma"/>
                  <a:sym typeface="Tahoma"/>
                </a:rPr>
                <a:t>192.168.10.2</a:t>
              </a:r>
              <a:endParaRPr b="0" i="0" sz="1800" u="none" cap="none" strike="noStrike">
                <a:solidFill>
                  <a:srgbClr val="0070C0"/>
                </a:solidFill>
                <a:latin typeface="Arial"/>
                <a:ea typeface="Arial"/>
                <a:cs typeface="Arial"/>
                <a:sym typeface="Arial"/>
              </a:endParaRPr>
            </a:p>
          </p:txBody>
        </p:sp>
        <p:pic>
          <p:nvPicPr>
            <p:cNvPr id="876" name="Google Shape;876;p22"/>
            <p:cNvPicPr preferRelativeResize="0"/>
            <p:nvPr/>
          </p:nvPicPr>
          <p:blipFill rotWithShape="1">
            <a:blip r:embed="rId5">
              <a:alphaModFix/>
            </a:blip>
            <a:srcRect b="0" l="0" r="0" t="0"/>
            <a:stretch/>
          </p:blipFill>
          <p:spPr>
            <a:xfrm>
              <a:off x="705164" y="4893564"/>
              <a:ext cx="742951" cy="602357"/>
            </a:xfrm>
            <a:prstGeom prst="rect">
              <a:avLst/>
            </a:prstGeom>
            <a:noFill/>
            <a:ln>
              <a:noFill/>
            </a:ln>
          </p:spPr>
        </p:pic>
        <p:cxnSp>
          <p:nvCxnSpPr>
            <p:cNvPr id="877" name="Google Shape;877;p22"/>
            <p:cNvCxnSpPr>
              <a:stCxn id="858" idx="0"/>
              <a:endCxn id="856" idx="2"/>
            </p:cNvCxnSpPr>
            <p:nvPr/>
          </p:nvCxnSpPr>
          <p:spPr>
            <a:xfrm flipH="1" rot="10800000">
              <a:off x="-5042055" y="2157292"/>
              <a:ext cx="1396800" cy="1315500"/>
            </a:xfrm>
            <a:prstGeom prst="straightConnector1">
              <a:avLst/>
            </a:prstGeom>
            <a:noFill/>
            <a:ln cap="flat" cmpd="sng" w="9525">
              <a:solidFill>
                <a:srgbClr val="0070C0"/>
              </a:solidFill>
              <a:prstDash val="solid"/>
              <a:miter lim="800000"/>
              <a:headEnd len="sm" w="sm" type="none"/>
              <a:tailEnd len="sm" w="sm" type="none"/>
            </a:ln>
          </p:spPr>
        </p:cxn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2"/>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Network Address Translation (NAT)</a:t>
            </a:r>
            <a:endParaRPr/>
          </a:p>
        </p:txBody>
      </p:sp>
      <p:sp>
        <p:nvSpPr>
          <p:cNvPr id="883" name="Google Shape;883;p12"/>
          <p:cNvSpPr/>
          <p:nvPr/>
        </p:nvSpPr>
        <p:spPr>
          <a:xfrm>
            <a:off x="6962163" y="1843226"/>
            <a:ext cx="3439500" cy="1509900"/>
          </a:xfrm>
          <a:prstGeom prst="ellipse">
            <a:avLst/>
          </a:prstGeom>
          <a:noFill/>
          <a:ln cap="flat" cmpd="sng" w="3810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Tahoma"/>
                <a:ea typeface="Tahoma"/>
                <a:cs typeface="Tahoma"/>
                <a:sym typeface="Tahoma"/>
              </a:rPr>
              <a:t>1</a:t>
            </a:r>
            <a:r>
              <a:rPr b="0" i="0" lang="en-SG" sz="1800" u="none" cap="none" strike="noStrike">
                <a:solidFill>
                  <a:schemeClr val="dk1"/>
                </a:solidFill>
                <a:latin typeface="Tahoma"/>
                <a:ea typeface="Tahoma"/>
                <a:cs typeface="Tahoma"/>
                <a:sym typeface="Tahoma"/>
              </a:rPr>
              <a:t>Internet</a:t>
            </a:r>
            <a:endParaRPr b="0" i="0" sz="1400" u="none" cap="none" strike="noStrike">
              <a:solidFill>
                <a:srgbClr val="000000"/>
              </a:solidFill>
              <a:latin typeface="Arial"/>
              <a:ea typeface="Arial"/>
              <a:cs typeface="Arial"/>
              <a:sym typeface="Arial"/>
            </a:endParaRPr>
          </a:p>
        </p:txBody>
      </p:sp>
      <p:grpSp>
        <p:nvGrpSpPr>
          <p:cNvPr id="884" name="Google Shape;884;p12"/>
          <p:cNvGrpSpPr/>
          <p:nvPr/>
        </p:nvGrpSpPr>
        <p:grpSpPr>
          <a:xfrm>
            <a:off x="4273473" y="2098747"/>
            <a:ext cx="1690836" cy="1253921"/>
            <a:chOff x="3681074" y="855663"/>
            <a:chExt cx="1231939" cy="732516"/>
          </a:xfrm>
        </p:grpSpPr>
        <p:pic>
          <p:nvPicPr>
            <p:cNvPr id="885" name="Google Shape;885;p12"/>
            <p:cNvPicPr preferRelativeResize="0"/>
            <p:nvPr/>
          </p:nvPicPr>
          <p:blipFill rotWithShape="1">
            <a:blip r:embed="rId3">
              <a:alphaModFix/>
            </a:blip>
            <a:srcRect b="0" l="0" r="0" t="0"/>
            <a:stretch/>
          </p:blipFill>
          <p:spPr>
            <a:xfrm>
              <a:off x="3681074" y="855663"/>
              <a:ext cx="906461" cy="533401"/>
            </a:xfrm>
            <a:prstGeom prst="rect">
              <a:avLst/>
            </a:prstGeom>
            <a:noFill/>
            <a:ln>
              <a:noFill/>
            </a:ln>
          </p:spPr>
        </p:pic>
        <p:sp>
          <p:nvSpPr>
            <p:cNvPr id="886" name="Google Shape;886;p12"/>
            <p:cNvSpPr/>
            <p:nvPr/>
          </p:nvSpPr>
          <p:spPr>
            <a:xfrm>
              <a:off x="3923913" y="1351179"/>
              <a:ext cx="989100" cy="23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Router </a:t>
              </a:r>
              <a:endParaRPr b="0" i="0" sz="1400" u="none" cap="none" strike="noStrike">
                <a:solidFill>
                  <a:srgbClr val="000000"/>
                </a:solidFill>
                <a:latin typeface="Arial"/>
                <a:ea typeface="Arial"/>
                <a:cs typeface="Arial"/>
                <a:sym typeface="Arial"/>
              </a:endParaRPr>
            </a:p>
          </p:txBody>
        </p:sp>
      </p:grpSp>
      <p:cxnSp>
        <p:nvCxnSpPr>
          <p:cNvPr id="887" name="Google Shape;887;p12"/>
          <p:cNvCxnSpPr>
            <a:stCxn id="885" idx="3"/>
            <a:endCxn id="883" idx="2"/>
          </p:cNvCxnSpPr>
          <p:nvPr/>
        </p:nvCxnSpPr>
        <p:spPr>
          <a:xfrm>
            <a:off x="5517591" y="2555285"/>
            <a:ext cx="1444500" cy="42900"/>
          </a:xfrm>
          <a:prstGeom prst="straightConnector1">
            <a:avLst/>
          </a:prstGeom>
          <a:noFill/>
          <a:ln cap="flat" cmpd="sng" w="9525">
            <a:solidFill>
              <a:schemeClr val="dk1"/>
            </a:solidFill>
            <a:prstDash val="solid"/>
            <a:round/>
            <a:headEnd len="sm" w="sm" type="none"/>
            <a:tailEnd len="sm" w="sm" type="none"/>
          </a:ln>
        </p:spPr>
      </p:cxnSp>
      <p:sp>
        <p:nvSpPr>
          <p:cNvPr id="888" name="Google Shape;888;p12"/>
          <p:cNvSpPr txBox="1"/>
          <p:nvPr/>
        </p:nvSpPr>
        <p:spPr>
          <a:xfrm>
            <a:off x="5496667" y="2200648"/>
            <a:ext cx="1029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15.0.0.1</a:t>
            </a:r>
            <a:endParaRPr b="0" i="0" sz="1400" u="none" cap="none" strike="noStrike">
              <a:solidFill>
                <a:srgbClr val="000000"/>
              </a:solidFill>
              <a:latin typeface="Arial"/>
              <a:ea typeface="Arial"/>
              <a:cs typeface="Arial"/>
              <a:sym typeface="Arial"/>
            </a:endParaRPr>
          </a:p>
        </p:txBody>
      </p:sp>
      <p:pic>
        <p:nvPicPr>
          <p:cNvPr id="889" name="Google Shape;889;p12"/>
          <p:cNvPicPr preferRelativeResize="0"/>
          <p:nvPr/>
        </p:nvPicPr>
        <p:blipFill rotWithShape="1">
          <a:blip r:embed="rId4">
            <a:alphaModFix/>
          </a:blip>
          <a:srcRect b="0" l="0" r="0" t="0"/>
          <a:stretch/>
        </p:blipFill>
        <p:spPr>
          <a:xfrm>
            <a:off x="10981813" y="2026050"/>
            <a:ext cx="835026" cy="1200151"/>
          </a:xfrm>
          <a:prstGeom prst="rect">
            <a:avLst/>
          </a:prstGeom>
          <a:noFill/>
          <a:ln>
            <a:noFill/>
          </a:ln>
        </p:spPr>
      </p:pic>
      <p:cxnSp>
        <p:nvCxnSpPr>
          <p:cNvPr id="890" name="Google Shape;890;p12"/>
          <p:cNvCxnSpPr>
            <a:stCxn id="889" idx="1"/>
            <a:endCxn id="883" idx="6"/>
          </p:cNvCxnSpPr>
          <p:nvPr/>
        </p:nvCxnSpPr>
        <p:spPr>
          <a:xfrm rot="10800000">
            <a:off x="10401613" y="2598226"/>
            <a:ext cx="580200" cy="27900"/>
          </a:xfrm>
          <a:prstGeom prst="straightConnector1">
            <a:avLst/>
          </a:prstGeom>
          <a:noFill/>
          <a:ln cap="flat" cmpd="sng" w="9525">
            <a:solidFill>
              <a:schemeClr val="dk1"/>
            </a:solidFill>
            <a:prstDash val="solid"/>
            <a:round/>
            <a:headEnd len="sm" w="sm" type="none"/>
            <a:tailEnd len="sm" w="sm" type="none"/>
          </a:ln>
        </p:spPr>
      </p:cxnSp>
      <p:sp>
        <p:nvSpPr>
          <p:cNvPr id="891" name="Google Shape;891;p12"/>
          <p:cNvSpPr txBox="1"/>
          <p:nvPr/>
        </p:nvSpPr>
        <p:spPr>
          <a:xfrm>
            <a:off x="9797114" y="1682819"/>
            <a:ext cx="2258548"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chemeClr val="dk1"/>
                </a:solidFill>
                <a:latin typeface="Tahoma"/>
                <a:ea typeface="Tahoma"/>
                <a:cs typeface="Tahoma"/>
                <a:sym typeface="Tahoma"/>
              </a:rPr>
              <a:t>216.239.38.120:80</a:t>
            </a:r>
            <a:endParaRPr b="0" i="0" sz="1400" u="none" cap="none" strike="noStrike">
              <a:solidFill>
                <a:srgbClr val="000000"/>
              </a:solidFill>
              <a:latin typeface="Arial"/>
              <a:ea typeface="Arial"/>
              <a:cs typeface="Arial"/>
              <a:sym typeface="Arial"/>
            </a:endParaRPr>
          </a:p>
        </p:txBody>
      </p:sp>
      <p:grpSp>
        <p:nvGrpSpPr>
          <p:cNvPr id="892" name="Google Shape;892;p12"/>
          <p:cNvGrpSpPr/>
          <p:nvPr/>
        </p:nvGrpSpPr>
        <p:grpSpPr>
          <a:xfrm>
            <a:off x="169415" y="2052119"/>
            <a:ext cx="10042842" cy="3436659"/>
            <a:chOff x="333689" y="1912314"/>
            <a:chExt cx="12080502" cy="3768157"/>
          </a:xfrm>
        </p:grpSpPr>
        <p:cxnSp>
          <p:nvCxnSpPr>
            <p:cNvPr id="893" name="Google Shape;893;p12"/>
            <p:cNvCxnSpPr>
              <a:stCxn id="894" idx="1"/>
              <a:endCxn id="895" idx="0"/>
            </p:cNvCxnSpPr>
            <p:nvPr/>
          </p:nvCxnSpPr>
          <p:spPr>
            <a:xfrm flipH="1">
              <a:off x="705153" y="3393582"/>
              <a:ext cx="1345800" cy="16500"/>
            </a:xfrm>
            <a:prstGeom prst="straightConnector1">
              <a:avLst/>
            </a:prstGeom>
            <a:noFill/>
            <a:ln cap="flat" cmpd="sng" w="9525">
              <a:solidFill>
                <a:srgbClr val="FF0000"/>
              </a:solidFill>
              <a:prstDash val="solid"/>
              <a:round/>
              <a:headEnd len="sm" w="sm" type="none"/>
              <a:tailEnd len="sm" w="sm" type="none"/>
            </a:ln>
          </p:spPr>
        </p:cxnSp>
        <p:pic>
          <p:nvPicPr>
            <p:cNvPr id="896" name="Google Shape;896;p12"/>
            <p:cNvPicPr preferRelativeResize="0"/>
            <p:nvPr/>
          </p:nvPicPr>
          <p:blipFill rotWithShape="1">
            <a:blip r:embed="rId5">
              <a:alphaModFix/>
            </a:blip>
            <a:srcRect b="0" l="0" r="0" t="0"/>
            <a:stretch/>
          </p:blipFill>
          <p:spPr>
            <a:xfrm>
              <a:off x="908180" y="2032027"/>
              <a:ext cx="742951" cy="602356"/>
            </a:xfrm>
            <a:prstGeom prst="rect">
              <a:avLst/>
            </a:prstGeom>
            <a:noFill/>
            <a:ln>
              <a:noFill/>
            </a:ln>
          </p:spPr>
        </p:pic>
        <p:sp>
          <p:nvSpPr>
            <p:cNvPr id="897" name="Google Shape;897;p12"/>
            <p:cNvSpPr/>
            <p:nvPr/>
          </p:nvSpPr>
          <p:spPr>
            <a:xfrm>
              <a:off x="705164" y="2098771"/>
              <a:ext cx="2363302" cy="3581700"/>
            </a:xfrm>
            <a:prstGeom prst="ellipse">
              <a:avLst/>
            </a:prstGeom>
            <a:noFill/>
            <a:ln cap="flat" cmpd="sng" w="38100">
              <a:solidFill>
                <a:srgbClr val="0070C0"/>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Tahoma"/>
                  <a:ea typeface="Tahoma"/>
                  <a:cs typeface="Tahoma"/>
                  <a:sym typeface="Tahoma"/>
                </a:rPr>
                <a:t>192.168.10./24</a:t>
              </a:r>
              <a:endParaRPr b="0" i="0" sz="1400" u="none" cap="none" strike="noStrike">
                <a:solidFill>
                  <a:srgbClr val="0070C0"/>
                </a:solidFill>
                <a:latin typeface="Arial"/>
                <a:ea typeface="Arial"/>
                <a:cs typeface="Arial"/>
                <a:sym typeface="Arial"/>
              </a:endParaRPr>
            </a:p>
          </p:txBody>
        </p:sp>
        <p:pic>
          <p:nvPicPr>
            <p:cNvPr descr="AccessPoint" id="894" name="Google Shape;894;p12"/>
            <p:cNvPicPr preferRelativeResize="0"/>
            <p:nvPr/>
          </p:nvPicPr>
          <p:blipFill rotWithShape="1">
            <a:blip r:embed="rId6">
              <a:alphaModFix/>
            </a:blip>
            <a:srcRect b="0" l="0" r="0" t="0"/>
            <a:stretch/>
          </p:blipFill>
          <p:spPr>
            <a:xfrm>
              <a:off x="2050953" y="3209184"/>
              <a:ext cx="845194" cy="368795"/>
            </a:xfrm>
            <a:prstGeom prst="rect">
              <a:avLst/>
            </a:prstGeom>
            <a:noFill/>
            <a:ln>
              <a:noFill/>
            </a:ln>
          </p:spPr>
        </p:pic>
        <p:cxnSp>
          <p:nvCxnSpPr>
            <p:cNvPr id="898" name="Google Shape;898;p12"/>
            <p:cNvCxnSpPr>
              <a:stCxn id="894" idx="0"/>
            </p:cNvCxnSpPr>
            <p:nvPr/>
          </p:nvCxnSpPr>
          <p:spPr>
            <a:xfrm flipH="1" rot="10800000">
              <a:off x="2473550" y="2277684"/>
              <a:ext cx="2828700" cy="931500"/>
            </a:xfrm>
            <a:prstGeom prst="straightConnector1">
              <a:avLst/>
            </a:prstGeom>
            <a:noFill/>
            <a:ln cap="flat" cmpd="sng" w="9525">
              <a:solidFill>
                <a:srgbClr val="FF0000"/>
              </a:solidFill>
              <a:prstDash val="solid"/>
              <a:miter lim="800000"/>
              <a:headEnd len="sm" w="sm" type="none"/>
              <a:tailEnd len="sm" w="sm" type="none"/>
            </a:ln>
          </p:spPr>
        </p:cxnSp>
        <p:cxnSp>
          <p:nvCxnSpPr>
            <p:cNvPr id="899" name="Google Shape;899;p12"/>
            <p:cNvCxnSpPr>
              <a:stCxn id="896" idx="2"/>
              <a:endCxn id="894" idx="1"/>
            </p:cNvCxnSpPr>
            <p:nvPr/>
          </p:nvCxnSpPr>
          <p:spPr>
            <a:xfrm>
              <a:off x="1279656" y="2634383"/>
              <a:ext cx="771300" cy="759300"/>
            </a:xfrm>
            <a:prstGeom prst="straightConnector1">
              <a:avLst/>
            </a:prstGeom>
            <a:noFill/>
            <a:ln cap="flat" cmpd="sng" w="9525">
              <a:solidFill>
                <a:srgbClr val="FF0000"/>
              </a:solidFill>
              <a:prstDash val="solid"/>
              <a:round/>
              <a:headEnd len="sm" w="sm" type="none"/>
              <a:tailEnd len="sm" w="sm" type="none"/>
            </a:ln>
          </p:spPr>
        </p:cxnSp>
        <p:pic>
          <p:nvPicPr>
            <p:cNvPr id="895" name="Google Shape;895;p12"/>
            <p:cNvPicPr preferRelativeResize="0"/>
            <p:nvPr/>
          </p:nvPicPr>
          <p:blipFill rotWithShape="1">
            <a:blip r:embed="rId5">
              <a:alphaModFix/>
            </a:blip>
            <a:srcRect b="0" l="0" r="0" t="0"/>
            <a:stretch/>
          </p:blipFill>
          <p:spPr>
            <a:xfrm>
              <a:off x="333689" y="3410053"/>
              <a:ext cx="742951" cy="602357"/>
            </a:xfrm>
            <a:prstGeom prst="rect">
              <a:avLst/>
            </a:prstGeom>
            <a:noFill/>
            <a:ln>
              <a:noFill/>
            </a:ln>
          </p:spPr>
        </p:pic>
        <p:sp>
          <p:nvSpPr>
            <p:cNvPr id="900" name="Google Shape;900;p12"/>
            <p:cNvSpPr txBox="1"/>
            <p:nvPr/>
          </p:nvSpPr>
          <p:spPr>
            <a:xfrm>
              <a:off x="3390257" y="1912314"/>
              <a:ext cx="2121781" cy="404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70C0"/>
                  </a:solidFill>
                  <a:latin typeface="Tahoma"/>
                  <a:ea typeface="Tahoma"/>
                  <a:cs typeface="Tahoma"/>
                  <a:sym typeface="Tahoma"/>
                </a:rPr>
                <a:t>192.168.10.2</a:t>
              </a:r>
              <a:endParaRPr b="0" i="0" sz="1400" u="none" cap="none" strike="noStrike">
                <a:solidFill>
                  <a:srgbClr val="0070C0"/>
                </a:solidFill>
                <a:latin typeface="Arial"/>
                <a:ea typeface="Arial"/>
                <a:cs typeface="Arial"/>
                <a:sym typeface="Arial"/>
              </a:endParaRPr>
            </a:p>
          </p:txBody>
        </p:sp>
        <p:pic>
          <p:nvPicPr>
            <p:cNvPr id="901" name="Google Shape;901;p12"/>
            <p:cNvPicPr preferRelativeResize="0"/>
            <p:nvPr/>
          </p:nvPicPr>
          <p:blipFill rotWithShape="1">
            <a:blip r:embed="rId5">
              <a:alphaModFix/>
            </a:blip>
            <a:srcRect b="0" l="0" r="0" t="0"/>
            <a:stretch/>
          </p:blipFill>
          <p:spPr>
            <a:xfrm>
              <a:off x="535545" y="4813925"/>
              <a:ext cx="742951" cy="602358"/>
            </a:xfrm>
            <a:prstGeom prst="rect">
              <a:avLst/>
            </a:prstGeom>
            <a:noFill/>
            <a:ln>
              <a:noFill/>
            </a:ln>
          </p:spPr>
        </p:pic>
        <p:cxnSp>
          <p:nvCxnSpPr>
            <p:cNvPr id="902" name="Google Shape;902;p12"/>
            <p:cNvCxnSpPr>
              <a:stCxn id="901" idx="0"/>
            </p:cNvCxnSpPr>
            <p:nvPr/>
          </p:nvCxnSpPr>
          <p:spPr>
            <a:xfrm flipH="1" rot="10800000">
              <a:off x="907020" y="3565925"/>
              <a:ext cx="1345800" cy="1248000"/>
            </a:xfrm>
            <a:prstGeom prst="straightConnector1">
              <a:avLst/>
            </a:prstGeom>
            <a:noFill/>
            <a:ln cap="flat" cmpd="sng" w="9525">
              <a:solidFill>
                <a:schemeClr val="accent1"/>
              </a:solidFill>
              <a:prstDash val="solid"/>
              <a:miter lim="800000"/>
              <a:headEnd len="sm" w="sm" type="none"/>
              <a:tailEnd len="sm" w="sm" type="none"/>
            </a:ln>
          </p:spPr>
        </p:cxnSp>
        <p:pic>
          <p:nvPicPr>
            <p:cNvPr id="903" name="Google Shape;903;p12"/>
            <p:cNvPicPr preferRelativeResize="0"/>
            <p:nvPr/>
          </p:nvPicPr>
          <p:blipFill rotWithShape="1">
            <a:blip r:embed="rId5">
              <a:alphaModFix/>
            </a:blip>
            <a:srcRect b="0" l="0" r="0" t="0"/>
            <a:stretch/>
          </p:blipFill>
          <p:spPr>
            <a:xfrm>
              <a:off x="11671240" y="2858987"/>
              <a:ext cx="742951" cy="602356"/>
            </a:xfrm>
            <a:prstGeom prst="rect">
              <a:avLst/>
            </a:prstGeom>
            <a:noFill/>
            <a:ln>
              <a:noFill/>
            </a:ln>
          </p:spPr>
        </p:pic>
        <p:cxnSp>
          <p:nvCxnSpPr>
            <p:cNvPr id="904" name="Google Shape;904;p12"/>
            <p:cNvCxnSpPr>
              <a:endCxn id="894" idx="2"/>
            </p:cNvCxnSpPr>
            <p:nvPr/>
          </p:nvCxnSpPr>
          <p:spPr>
            <a:xfrm flipH="1" rot="10800000">
              <a:off x="2264450" y="3577979"/>
              <a:ext cx="209100" cy="1917900"/>
            </a:xfrm>
            <a:prstGeom prst="straightConnector1">
              <a:avLst/>
            </a:prstGeom>
            <a:noFill/>
            <a:ln cap="flat" cmpd="sng" w="9525">
              <a:solidFill>
                <a:schemeClr val="accent1"/>
              </a:solidFill>
              <a:prstDash val="solid"/>
              <a:miter lim="800000"/>
              <a:headEnd len="sm" w="sm" type="none"/>
              <a:tailEnd len="sm" w="sm" type="none"/>
            </a:ln>
          </p:spPr>
        </p:cxnSp>
      </p:grpSp>
      <p:sp>
        <p:nvSpPr>
          <p:cNvPr id="905" name="Google Shape;905;p12"/>
          <p:cNvSpPr txBox="1"/>
          <p:nvPr/>
        </p:nvSpPr>
        <p:spPr>
          <a:xfrm>
            <a:off x="337223" y="1843226"/>
            <a:ext cx="2258548"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SG" sz="1400" u="none" cap="none" strike="noStrike">
                <a:solidFill>
                  <a:srgbClr val="0070C0"/>
                </a:solidFill>
                <a:latin typeface="Courier New"/>
                <a:ea typeface="Courier New"/>
                <a:cs typeface="Courier New"/>
                <a:sym typeface="Courier New"/>
              </a:rPr>
              <a:t>192.168.10.200:54321</a:t>
            </a:r>
            <a:endParaRPr b="0" i="0" sz="1400" u="none" cap="none" strike="noStrike">
              <a:solidFill>
                <a:srgbClr val="0070C0"/>
              </a:solidFill>
              <a:latin typeface="Courier New"/>
              <a:ea typeface="Courier New"/>
              <a:cs typeface="Courier New"/>
              <a:sym typeface="Courier New"/>
            </a:endParaRPr>
          </a:p>
        </p:txBody>
      </p:sp>
      <p:sp>
        <p:nvSpPr>
          <p:cNvPr id="906" name="Google Shape;906;p12"/>
          <p:cNvSpPr txBox="1"/>
          <p:nvPr/>
        </p:nvSpPr>
        <p:spPr>
          <a:xfrm>
            <a:off x="69710" y="4056455"/>
            <a:ext cx="2258548"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SG" sz="1400" u="none" cap="none" strike="noStrike">
                <a:solidFill>
                  <a:srgbClr val="0070C0"/>
                </a:solidFill>
                <a:latin typeface="Courier New"/>
                <a:ea typeface="Courier New"/>
                <a:cs typeface="Courier New"/>
                <a:sym typeface="Courier New"/>
              </a:rPr>
              <a:t>192.168.10.210:12345</a:t>
            </a:r>
            <a:endParaRPr b="0" i="0" sz="1400" u="none" cap="none" strike="noStrike">
              <a:solidFill>
                <a:srgbClr val="0070C0"/>
              </a:solidFill>
              <a:latin typeface="Courier New"/>
              <a:ea typeface="Courier New"/>
              <a:cs typeface="Courier New"/>
              <a:sym typeface="Courier New"/>
            </a:endParaRPr>
          </a:p>
        </p:txBody>
      </p:sp>
      <p:pic>
        <p:nvPicPr>
          <p:cNvPr id="907" name="Google Shape;907;p12"/>
          <p:cNvPicPr preferRelativeResize="0"/>
          <p:nvPr/>
        </p:nvPicPr>
        <p:blipFill rotWithShape="1">
          <a:blip r:embed="rId4">
            <a:alphaModFix/>
          </a:blip>
          <a:srcRect b="0" l="0" r="0" t="0"/>
          <a:stretch/>
        </p:blipFill>
        <p:spPr>
          <a:xfrm>
            <a:off x="1202662" y="5281193"/>
            <a:ext cx="835026" cy="1200151"/>
          </a:xfrm>
          <a:prstGeom prst="rect">
            <a:avLst/>
          </a:prstGeom>
          <a:noFill/>
          <a:ln>
            <a:noFill/>
          </a:ln>
        </p:spPr>
      </p:pic>
      <p:sp>
        <p:nvSpPr>
          <p:cNvPr id="908" name="Google Shape;908;p12"/>
          <p:cNvSpPr txBox="1"/>
          <p:nvPr/>
        </p:nvSpPr>
        <p:spPr>
          <a:xfrm>
            <a:off x="9902778" y="3359665"/>
            <a:ext cx="2258548"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203.0.113.5:56789</a:t>
            </a:r>
            <a:endParaRPr b="0" i="0" sz="1800" u="none" cap="none" strike="noStrike">
              <a:solidFill>
                <a:srgbClr val="000000"/>
              </a:solidFill>
              <a:latin typeface="Tahoma"/>
              <a:ea typeface="Tahoma"/>
              <a:cs typeface="Tahoma"/>
              <a:sym typeface="Tahoma"/>
            </a:endParaRPr>
          </a:p>
        </p:txBody>
      </p:sp>
      <p:sp>
        <p:nvSpPr>
          <p:cNvPr id="909" name="Google Shape;909;p12"/>
          <p:cNvSpPr txBox="1"/>
          <p:nvPr/>
        </p:nvSpPr>
        <p:spPr>
          <a:xfrm>
            <a:off x="520240" y="6498072"/>
            <a:ext cx="225854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SG" sz="1400" u="none" cap="none" strike="noStrike">
                <a:solidFill>
                  <a:srgbClr val="0070C0"/>
                </a:solidFill>
                <a:latin typeface="Courier New"/>
                <a:ea typeface="Courier New"/>
                <a:cs typeface="Courier New"/>
                <a:sym typeface="Courier New"/>
              </a:rPr>
              <a:t>192.168.10.200:443</a:t>
            </a:r>
            <a:endParaRPr/>
          </a:p>
        </p:txBody>
      </p:sp>
      <p:sp>
        <p:nvSpPr>
          <p:cNvPr id="910" name="Google Shape;910;p12"/>
          <p:cNvSpPr/>
          <p:nvPr/>
        </p:nvSpPr>
        <p:spPr>
          <a:xfrm>
            <a:off x="2489200" y="3649663"/>
            <a:ext cx="9607550" cy="2762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911" name="Google Shape;911;p12"/>
          <p:cNvCxnSpPr/>
          <p:nvPr/>
        </p:nvCxnSpPr>
        <p:spPr>
          <a:xfrm>
            <a:off x="4618038" y="3667126"/>
            <a:ext cx="0" cy="2738438"/>
          </a:xfrm>
          <a:prstGeom prst="straightConnector1">
            <a:avLst/>
          </a:prstGeom>
          <a:noFill/>
          <a:ln cap="flat" cmpd="sng" w="12700">
            <a:solidFill>
              <a:srgbClr val="000000"/>
            </a:solidFill>
            <a:prstDash val="solid"/>
            <a:round/>
            <a:headEnd len="med" w="med" type="none"/>
            <a:tailEnd len="med" w="med" type="none"/>
          </a:ln>
        </p:spPr>
      </p:cxnSp>
      <p:cxnSp>
        <p:nvCxnSpPr>
          <p:cNvPr id="912" name="Google Shape;912;p12"/>
          <p:cNvCxnSpPr/>
          <p:nvPr/>
        </p:nvCxnSpPr>
        <p:spPr>
          <a:xfrm>
            <a:off x="6296025" y="3667126"/>
            <a:ext cx="0" cy="2738438"/>
          </a:xfrm>
          <a:prstGeom prst="straightConnector1">
            <a:avLst/>
          </a:prstGeom>
          <a:noFill/>
          <a:ln cap="flat" cmpd="sng" w="12700">
            <a:solidFill>
              <a:srgbClr val="000000"/>
            </a:solidFill>
            <a:prstDash val="solid"/>
            <a:round/>
            <a:headEnd len="med" w="med" type="none"/>
            <a:tailEnd len="med" w="med" type="none"/>
          </a:ln>
        </p:spPr>
      </p:cxnSp>
      <p:cxnSp>
        <p:nvCxnSpPr>
          <p:cNvPr id="913" name="Google Shape;913;p12"/>
          <p:cNvCxnSpPr/>
          <p:nvPr/>
        </p:nvCxnSpPr>
        <p:spPr>
          <a:xfrm>
            <a:off x="8370888" y="3667126"/>
            <a:ext cx="0" cy="2738438"/>
          </a:xfrm>
          <a:prstGeom prst="straightConnector1">
            <a:avLst/>
          </a:prstGeom>
          <a:noFill/>
          <a:ln cap="flat" cmpd="sng" w="12700">
            <a:solidFill>
              <a:srgbClr val="000000"/>
            </a:solidFill>
            <a:prstDash val="solid"/>
            <a:round/>
            <a:headEnd len="med" w="med" type="none"/>
            <a:tailEnd len="med" w="med" type="none"/>
          </a:ln>
        </p:spPr>
      </p:cxnSp>
      <p:cxnSp>
        <p:nvCxnSpPr>
          <p:cNvPr id="914" name="Google Shape;914;p12"/>
          <p:cNvCxnSpPr/>
          <p:nvPr/>
        </p:nvCxnSpPr>
        <p:spPr>
          <a:xfrm>
            <a:off x="10445750" y="3667126"/>
            <a:ext cx="0" cy="2738438"/>
          </a:xfrm>
          <a:prstGeom prst="straightConnector1">
            <a:avLst/>
          </a:prstGeom>
          <a:noFill/>
          <a:ln cap="flat" cmpd="sng" w="12700">
            <a:solidFill>
              <a:srgbClr val="000000"/>
            </a:solidFill>
            <a:prstDash val="solid"/>
            <a:round/>
            <a:headEnd len="med" w="med" type="none"/>
            <a:tailEnd len="med" w="med" type="none"/>
          </a:ln>
        </p:spPr>
      </p:cxnSp>
      <p:cxnSp>
        <p:nvCxnSpPr>
          <p:cNvPr id="915" name="Google Shape;915;p12"/>
          <p:cNvCxnSpPr/>
          <p:nvPr/>
        </p:nvCxnSpPr>
        <p:spPr>
          <a:xfrm>
            <a:off x="2489200" y="4589463"/>
            <a:ext cx="9601200" cy="0"/>
          </a:xfrm>
          <a:prstGeom prst="straightConnector1">
            <a:avLst/>
          </a:prstGeom>
          <a:noFill/>
          <a:ln cap="flat" cmpd="sng" w="12700">
            <a:solidFill>
              <a:srgbClr val="000000"/>
            </a:solidFill>
            <a:prstDash val="solid"/>
            <a:round/>
            <a:headEnd len="med" w="med" type="none"/>
            <a:tailEnd len="med" w="med" type="none"/>
          </a:ln>
        </p:spPr>
      </p:cxnSp>
      <p:cxnSp>
        <p:nvCxnSpPr>
          <p:cNvPr id="916" name="Google Shape;916;p12"/>
          <p:cNvCxnSpPr/>
          <p:nvPr/>
        </p:nvCxnSpPr>
        <p:spPr>
          <a:xfrm>
            <a:off x="2489200" y="5229226"/>
            <a:ext cx="9601200" cy="0"/>
          </a:xfrm>
          <a:prstGeom prst="straightConnector1">
            <a:avLst/>
          </a:prstGeom>
          <a:noFill/>
          <a:ln cap="flat" cmpd="sng" w="12700">
            <a:solidFill>
              <a:srgbClr val="000000"/>
            </a:solidFill>
            <a:prstDash val="solid"/>
            <a:round/>
            <a:headEnd len="med" w="med" type="none"/>
            <a:tailEnd len="med" w="med" type="none"/>
          </a:ln>
        </p:spPr>
      </p:cxnSp>
      <p:cxnSp>
        <p:nvCxnSpPr>
          <p:cNvPr id="917" name="Google Shape;917;p12"/>
          <p:cNvCxnSpPr/>
          <p:nvPr/>
        </p:nvCxnSpPr>
        <p:spPr>
          <a:xfrm>
            <a:off x="2489200" y="5815013"/>
            <a:ext cx="9601200" cy="0"/>
          </a:xfrm>
          <a:prstGeom prst="straightConnector1">
            <a:avLst/>
          </a:prstGeom>
          <a:noFill/>
          <a:ln cap="flat" cmpd="sng" w="12700">
            <a:solidFill>
              <a:srgbClr val="000000"/>
            </a:solidFill>
            <a:prstDash val="solid"/>
            <a:round/>
            <a:headEnd len="med" w="med" type="none"/>
            <a:tailEnd len="med" w="med" type="none"/>
          </a:ln>
        </p:spPr>
      </p:cxnSp>
      <p:cxnSp>
        <p:nvCxnSpPr>
          <p:cNvPr id="918" name="Google Shape;918;p12"/>
          <p:cNvCxnSpPr/>
          <p:nvPr/>
        </p:nvCxnSpPr>
        <p:spPr>
          <a:xfrm>
            <a:off x="2495550" y="3667126"/>
            <a:ext cx="0" cy="2738438"/>
          </a:xfrm>
          <a:prstGeom prst="straightConnector1">
            <a:avLst/>
          </a:prstGeom>
          <a:noFill/>
          <a:ln cap="flat" cmpd="sng" w="12700">
            <a:solidFill>
              <a:srgbClr val="000000"/>
            </a:solidFill>
            <a:prstDash val="solid"/>
            <a:round/>
            <a:headEnd len="med" w="med" type="none"/>
            <a:tailEnd len="med" w="med" type="none"/>
          </a:ln>
        </p:spPr>
      </p:cxnSp>
      <p:cxnSp>
        <p:nvCxnSpPr>
          <p:cNvPr id="919" name="Google Shape;919;p12"/>
          <p:cNvCxnSpPr/>
          <p:nvPr/>
        </p:nvCxnSpPr>
        <p:spPr>
          <a:xfrm>
            <a:off x="12084050" y="3667126"/>
            <a:ext cx="0" cy="2738438"/>
          </a:xfrm>
          <a:prstGeom prst="straightConnector1">
            <a:avLst/>
          </a:prstGeom>
          <a:noFill/>
          <a:ln cap="flat" cmpd="sng" w="12700">
            <a:solidFill>
              <a:srgbClr val="000000"/>
            </a:solidFill>
            <a:prstDash val="solid"/>
            <a:round/>
            <a:headEnd len="med" w="med" type="none"/>
            <a:tailEnd len="med" w="med" type="none"/>
          </a:ln>
        </p:spPr>
      </p:cxnSp>
      <p:cxnSp>
        <p:nvCxnSpPr>
          <p:cNvPr id="920" name="Google Shape;920;p12"/>
          <p:cNvCxnSpPr/>
          <p:nvPr/>
        </p:nvCxnSpPr>
        <p:spPr>
          <a:xfrm>
            <a:off x="2489200" y="3673476"/>
            <a:ext cx="9601200" cy="0"/>
          </a:xfrm>
          <a:prstGeom prst="straightConnector1">
            <a:avLst/>
          </a:prstGeom>
          <a:noFill/>
          <a:ln cap="flat" cmpd="sng" w="12700">
            <a:solidFill>
              <a:srgbClr val="000000"/>
            </a:solidFill>
            <a:prstDash val="solid"/>
            <a:round/>
            <a:headEnd len="med" w="med" type="none"/>
            <a:tailEnd len="med" w="med" type="none"/>
          </a:ln>
        </p:spPr>
      </p:cxnSp>
      <p:cxnSp>
        <p:nvCxnSpPr>
          <p:cNvPr id="921" name="Google Shape;921;p12"/>
          <p:cNvCxnSpPr/>
          <p:nvPr/>
        </p:nvCxnSpPr>
        <p:spPr>
          <a:xfrm>
            <a:off x="2489200" y="6399213"/>
            <a:ext cx="9601200" cy="0"/>
          </a:xfrm>
          <a:prstGeom prst="straightConnector1">
            <a:avLst/>
          </a:prstGeom>
          <a:noFill/>
          <a:ln cap="flat" cmpd="sng" w="12700">
            <a:solidFill>
              <a:srgbClr val="000000"/>
            </a:solidFill>
            <a:prstDash val="solid"/>
            <a:round/>
            <a:headEnd len="med" w="med" type="none"/>
            <a:tailEnd len="med" w="med" type="none"/>
          </a:ln>
        </p:spPr>
      </p:cxnSp>
      <p:sp>
        <p:nvSpPr>
          <p:cNvPr id="922" name="Google Shape;922;p12"/>
          <p:cNvSpPr/>
          <p:nvPr/>
        </p:nvSpPr>
        <p:spPr>
          <a:xfrm>
            <a:off x="10537825" y="3719513"/>
            <a:ext cx="596900" cy="3222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Type</a:t>
            </a:r>
            <a:endParaRPr b="0" i="0" sz="1800" u="none" cap="none" strike="noStrike">
              <a:solidFill>
                <a:schemeClr val="dk1"/>
              </a:solidFill>
              <a:latin typeface="Arial"/>
              <a:ea typeface="Arial"/>
              <a:cs typeface="Arial"/>
              <a:sym typeface="Arial"/>
            </a:endParaRPr>
          </a:p>
        </p:txBody>
      </p:sp>
      <p:sp>
        <p:nvSpPr>
          <p:cNvPr id="923" name="Google Shape;923;p12"/>
          <p:cNvSpPr/>
          <p:nvPr/>
        </p:nvSpPr>
        <p:spPr>
          <a:xfrm>
            <a:off x="8462963" y="3719513"/>
            <a:ext cx="1236663" cy="3222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Translated </a:t>
            </a:r>
            <a:endParaRPr b="0" i="0" sz="1800" u="none" cap="none" strike="noStrike">
              <a:solidFill>
                <a:schemeClr val="dk1"/>
              </a:solidFill>
              <a:latin typeface="Arial"/>
              <a:ea typeface="Arial"/>
              <a:cs typeface="Arial"/>
              <a:sym typeface="Arial"/>
            </a:endParaRPr>
          </a:p>
        </p:txBody>
      </p:sp>
      <p:sp>
        <p:nvSpPr>
          <p:cNvPr id="924" name="Google Shape;924;p12"/>
          <p:cNvSpPr/>
          <p:nvPr/>
        </p:nvSpPr>
        <p:spPr>
          <a:xfrm>
            <a:off x="8462963" y="3990976"/>
            <a:ext cx="1382713" cy="3397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Destination </a:t>
            </a:r>
            <a:endParaRPr b="0" i="0" sz="1800" u="none" cap="none" strike="noStrike">
              <a:solidFill>
                <a:schemeClr val="dk1"/>
              </a:solidFill>
              <a:latin typeface="Arial"/>
              <a:ea typeface="Arial"/>
              <a:cs typeface="Arial"/>
              <a:sym typeface="Arial"/>
            </a:endParaRPr>
          </a:p>
        </p:txBody>
      </p:sp>
      <p:sp>
        <p:nvSpPr>
          <p:cNvPr id="925" name="Google Shape;925;p12"/>
          <p:cNvSpPr/>
          <p:nvPr/>
        </p:nvSpPr>
        <p:spPr>
          <a:xfrm>
            <a:off x="8462963" y="4265613"/>
            <a:ext cx="849313" cy="3397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IP:Port</a:t>
            </a:r>
            <a:endParaRPr b="0" i="0" sz="1800" u="none" cap="none" strike="noStrike">
              <a:solidFill>
                <a:schemeClr val="dk1"/>
              </a:solidFill>
              <a:latin typeface="Arial"/>
              <a:ea typeface="Arial"/>
              <a:cs typeface="Arial"/>
              <a:sym typeface="Arial"/>
            </a:endParaRPr>
          </a:p>
        </p:txBody>
      </p:sp>
      <p:sp>
        <p:nvSpPr>
          <p:cNvPr id="926" name="Google Shape;926;p12"/>
          <p:cNvSpPr/>
          <p:nvPr/>
        </p:nvSpPr>
        <p:spPr>
          <a:xfrm>
            <a:off x="6388100" y="3719513"/>
            <a:ext cx="877888" cy="3222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Original</a:t>
            </a:r>
            <a:endParaRPr b="0" i="0" sz="1800" u="none" cap="none" strike="noStrike">
              <a:solidFill>
                <a:schemeClr val="dk1"/>
              </a:solidFill>
              <a:latin typeface="Arial"/>
              <a:ea typeface="Arial"/>
              <a:cs typeface="Arial"/>
              <a:sym typeface="Arial"/>
            </a:endParaRPr>
          </a:p>
        </p:txBody>
      </p:sp>
      <p:sp>
        <p:nvSpPr>
          <p:cNvPr id="927" name="Google Shape;927;p12"/>
          <p:cNvSpPr/>
          <p:nvPr/>
        </p:nvSpPr>
        <p:spPr>
          <a:xfrm>
            <a:off x="6388100" y="3990976"/>
            <a:ext cx="1382713" cy="3397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Destination </a:t>
            </a:r>
            <a:endParaRPr b="0" i="0" sz="1800" u="none" cap="none" strike="noStrike">
              <a:solidFill>
                <a:schemeClr val="dk1"/>
              </a:solidFill>
              <a:latin typeface="Arial"/>
              <a:ea typeface="Arial"/>
              <a:cs typeface="Arial"/>
              <a:sym typeface="Arial"/>
            </a:endParaRPr>
          </a:p>
        </p:txBody>
      </p:sp>
      <p:sp>
        <p:nvSpPr>
          <p:cNvPr id="928" name="Google Shape;928;p12"/>
          <p:cNvSpPr/>
          <p:nvPr/>
        </p:nvSpPr>
        <p:spPr>
          <a:xfrm>
            <a:off x="6388100" y="4265613"/>
            <a:ext cx="849313" cy="3397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IP:Port</a:t>
            </a:r>
            <a:endParaRPr b="0" i="0" sz="1800" u="none" cap="none" strike="noStrike">
              <a:solidFill>
                <a:schemeClr val="dk1"/>
              </a:solidFill>
              <a:latin typeface="Arial"/>
              <a:ea typeface="Arial"/>
              <a:cs typeface="Arial"/>
              <a:sym typeface="Arial"/>
            </a:endParaRPr>
          </a:p>
        </p:txBody>
      </p:sp>
      <p:sp>
        <p:nvSpPr>
          <p:cNvPr id="929" name="Google Shape;929;p12"/>
          <p:cNvSpPr/>
          <p:nvPr/>
        </p:nvSpPr>
        <p:spPr>
          <a:xfrm>
            <a:off x="4710113" y="3719513"/>
            <a:ext cx="1235075" cy="3222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Translated </a:t>
            </a:r>
            <a:endParaRPr b="0" i="0" sz="1800" u="none" cap="none" strike="noStrike">
              <a:solidFill>
                <a:schemeClr val="dk1"/>
              </a:solidFill>
              <a:latin typeface="Arial"/>
              <a:ea typeface="Arial"/>
              <a:cs typeface="Arial"/>
              <a:sym typeface="Arial"/>
            </a:endParaRPr>
          </a:p>
        </p:txBody>
      </p:sp>
      <p:sp>
        <p:nvSpPr>
          <p:cNvPr id="930" name="Google Shape;930;p12"/>
          <p:cNvSpPr/>
          <p:nvPr/>
        </p:nvSpPr>
        <p:spPr>
          <a:xfrm>
            <a:off x="4710113" y="3990976"/>
            <a:ext cx="1651000" cy="3397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Source IP:Port</a:t>
            </a:r>
            <a:endParaRPr b="0" i="0" sz="1800" u="none" cap="none" strike="noStrike">
              <a:solidFill>
                <a:schemeClr val="dk1"/>
              </a:solidFill>
              <a:latin typeface="Arial"/>
              <a:ea typeface="Arial"/>
              <a:cs typeface="Arial"/>
              <a:sym typeface="Arial"/>
            </a:endParaRPr>
          </a:p>
        </p:txBody>
      </p:sp>
      <p:sp>
        <p:nvSpPr>
          <p:cNvPr id="931" name="Google Shape;931;p12"/>
          <p:cNvSpPr/>
          <p:nvPr/>
        </p:nvSpPr>
        <p:spPr>
          <a:xfrm>
            <a:off x="2587625" y="3719513"/>
            <a:ext cx="877888" cy="3222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Original</a:t>
            </a:r>
            <a:endParaRPr b="0" i="0" sz="1800" u="none" cap="none" strike="noStrike">
              <a:solidFill>
                <a:schemeClr val="dk1"/>
              </a:solidFill>
              <a:latin typeface="Arial"/>
              <a:ea typeface="Arial"/>
              <a:cs typeface="Arial"/>
              <a:sym typeface="Arial"/>
            </a:endParaRPr>
          </a:p>
        </p:txBody>
      </p:sp>
      <p:sp>
        <p:nvSpPr>
          <p:cNvPr id="932" name="Google Shape;932;p12"/>
          <p:cNvSpPr/>
          <p:nvPr/>
        </p:nvSpPr>
        <p:spPr>
          <a:xfrm>
            <a:off x="2587625" y="3990976"/>
            <a:ext cx="1652588" cy="3397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Source IP:Port</a:t>
            </a:r>
            <a:endParaRPr b="0" i="0" sz="1800" u="none" cap="none" strike="noStrike">
              <a:solidFill>
                <a:schemeClr val="dk1"/>
              </a:solidFill>
              <a:latin typeface="Arial"/>
              <a:ea typeface="Arial"/>
              <a:cs typeface="Arial"/>
              <a:sym typeface="Arial"/>
            </a:endParaRPr>
          </a:p>
        </p:txBody>
      </p:sp>
      <p:sp>
        <p:nvSpPr>
          <p:cNvPr id="933" name="Google Shape;933;p12"/>
          <p:cNvSpPr/>
          <p:nvPr/>
        </p:nvSpPr>
        <p:spPr>
          <a:xfrm>
            <a:off x="10537825" y="4646613"/>
            <a:ext cx="1012825"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Source NAT</a:t>
            </a:r>
            <a:endParaRPr b="0" i="0" sz="1800" u="none" cap="none" strike="noStrike">
              <a:solidFill>
                <a:schemeClr val="dk1"/>
              </a:solidFill>
              <a:latin typeface="Arial"/>
              <a:ea typeface="Arial"/>
              <a:cs typeface="Arial"/>
              <a:sym typeface="Arial"/>
            </a:endParaRPr>
          </a:p>
        </p:txBody>
      </p:sp>
      <p:sp>
        <p:nvSpPr>
          <p:cNvPr id="934" name="Google Shape;934;p12"/>
          <p:cNvSpPr/>
          <p:nvPr/>
        </p:nvSpPr>
        <p:spPr>
          <a:xfrm>
            <a:off x="8462963" y="464661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216.239.38.120:</a:t>
            </a:r>
            <a:endParaRPr b="0" i="0" sz="1800" u="none" cap="none" strike="noStrike">
              <a:solidFill>
                <a:schemeClr val="dk1"/>
              </a:solidFill>
              <a:latin typeface="Arial"/>
              <a:ea typeface="Arial"/>
              <a:cs typeface="Arial"/>
              <a:sym typeface="Arial"/>
            </a:endParaRPr>
          </a:p>
        </p:txBody>
      </p:sp>
      <p:sp>
        <p:nvSpPr>
          <p:cNvPr id="935" name="Google Shape;935;p12"/>
          <p:cNvSpPr/>
          <p:nvPr/>
        </p:nvSpPr>
        <p:spPr>
          <a:xfrm>
            <a:off x="8462963" y="4830763"/>
            <a:ext cx="276225"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80</a:t>
            </a:r>
            <a:endParaRPr b="0" i="0" sz="1800" u="none" cap="none" strike="noStrike">
              <a:solidFill>
                <a:schemeClr val="dk1"/>
              </a:solidFill>
              <a:latin typeface="Arial"/>
              <a:ea typeface="Arial"/>
              <a:cs typeface="Arial"/>
              <a:sym typeface="Arial"/>
            </a:endParaRPr>
          </a:p>
        </p:txBody>
      </p:sp>
      <p:sp>
        <p:nvSpPr>
          <p:cNvPr id="936" name="Google Shape;936;p12"/>
          <p:cNvSpPr/>
          <p:nvPr/>
        </p:nvSpPr>
        <p:spPr>
          <a:xfrm>
            <a:off x="6388100" y="464661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216.239.38.120:</a:t>
            </a:r>
            <a:endParaRPr b="0" i="0" sz="1800" u="none" cap="none" strike="noStrike">
              <a:solidFill>
                <a:schemeClr val="dk1"/>
              </a:solidFill>
              <a:latin typeface="Arial"/>
              <a:ea typeface="Arial"/>
              <a:cs typeface="Arial"/>
              <a:sym typeface="Arial"/>
            </a:endParaRPr>
          </a:p>
        </p:txBody>
      </p:sp>
      <p:sp>
        <p:nvSpPr>
          <p:cNvPr id="937" name="Google Shape;937;p12"/>
          <p:cNvSpPr/>
          <p:nvPr/>
        </p:nvSpPr>
        <p:spPr>
          <a:xfrm>
            <a:off x="6388100" y="4830763"/>
            <a:ext cx="276225"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80</a:t>
            </a:r>
            <a:endParaRPr b="0" i="0" sz="1800" u="none" cap="none" strike="noStrike">
              <a:solidFill>
                <a:schemeClr val="dk1"/>
              </a:solidFill>
              <a:latin typeface="Arial"/>
              <a:ea typeface="Arial"/>
              <a:cs typeface="Arial"/>
              <a:sym typeface="Arial"/>
            </a:endParaRPr>
          </a:p>
        </p:txBody>
      </p:sp>
      <p:sp>
        <p:nvSpPr>
          <p:cNvPr id="938" name="Google Shape;938;p12"/>
          <p:cNvSpPr/>
          <p:nvPr/>
        </p:nvSpPr>
        <p:spPr>
          <a:xfrm>
            <a:off x="4710113" y="4646613"/>
            <a:ext cx="92075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15.0.0.1:</a:t>
            </a:r>
            <a:endParaRPr b="0" i="0" sz="1800" u="none" cap="none" strike="noStrike">
              <a:solidFill>
                <a:schemeClr val="dk1"/>
              </a:solidFill>
              <a:latin typeface="Arial"/>
              <a:ea typeface="Arial"/>
              <a:cs typeface="Arial"/>
              <a:sym typeface="Arial"/>
            </a:endParaRPr>
          </a:p>
        </p:txBody>
      </p:sp>
      <p:sp>
        <p:nvSpPr>
          <p:cNvPr id="939" name="Google Shape;939;p12"/>
          <p:cNvSpPr/>
          <p:nvPr/>
        </p:nvSpPr>
        <p:spPr>
          <a:xfrm>
            <a:off x="4710113" y="4830763"/>
            <a:ext cx="550863"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20345</a:t>
            </a:r>
            <a:endParaRPr b="0" i="0" sz="1800" u="none" cap="none" strike="noStrike">
              <a:solidFill>
                <a:schemeClr val="dk1"/>
              </a:solidFill>
              <a:latin typeface="Arial"/>
              <a:ea typeface="Arial"/>
              <a:cs typeface="Arial"/>
              <a:sym typeface="Arial"/>
            </a:endParaRPr>
          </a:p>
        </p:txBody>
      </p:sp>
      <p:sp>
        <p:nvSpPr>
          <p:cNvPr id="940" name="Google Shape;940;p12"/>
          <p:cNvSpPr/>
          <p:nvPr/>
        </p:nvSpPr>
        <p:spPr>
          <a:xfrm>
            <a:off x="2587625" y="464661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70C0"/>
              </a:buClr>
              <a:buSzPts val="1200"/>
              <a:buFont typeface="Arial"/>
              <a:buNone/>
            </a:pPr>
            <a:r>
              <a:rPr b="0" i="0" lang="en-SG" sz="1200" u="none" cap="none" strike="noStrike">
                <a:solidFill>
                  <a:srgbClr val="0070C0"/>
                </a:solidFill>
                <a:latin typeface="Courier New"/>
                <a:ea typeface="Courier New"/>
                <a:cs typeface="Courier New"/>
                <a:sym typeface="Courier New"/>
              </a:rPr>
              <a:t>192.168.10.200:</a:t>
            </a:r>
            <a:endParaRPr b="0" i="0" sz="1800" u="none" cap="none" strike="noStrike">
              <a:solidFill>
                <a:schemeClr val="dk1"/>
              </a:solidFill>
              <a:latin typeface="Arial"/>
              <a:ea typeface="Arial"/>
              <a:cs typeface="Arial"/>
              <a:sym typeface="Arial"/>
            </a:endParaRPr>
          </a:p>
        </p:txBody>
      </p:sp>
      <p:sp>
        <p:nvSpPr>
          <p:cNvPr id="941" name="Google Shape;941;p12"/>
          <p:cNvSpPr/>
          <p:nvPr/>
        </p:nvSpPr>
        <p:spPr>
          <a:xfrm>
            <a:off x="2587625" y="4830763"/>
            <a:ext cx="552450"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70C0"/>
              </a:buClr>
              <a:buSzPts val="1200"/>
              <a:buFont typeface="Arial"/>
              <a:buNone/>
            </a:pPr>
            <a:r>
              <a:rPr b="0" i="0" lang="en-SG" sz="1200" u="none" cap="none" strike="noStrike">
                <a:solidFill>
                  <a:srgbClr val="0070C0"/>
                </a:solidFill>
                <a:latin typeface="Courier New"/>
                <a:ea typeface="Courier New"/>
                <a:cs typeface="Courier New"/>
                <a:sym typeface="Courier New"/>
              </a:rPr>
              <a:t>54321</a:t>
            </a:r>
            <a:endParaRPr b="0" i="0" sz="1800" u="none" cap="none" strike="noStrike">
              <a:solidFill>
                <a:schemeClr val="dk1"/>
              </a:solidFill>
              <a:latin typeface="Arial"/>
              <a:ea typeface="Arial"/>
              <a:cs typeface="Arial"/>
              <a:sym typeface="Arial"/>
            </a:endParaRPr>
          </a:p>
        </p:txBody>
      </p:sp>
      <p:sp>
        <p:nvSpPr>
          <p:cNvPr id="942" name="Google Shape;942;p12"/>
          <p:cNvSpPr/>
          <p:nvPr/>
        </p:nvSpPr>
        <p:spPr>
          <a:xfrm>
            <a:off x="10537825" y="5287963"/>
            <a:ext cx="1012825"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Source NAT</a:t>
            </a:r>
            <a:endParaRPr b="0" i="0" sz="1800" u="none" cap="none" strike="noStrike">
              <a:solidFill>
                <a:schemeClr val="dk1"/>
              </a:solidFill>
              <a:latin typeface="Arial"/>
              <a:ea typeface="Arial"/>
              <a:cs typeface="Arial"/>
              <a:sym typeface="Arial"/>
            </a:endParaRPr>
          </a:p>
        </p:txBody>
      </p:sp>
      <p:sp>
        <p:nvSpPr>
          <p:cNvPr id="943" name="Google Shape;943;p12"/>
          <p:cNvSpPr/>
          <p:nvPr/>
        </p:nvSpPr>
        <p:spPr>
          <a:xfrm>
            <a:off x="8462963" y="528796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216.239.38.120:</a:t>
            </a:r>
            <a:endParaRPr b="0" i="0" sz="1800" u="none" cap="none" strike="noStrike">
              <a:solidFill>
                <a:schemeClr val="dk1"/>
              </a:solidFill>
              <a:latin typeface="Arial"/>
              <a:ea typeface="Arial"/>
              <a:cs typeface="Arial"/>
              <a:sym typeface="Arial"/>
            </a:endParaRPr>
          </a:p>
        </p:txBody>
      </p:sp>
      <p:sp>
        <p:nvSpPr>
          <p:cNvPr id="944" name="Google Shape;944;p12"/>
          <p:cNvSpPr/>
          <p:nvPr/>
        </p:nvSpPr>
        <p:spPr>
          <a:xfrm>
            <a:off x="8462963" y="5470526"/>
            <a:ext cx="276225"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80</a:t>
            </a:r>
            <a:endParaRPr b="0" i="0" sz="1800" u="none" cap="none" strike="noStrike">
              <a:solidFill>
                <a:schemeClr val="dk1"/>
              </a:solidFill>
              <a:latin typeface="Arial"/>
              <a:ea typeface="Arial"/>
              <a:cs typeface="Arial"/>
              <a:sym typeface="Arial"/>
            </a:endParaRPr>
          </a:p>
        </p:txBody>
      </p:sp>
      <p:sp>
        <p:nvSpPr>
          <p:cNvPr id="945" name="Google Shape;945;p12"/>
          <p:cNvSpPr/>
          <p:nvPr/>
        </p:nvSpPr>
        <p:spPr>
          <a:xfrm>
            <a:off x="6388100" y="528796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216.239.38.120:</a:t>
            </a:r>
            <a:endParaRPr b="0" i="0" sz="1800" u="none" cap="none" strike="noStrike">
              <a:solidFill>
                <a:schemeClr val="dk1"/>
              </a:solidFill>
              <a:latin typeface="Arial"/>
              <a:ea typeface="Arial"/>
              <a:cs typeface="Arial"/>
              <a:sym typeface="Arial"/>
            </a:endParaRPr>
          </a:p>
        </p:txBody>
      </p:sp>
      <p:sp>
        <p:nvSpPr>
          <p:cNvPr id="946" name="Google Shape;946;p12"/>
          <p:cNvSpPr/>
          <p:nvPr/>
        </p:nvSpPr>
        <p:spPr>
          <a:xfrm>
            <a:off x="6388100" y="5470526"/>
            <a:ext cx="276225"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80</a:t>
            </a:r>
            <a:endParaRPr b="0" i="0" sz="1800" u="none" cap="none" strike="noStrike">
              <a:solidFill>
                <a:schemeClr val="dk1"/>
              </a:solidFill>
              <a:latin typeface="Arial"/>
              <a:ea typeface="Arial"/>
              <a:cs typeface="Arial"/>
              <a:sym typeface="Arial"/>
            </a:endParaRPr>
          </a:p>
        </p:txBody>
      </p:sp>
      <p:sp>
        <p:nvSpPr>
          <p:cNvPr id="947" name="Google Shape;947;p12"/>
          <p:cNvSpPr/>
          <p:nvPr/>
        </p:nvSpPr>
        <p:spPr>
          <a:xfrm>
            <a:off x="4710113" y="5287963"/>
            <a:ext cx="92075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15.0.0.1:</a:t>
            </a:r>
            <a:endParaRPr b="0" i="0" sz="1800" u="none" cap="none" strike="noStrike">
              <a:solidFill>
                <a:schemeClr val="dk1"/>
              </a:solidFill>
              <a:latin typeface="Arial"/>
              <a:ea typeface="Arial"/>
              <a:cs typeface="Arial"/>
              <a:sym typeface="Arial"/>
            </a:endParaRPr>
          </a:p>
        </p:txBody>
      </p:sp>
      <p:sp>
        <p:nvSpPr>
          <p:cNvPr id="948" name="Google Shape;948;p12"/>
          <p:cNvSpPr/>
          <p:nvPr/>
        </p:nvSpPr>
        <p:spPr>
          <a:xfrm>
            <a:off x="4710113" y="5470526"/>
            <a:ext cx="550863"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33456</a:t>
            </a:r>
            <a:endParaRPr b="0" i="0" sz="1800" u="none" cap="none" strike="noStrike">
              <a:solidFill>
                <a:schemeClr val="dk1"/>
              </a:solidFill>
              <a:latin typeface="Arial"/>
              <a:ea typeface="Arial"/>
              <a:cs typeface="Arial"/>
              <a:sym typeface="Arial"/>
            </a:endParaRPr>
          </a:p>
        </p:txBody>
      </p:sp>
      <p:sp>
        <p:nvSpPr>
          <p:cNvPr id="949" name="Google Shape;949;p12"/>
          <p:cNvSpPr/>
          <p:nvPr/>
        </p:nvSpPr>
        <p:spPr>
          <a:xfrm>
            <a:off x="2587625" y="528796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70C0"/>
              </a:buClr>
              <a:buSzPts val="1200"/>
              <a:buFont typeface="Arial"/>
              <a:buNone/>
            </a:pPr>
            <a:r>
              <a:rPr b="0" i="0" lang="en-SG" sz="1200" u="none" cap="none" strike="noStrike">
                <a:solidFill>
                  <a:srgbClr val="0070C0"/>
                </a:solidFill>
                <a:latin typeface="Courier New"/>
                <a:ea typeface="Courier New"/>
                <a:cs typeface="Courier New"/>
                <a:sym typeface="Courier New"/>
              </a:rPr>
              <a:t>192.168.10.210:</a:t>
            </a:r>
            <a:endParaRPr b="0" i="0" sz="1800" u="none" cap="none" strike="noStrike">
              <a:solidFill>
                <a:schemeClr val="dk1"/>
              </a:solidFill>
              <a:latin typeface="Arial"/>
              <a:ea typeface="Arial"/>
              <a:cs typeface="Arial"/>
              <a:sym typeface="Arial"/>
            </a:endParaRPr>
          </a:p>
        </p:txBody>
      </p:sp>
      <p:sp>
        <p:nvSpPr>
          <p:cNvPr id="950" name="Google Shape;950;p12"/>
          <p:cNvSpPr/>
          <p:nvPr/>
        </p:nvSpPr>
        <p:spPr>
          <a:xfrm>
            <a:off x="2587625" y="5470526"/>
            <a:ext cx="55245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70C0"/>
              </a:buClr>
              <a:buSzPts val="1200"/>
              <a:buFont typeface="Arial"/>
              <a:buNone/>
            </a:pPr>
            <a:r>
              <a:rPr b="0" i="0" lang="en-SG" sz="1200" u="none" cap="none" strike="noStrike">
                <a:solidFill>
                  <a:srgbClr val="0070C0"/>
                </a:solidFill>
                <a:latin typeface="Courier New"/>
                <a:ea typeface="Courier New"/>
                <a:cs typeface="Courier New"/>
                <a:sym typeface="Courier New"/>
              </a:rPr>
              <a:t>12345</a:t>
            </a:r>
            <a:endParaRPr b="0" i="0" sz="1800" u="none" cap="none" strike="noStrike">
              <a:solidFill>
                <a:schemeClr val="dk1"/>
              </a:solidFill>
              <a:latin typeface="Arial"/>
              <a:ea typeface="Arial"/>
              <a:cs typeface="Arial"/>
              <a:sym typeface="Arial"/>
            </a:endParaRPr>
          </a:p>
        </p:txBody>
      </p:sp>
      <p:sp>
        <p:nvSpPr>
          <p:cNvPr id="951" name="Google Shape;951;p12"/>
          <p:cNvSpPr/>
          <p:nvPr/>
        </p:nvSpPr>
        <p:spPr>
          <a:xfrm>
            <a:off x="10537825" y="587216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Destination NAT</a:t>
            </a:r>
            <a:endParaRPr b="0" i="0" sz="1800" u="none" cap="none" strike="noStrike">
              <a:solidFill>
                <a:schemeClr val="dk1"/>
              </a:solidFill>
              <a:latin typeface="Arial"/>
              <a:ea typeface="Arial"/>
              <a:cs typeface="Arial"/>
              <a:sym typeface="Arial"/>
            </a:endParaRPr>
          </a:p>
        </p:txBody>
      </p:sp>
      <p:sp>
        <p:nvSpPr>
          <p:cNvPr id="952" name="Google Shape;952;p12"/>
          <p:cNvSpPr/>
          <p:nvPr/>
        </p:nvSpPr>
        <p:spPr>
          <a:xfrm>
            <a:off x="8462963" y="5872163"/>
            <a:ext cx="147320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70C0"/>
              </a:buClr>
              <a:buSzPts val="1200"/>
              <a:buFont typeface="Arial"/>
              <a:buNone/>
            </a:pPr>
            <a:r>
              <a:rPr b="0" i="0" lang="en-SG" sz="1200" u="none" cap="none" strike="noStrike">
                <a:solidFill>
                  <a:srgbClr val="0070C0"/>
                </a:solidFill>
                <a:latin typeface="Courier New"/>
                <a:ea typeface="Courier New"/>
                <a:cs typeface="Courier New"/>
                <a:sym typeface="Courier New"/>
              </a:rPr>
              <a:t>192.168.10.200:</a:t>
            </a:r>
            <a:endParaRPr b="0" i="0" sz="1800" u="none" cap="none" strike="noStrike">
              <a:solidFill>
                <a:schemeClr val="dk1"/>
              </a:solidFill>
              <a:latin typeface="Arial"/>
              <a:ea typeface="Arial"/>
              <a:cs typeface="Arial"/>
              <a:sym typeface="Arial"/>
            </a:endParaRPr>
          </a:p>
        </p:txBody>
      </p:sp>
      <p:sp>
        <p:nvSpPr>
          <p:cNvPr id="953" name="Google Shape;953;p12"/>
          <p:cNvSpPr/>
          <p:nvPr/>
        </p:nvSpPr>
        <p:spPr>
          <a:xfrm>
            <a:off x="8462963" y="6056313"/>
            <a:ext cx="366713"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70C0"/>
              </a:buClr>
              <a:buSzPts val="1200"/>
              <a:buFont typeface="Arial"/>
              <a:buNone/>
            </a:pPr>
            <a:r>
              <a:rPr b="0" i="0" lang="en-SG" sz="1200" u="none" cap="none" strike="noStrike">
                <a:solidFill>
                  <a:srgbClr val="0070C0"/>
                </a:solidFill>
                <a:latin typeface="Courier New"/>
                <a:ea typeface="Courier New"/>
                <a:cs typeface="Courier New"/>
                <a:sym typeface="Courier New"/>
              </a:rPr>
              <a:t>443</a:t>
            </a:r>
            <a:endParaRPr b="0" i="0" sz="1800" u="none" cap="none" strike="noStrike">
              <a:solidFill>
                <a:schemeClr val="dk1"/>
              </a:solidFill>
              <a:latin typeface="Arial"/>
              <a:ea typeface="Arial"/>
              <a:cs typeface="Arial"/>
              <a:sym typeface="Arial"/>
            </a:endParaRPr>
          </a:p>
        </p:txBody>
      </p:sp>
      <p:sp>
        <p:nvSpPr>
          <p:cNvPr id="954" name="Google Shape;954;p12"/>
          <p:cNvSpPr/>
          <p:nvPr/>
        </p:nvSpPr>
        <p:spPr>
          <a:xfrm>
            <a:off x="6388100" y="5872163"/>
            <a:ext cx="920750"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15.0.0.1:</a:t>
            </a:r>
            <a:endParaRPr b="0" i="0" sz="1800" u="none" cap="none" strike="noStrike">
              <a:solidFill>
                <a:schemeClr val="dk1"/>
              </a:solidFill>
              <a:latin typeface="Arial"/>
              <a:ea typeface="Arial"/>
              <a:cs typeface="Arial"/>
              <a:sym typeface="Arial"/>
            </a:endParaRPr>
          </a:p>
        </p:txBody>
      </p:sp>
      <p:sp>
        <p:nvSpPr>
          <p:cNvPr id="955" name="Google Shape;955;p12"/>
          <p:cNvSpPr/>
          <p:nvPr/>
        </p:nvSpPr>
        <p:spPr>
          <a:xfrm>
            <a:off x="6388100" y="6056313"/>
            <a:ext cx="366713"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443</a:t>
            </a:r>
            <a:endParaRPr b="0" i="0" sz="1800" u="none" cap="none" strike="noStrike">
              <a:solidFill>
                <a:schemeClr val="dk1"/>
              </a:solidFill>
              <a:latin typeface="Arial"/>
              <a:ea typeface="Arial"/>
              <a:cs typeface="Arial"/>
              <a:sym typeface="Arial"/>
            </a:endParaRPr>
          </a:p>
        </p:txBody>
      </p:sp>
      <p:sp>
        <p:nvSpPr>
          <p:cNvPr id="956" name="Google Shape;956;p12"/>
          <p:cNvSpPr/>
          <p:nvPr/>
        </p:nvSpPr>
        <p:spPr>
          <a:xfrm>
            <a:off x="4710113" y="5872163"/>
            <a:ext cx="1195388"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203.0.113.5:</a:t>
            </a:r>
            <a:endParaRPr b="0" i="0" sz="1800" u="none" cap="none" strike="noStrike">
              <a:solidFill>
                <a:schemeClr val="dk1"/>
              </a:solidFill>
              <a:latin typeface="Arial"/>
              <a:ea typeface="Arial"/>
              <a:cs typeface="Arial"/>
              <a:sym typeface="Arial"/>
            </a:endParaRPr>
          </a:p>
        </p:txBody>
      </p:sp>
      <p:sp>
        <p:nvSpPr>
          <p:cNvPr id="957" name="Google Shape;957;p12"/>
          <p:cNvSpPr/>
          <p:nvPr/>
        </p:nvSpPr>
        <p:spPr>
          <a:xfrm>
            <a:off x="4710113" y="6056313"/>
            <a:ext cx="550863"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56789</a:t>
            </a:r>
            <a:endParaRPr b="0" i="0" sz="1800" u="none" cap="none" strike="noStrike">
              <a:solidFill>
                <a:schemeClr val="dk1"/>
              </a:solidFill>
              <a:latin typeface="Arial"/>
              <a:ea typeface="Arial"/>
              <a:cs typeface="Arial"/>
              <a:sym typeface="Arial"/>
            </a:endParaRPr>
          </a:p>
        </p:txBody>
      </p:sp>
      <p:sp>
        <p:nvSpPr>
          <p:cNvPr id="958" name="Google Shape;958;p12"/>
          <p:cNvSpPr/>
          <p:nvPr/>
        </p:nvSpPr>
        <p:spPr>
          <a:xfrm>
            <a:off x="2587625" y="5872163"/>
            <a:ext cx="1196975" cy="2047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203.0.113.5:</a:t>
            </a:r>
            <a:endParaRPr b="0" i="0" sz="1800" u="none" cap="none" strike="noStrike">
              <a:solidFill>
                <a:schemeClr val="dk1"/>
              </a:solidFill>
              <a:latin typeface="Arial"/>
              <a:ea typeface="Arial"/>
              <a:cs typeface="Arial"/>
              <a:sym typeface="Arial"/>
            </a:endParaRPr>
          </a:p>
        </p:txBody>
      </p:sp>
      <p:sp>
        <p:nvSpPr>
          <p:cNvPr id="959" name="Google Shape;959;p12"/>
          <p:cNvSpPr/>
          <p:nvPr/>
        </p:nvSpPr>
        <p:spPr>
          <a:xfrm>
            <a:off x="2587625" y="6056313"/>
            <a:ext cx="552450" cy="20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rgbClr val="000000"/>
                </a:solidFill>
                <a:latin typeface="Courier New"/>
                <a:ea typeface="Courier New"/>
                <a:cs typeface="Courier New"/>
                <a:sym typeface="Courier New"/>
              </a:rPr>
              <a:t>56789</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25"/>
          <p:cNvSpPr txBox="1"/>
          <p:nvPr>
            <p:ph type="title"/>
          </p:nvPr>
        </p:nvSpPr>
        <p:spPr>
          <a:xfrm>
            <a:off x="541867" y="103239"/>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Address Resolution Protocol</a:t>
            </a:r>
            <a:br>
              <a:rPr lang="en-SG"/>
            </a:br>
            <a:r>
              <a:rPr lang="en-SG"/>
              <a:t>ARP</a:t>
            </a:r>
            <a:endParaRPr/>
          </a:p>
        </p:txBody>
      </p:sp>
      <p:sp>
        <p:nvSpPr>
          <p:cNvPr id="965" name="Google Shape;965;p25"/>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grpSp>
        <p:nvGrpSpPr>
          <p:cNvPr id="966" name="Google Shape;966;p25"/>
          <p:cNvGrpSpPr/>
          <p:nvPr/>
        </p:nvGrpSpPr>
        <p:grpSpPr>
          <a:xfrm>
            <a:off x="4505830" y="3354735"/>
            <a:ext cx="1093462" cy="850011"/>
            <a:chOff x="5528963" y="895412"/>
            <a:chExt cx="1087156" cy="781619"/>
          </a:xfrm>
        </p:grpSpPr>
        <p:pic>
          <p:nvPicPr>
            <p:cNvPr descr="AccessPoint" id="967" name="Google Shape;967;p25"/>
            <p:cNvPicPr preferRelativeResize="0"/>
            <p:nvPr/>
          </p:nvPicPr>
          <p:blipFill rotWithShape="1">
            <a:blip r:embed="rId3">
              <a:alphaModFix/>
            </a:blip>
            <a:srcRect b="0" l="0" r="0" t="0"/>
            <a:stretch/>
          </p:blipFill>
          <p:spPr>
            <a:xfrm>
              <a:off x="5575880" y="895412"/>
              <a:ext cx="1040239" cy="453902"/>
            </a:xfrm>
            <a:prstGeom prst="rect">
              <a:avLst/>
            </a:prstGeom>
            <a:noFill/>
            <a:ln>
              <a:noFill/>
            </a:ln>
          </p:spPr>
        </p:pic>
        <p:sp>
          <p:nvSpPr>
            <p:cNvPr id="968" name="Google Shape;968;p25"/>
            <p:cNvSpPr/>
            <p:nvPr/>
          </p:nvSpPr>
          <p:spPr>
            <a:xfrm>
              <a:off x="5528963" y="1286431"/>
              <a:ext cx="1075200" cy="39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SWITCH</a:t>
              </a:r>
              <a:endParaRPr b="0" i="0" sz="1400" u="none" cap="none" strike="noStrike">
                <a:solidFill>
                  <a:srgbClr val="000000"/>
                </a:solidFill>
                <a:latin typeface="Arial"/>
                <a:ea typeface="Arial"/>
                <a:cs typeface="Arial"/>
                <a:sym typeface="Arial"/>
              </a:endParaRPr>
            </a:p>
          </p:txBody>
        </p:sp>
      </p:grpSp>
      <p:grpSp>
        <p:nvGrpSpPr>
          <p:cNvPr id="969" name="Google Shape;969;p25"/>
          <p:cNvGrpSpPr/>
          <p:nvPr/>
        </p:nvGrpSpPr>
        <p:grpSpPr>
          <a:xfrm>
            <a:off x="4149718" y="2756517"/>
            <a:ext cx="528048" cy="570193"/>
            <a:chOff x="3408" y="2592"/>
            <a:chExt cx="1528" cy="1528"/>
          </a:xfrm>
        </p:grpSpPr>
        <p:sp>
          <p:nvSpPr>
            <p:cNvPr id="970" name="Google Shape;970;p25"/>
            <p:cNvSpPr/>
            <p:nvPr/>
          </p:nvSpPr>
          <p:spPr>
            <a:xfrm>
              <a:off x="3408" y="2592"/>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71" name="Google Shape;971;p25"/>
            <p:cNvSpPr/>
            <p:nvPr/>
          </p:nvSpPr>
          <p:spPr>
            <a:xfrm>
              <a:off x="3438" y="2606"/>
              <a:ext cx="1498" cy="1492"/>
            </a:xfrm>
            <a:custGeom>
              <a:rect b="b" l="l" r="r" t="t"/>
              <a:pathLst>
                <a:path extrusionOk="0" h="1492" w="1498">
                  <a:moveTo>
                    <a:pt x="0" y="22"/>
                  </a:moveTo>
                  <a:lnTo>
                    <a:pt x="24" y="12"/>
                  </a:lnTo>
                  <a:lnTo>
                    <a:pt x="56" y="2"/>
                  </a:lnTo>
                  <a:lnTo>
                    <a:pt x="72" y="0"/>
                  </a:lnTo>
                  <a:lnTo>
                    <a:pt x="92" y="0"/>
                  </a:lnTo>
                  <a:lnTo>
                    <a:pt x="108" y="6"/>
                  </a:lnTo>
                  <a:lnTo>
                    <a:pt x="120" y="18"/>
                  </a:lnTo>
                  <a:lnTo>
                    <a:pt x="128" y="30"/>
                  </a:lnTo>
                  <a:lnTo>
                    <a:pt x="132" y="48"/>
                  </a:lnTo>
                  <a:lnTo>
                    <a:pt x="132" y="68"/>
                  </a:lnTo>
                  <a:lnTo>
                    <a:pt x="130" y="88"/>
                  </a:lnTo>
                  <a:lnTo>
                    <a:pt x="120" y="112"/>
                  </a:lnTo>
                  <a:lnTo>
                    <a:pt x="110" y="142"/>
                  </a:lnTo>
                  <a:lnTo>
                    <a:pt x="102" y="166"/>
                  </a:lnTo>
                  <a:lnTo>
                    <a:pt x="96" y="194"/>
                  </a:lnTo>
                  <a:lnTo>
                    <a:pt x="96" y="214"/>
                  </a:lnTo>
                  <a:lnTo>
                    <a:pt x="100" y="234"/>
                  </a:lnTo>
                  <a:lnTo>
                    <a:pt x="112" y="250"/>
                  </a:lnTo>
                  <a:lnTo>
                    <a:pt x="120" y="256"/>
                  </a:lnTo>
                  <a:lnTo>
                    <a:pt x="130" y="262"/>
                  </a:lnTo>
                  <a:lnTo>
                    <a:pt x="156" y="266"/>
                  </a:lnTo>
                  <a:lnTo>
                    <a:pt x="152" y="266"/>
                  </a:lnTo>
                  <a:lnTo>
                    <a:pt x="176" y="264"/>
                  </a:lnTo>
                  <a:lnTo>
                    <a:pt x="206" y="254"/>
                  </a:lnTo>
                  <a:lnTo>
                    <a:pt x="234" y="248"/>
                  </a:lnTo>
                  <a:lnTo>
                    <a:pt x="262" y="240"/>
                  </a:lnTo>
                  <a:lnTo>
                    <a:pt x="284" y="236"/>
                  </a:lnTo>
                  <a:lnTo>
                    <a:pt x="308" y="234"/>
                  </a:lnTo>
                  <a:lnTo>
                    <a:pt x="330" y="240"/>
                  </a:lnTo>
                  <a:lnTo>
                    <a:pt x="348" y="250"/>
                  </a:lnTo>
                  <a:lnTo>
                    <a:pt x="354" y="262"/>
                  </a:lnTo>
                  <a:lnTo>
                    <a:pt x="356" y="272"/>
                  </a:lnTo>
                  <a:lnTo>
                    <a:pt x="356" y="284"/>
                  </a:lnTo>
                  <a:lnTo>
                    <a:pt x="358" y="296"/>
                  </a:lnTo>
                  <a:lnTo>
                    <a:pt x="352" y="322"/>
                  </a:lnTo>
                  <a:lnTo>
                    <a:pt x="342" y="352"/>
                  </a:lnTo>
                  <a:lnTo>
                    <a:pt x="336" y="372"/>
                  </a:lnTo>
                  <a:lnTo>
                    <a:pt x="328" y="392"/>
                  </a:lnTo>
                  <a:lnTo>
                    <a:pt x="322" y="422"/>
                  </a:lnTo>
                  <a:lnTo>
                    <a:pt x="324" y="446"/>
                  </a:lnTo>
                  <a:lnTo>
                    <a:pt x="328" y="460"/>
                  </a:lnTo>
                  <a:lnTo>
                    <a:pt x="334" y="472"/>
                  </a:lnTo>
                  <a:lnTo>
                    <a:pt x="346" y="482"/>
                  </a:lnTo>
                  <a:lnTo>
                    <a:pt x="360" y="488"/>
                  </a:lnTo>
                  <a:lnTo>
                    <a:pt x="376" y="492"/>
                  </a:lnTo>
                  <a:lnTo>
                    <a:pt x="396" y="488"/>
                  </a:lnTo>
                  <a:lnTo>
                    <a:pt x="420" y="482"/>
                  </a:lnTo>
                  <a:lnTo>
                    <a:pt x="452" y="470"/>
                  </a:lnTo>
                  <a:lnTo>
                    <a:pt x="480" y="460"/>
                  </a:lnTo>
                  <a:lnTo>
                    <a:pt x="494" y="458"/>
                  </a:lnTo>
                  <a:lnTo>
                    <a:pt x="508" y="456"/>
                  </a:lnTo>
                  <a:lnTo>
                    <a:pt x="524" y="456"/>
                  </a:lnTo>
                  <a:lnTo>
                    <a:pt x="532" y="456"/>
                  </a:lnTo>
                  <a:lnTo>
                    <a:pt x="548" y="458"/>
                  </a:lnTo>
                  <a:lnTo>
                    <a:pt x="562" y="462"/>
                  </a:lnTo>
                  <a:lnTo>
                    <a:pt x="574" y="470"/>
                  </a:lnTo>
                  <a:lnTo>
                    <a:pt x="580" y="480"/>
                  </a:lnTo>
                  <a:lnTo>
                    <a:pt x="586" y="496"/>
                  </a:lnTo>
                  <a:lnTo>
                    <a:pt x="588" y="518"/>
                  </a:lnTo>
                  <a:lnTo>
                    <a:pt x="580" y="546"/>
                  </a:lnTo>
                  <a:lnTo>
                    <a:pt x="568" y="590"/>
                  </a:lnTo>
                  <a:lnTo>
                    <a:pt x="558" y="620"/>
                  </a:lnTo>
                  <a:lnTo>
                    <a:pt x="554" y="642"/>
                  </a:lnTo>
                  <a:lnTo>
                    <a:pt x="552" y="658"/>
                  </a:lnTo>
                  <a:lnTo>
                    <a:pt x="552" y="682"/>
                  </a:lnTo>
                  <a:lnTo>
                    <a:pt x="556" y="692"/>
                  </a:lnTo>
                  <a:lnTo>
                    <a:pt x="562" y="702"/>
                  </a:lnTo>
                  <a:lnTo>
                    <a:pt x="576" y="712"/>
                  </a:lnTo>
                  <a:lnTo>
                    <a:pt x="592" y="718"/>
                  </a:lnTo>
                  <a:lnTo>
                    <a:pt x="608" y="716"/>
                  </a:lnTo>
                  <a:lnTo>
                    <a:pt x="628" y="714"/>
                  </a:lnTo>
                  <a:lnTo>
                    <a:pt x="646" y="708"/>
                  </a:lnTo>
                  <a:lnTo>
                    <a:pt x="666" y="702"/>
                  </a:lnTo>
                  <a:lnTo>
                    <a:pt x="688" y="694"/>
                  </a:lnTo>
                  <a:lnTo>
                    <a:pt x="718" y="684"/>
                  </a:lnTo>
                  <a:lnTo>
                    <a:pt x="744" y="680"/>
                  </a:lnTo>
                  <a:lnTo>
                    <a:pt x="764" y="682"/>
                  </a:lnTo>
                  <a:lnTo>
                    <a:pt x="780" y="686"/>
                  </a:lnTo>
                  <a:lnTo>
                    <a:pt x="790" y="690"/>
                  </a:lnTo>
                  <a:lnTo>
                    <a:pt x="800" y="694"/>
                  </a:lnTo>
                  <a:lnTo>
                    <a:pt x="806" y="702"/>
                  </a:lnTo>
                  <a:lnTo>
                    <a:pt x="812" y="716"/>
                  </a:lnTo>
                  <a:lnTo>
                    <a:pt x="816" y="734"/>
                  </a:lnTo>
                  <a:lnTo>
                    <a:pt x="816" y="744"/>
                  </a:lnTo>
                  <a:lnTo>
                    <a:pt x="812" y="758"/>
                  </a:lnTo>
                  <a:lnTo>
                    <a:pt x="802" y="794"/>
                  </a:lnTo>
                  <a:lnTo>
                    <a:pt x="790" y="824"/>
                  </a:lnTo>
                  <a:lnTo>
                    <a:pt x="784" y="844"/>
                  </a:lnTo>
                  <a:lnTo>
                    <a:pt x="778" y="860"/>
                  </a:lnTo>
                  <a:lnTo>
                    <a:pt x="776" y="884"/>
                  </a:lnTo>
                  <a:lnTo>
                    <a:pt x="778" y="898"/>
                  </a:lnTo>
                  <a:lnTo>
                    <a:pt x="778" y="904"/>
                  </a:lnTo>
                  <a:lnTo>
                    <a:pt x="782" y="910"/>
                  </a:lnTo>
                  <a:lnTo>
                    <a:pt x="784" y="918"/>
                  </a:lnTo>
                  <a:lnTo>
                    <a:pt x="788" y="926"/>
                  </a:lnTo>
                  <a:lnTo>
                    <a:pt x="796" y="930"/>
                  </a:lnTo>
                  <a:lnTo>
                    <a:pt x="804" y="936"/>
                  </a:lnTo>
                  <a:lnTo>
                    <a:pt x="812" y="940"/>
                  </a:lnTo>
                  <a:lnTo>
                    <a:pt x="822" y="942"/>
                  </a:lnTo>
                  <a:lnTo>
                    <a:pt x="828" y="944"/>
                  </a:lnTo>
                  <a:lnTo>
                    <a:pt x="840" y="944"/>
                  </a:lnTo>
                  <a:lnTo>
                    <a:pt x="858" y="942"/>
                  </a:lnTo>
                  <a:lnTo>
                    <a:pt x="884" y="936"/>
                  </a:lnTo>
                  <a:lnTo>
                    <a:pt x="914" y="924"/>
                  </a:lnTo>
                  <a:lnTo>
                    <a:pt x="940" y="914"/>
                  </a:lnTo>
                  <a:lnTo>
                    <a:pt x="956" y="910"/>
                  </a:lnTo>
                  <a:lnTo>
                    <a:pt x="974" y="908"/>
                  </a:lnTo>
                  <a:lnTo>
                    <a:pt x="994" y="910"/>
                  </a:lnTo>
                  <a:lnTo>
                    <a:pt x="1004" y="910"/>
                  </a:lnTo>
                  <a:lnTo>
                    <a:pt x="1010" y="912"/>
                  </a:lnTo>
                  <a:lnTo>
                    <a:pt x="1012" y="914"/>
                  </a:lnTo>
                  <a:lnTo>
                    <a:pt x="1008" y="912"/>
                  </a:lnTo>
                  <a:lnTo>
                    <a:pt x="1018" y="916"/>
                  </a:lnTo>
                  <a:lnTo>
                    <a:pt x="1026" y="920"/>
                  </a:lnTo>
                  <a:lnTo>
                    <a:pt x="1034" y="932"/>
                  </a:lnTo>
                  <a:lnTo>
                    <a:pt x="1038" y="940"/>
                  </a:lnTo>
                  <a:lnTo>
                    <a:pt x="1040" y="950"/>
                  </a:lnTo>
                  <a:lnTo>
                    <a:pt x="1040" y="964"/>
                  </a:lnTo>
                  <a:lnTo>
                    <a:pt x="1038" y="990"/>
                  </a:lnTo>
                  <a:lnTo>
                    <a:pt x="1032" y="1010"/>
                  </a:lnTo>
                  <a:lnTo>
                    <a:pt x="1024" y="1040"/>
                  </a:lnTo>
                  <a:lnTo>
                    <a:pt x="1012" y="1074"/>
                  </a:lnTo>
                  <a:lnTo>
                    <a:pt x="1008" y="1102"/>
                  </a:lnTo>
                  <a:lnTo>
                    <a:pt x="1006" y="1128"/>
                  </a:lnTo>
                  <a:lnTo>
                    <a:pt x="1010" y="1140"/>
                  </a:lnTo>
                  <a:lnTo>
                    <a:pt x="1018" y="1154"/>
                  </a:lnTo>
                  <a:lnTo>
                    <a:pt x="1036" y="1164"/>
                  </a:lnTo>
                  <a:lnTo>
                    <a:pt x="1052" y="1168"/>
                  </a:lnTo>
                  <a:lnTo>
                    <a:pt x="1058" y="1168"/>
                  </a:lnTo>
                  <a:lnTo>
                    <a:pt x="1082" y="1166"/>
                  </a:lnTo>
                  <a:lnTo>
                    <a:pt x="1108" y="1162"/>
                  </a:lnTo>
                  <a:lnTo>
                    <a:pt x="1128" y="1156"/>
                  </a:lnTo>
                  <a:lnTo>
                    <a:pt x="1150" y="1148"/>
                  </a:lnTo>
                  <a:lnTo>
                    <a:pt x="1174" y="1140"/>
                  </a:lnTo>
                  <a:lnTo>
                    <a:pt x="1198" y="1134"/>
                  </a:lnTo>
                  <a:lnTo>
                    <a:pt x="1222" y="1136"/>
                  </a:lnTo>
                  <a:lnTo>
                    <a:pt x="1232" y="1140"/>
                  </a:lnTo>
                  <a:lnTo>
                    <a:pt x="1242" y="1142"/>
                  </a:lnTo>
                  <a:lnTo>
                    <a:pt x="1250" y="1148"/>
                  </a:lnTo>
                  <a:lnTo>
                    <a:pt x="1258" y="1158"/>
                  </a:lnTo>
                  <a:lnTo>
                    <a:pt x="1264" y="1170"/>
                  </a:lnTo>
                  <a:lnTo>
                    <a:pt x="1268" y="1182"/>
                  </a:lnTo>
                  <a:lnTo>
                    <a:pt x="1268" y="1198"/>
                  </a:lnTo>
                  <a:lnTo>
                    <a:pt x="1268" y="1204"/>
                  </a:lnTo>
                  <a:lnTo>
                    <a:pt x="1262" y="1224"/>
                  </a:lnTo>
                  <a:lnTo>
                    <a:pt x="1258" y="1242"/>
                  </a:lnTo>
                  <a:lnTo>
                    <a:pt x="1250" y="1270"/>
                  </a:lnTo>
                  <a:lnTo>
                    <a:pt x="1242" y="1294"/>
                  </a:lnTo>
                  <a:lnTo>
                    <a:pt x="1236" y="1320"/>
                  </a:lnTo>
                  <a:lnTo>
                    <a:pt x="1234" y="1344"/>
                  </a:lnTo>
                  <a:lnTo>
                    <a:pt x="1236" y="1358"/>
                  </a:lnTo>
                  <a:lnTo>
                    <a:pt x="1238" y="1372"/>
                  </a:lnTo>
                  <a:lnTo>
                    <a:pt x="1246" y="1386"/>
                  </a:lnTo>
                  <a:lnTo>
                    <a:pt x="1258" y="1394"/>
                  </a:lnTo>
                  <a:lnTo>
                    <a:pt x="1272" y="1400"/>
                  </a:lnTo>
                  <a:lnTo>
                    <a:pt x="1284" y="1402"/>
                  </a:lnTo>
                  <a:lnTo>
                    <a:pt x="1310" y="1396"/>
                  </a:lnTo>
                  <a:lnTo>
                    <a:pt x="1334" y="1388"/>
                  </a:lnTo>
                  <a:lnTo>
                    <a:pt x="1354" y="1382"/>
                  </a:lnTo>
                  <a:lnTo>
                    <a:pt x="1370" y="1372"/>
                  </a:lnTo>
                  <a:lnTo>
                    <a:pt x="1386" y="1368"/>
                  </a:lnTo>
                  <a:lnTo>
                    <a:pt x="1406" y="1362"/>
                  </a:lnTo>
                  <a:lnTo>
                    <a:pt x="1426" y="1360"/>
                  </a:lnTo>
                  <a:lnTo>
                    <a:pt x="1440" y="1360"/>
                  </a:lnTo>
                  <a:lnTo>
                    <a:pt x="1464" y="1368"/>
                  </a:lnTo>
                  <a:lnTo>
                    <a:pt x="1486" y="1380"/>
                  </a:lnTo>
                  <a:lnTo>
                    <a:pt x="1494" y="1396"/>
                  </a:lnTo>
                  <a:lnTo>
                    <a:pt x="1498" y="1402"/>
                  </a:lnTo>
                  <a:lnTo>
                    <a:pt x="1496" y="1418"/>
                  </a:lnTo>
                  <a:lnTo>
                    <a:pt x="1494" y="1434"/>
                  </a:lnTo>
                  <a:lnTo>
                    <a:pt x="1488" y="1462"/>
                  </a:lnTo>
                  <a:lnTo>
                    <a:pt x="1482" y="1482"/>
                  </a:lnTo>
                  <a:lnTo>
                    <a:pt x="1478" y="1492"/>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72" name="Google Shape;972;p25"/>
            <p:cNvSpPr/>
            <p:nvPr/>
          </p:nvSpPr>
          <p:spPr>
            <a:xfrm>
              <a:off x="3420" y="2622"/>
              <a:ext cx="1492" cy="1498"/>
            </a:xfrm>
            <a:custGeom>
              <a:rect b="b" l="l" r="r" t="t"/>
              <a:pathLst>
                <a:path extrusionOk="0" h="1498" w="1492">
                  <a:moveTo>
                    <a:pt x="22" y="0"/>
                  </a:moveTo>
                  <a:lnTo>
                    <a:pt x="12" y="24"/>
                  </a:lnTo>
                  <a:lnTo>
                    <a:pt x="2" y="56"/>
                  </a:lnTo>
                  <a:lnTo>
                    <a:pt x="0" y="72"/>
                  </a:lnTo>
                  <a:lnTo>
                    <a:pt x="0" y="92"/>
                  </a:lnTo>
                  <a:lnTo>
                    <a:pt x="6" y="108"/>
                  </a:lnTo>
                  <a:lnTo>
                    <a:pt x="18" y="120"/>
                  </a:lnTo>
                  <a:lnTo>
                    <a:pt x="30" y="128"/>
                  </a:lnTo>
                  <a:lnTo>
                    <a:pt x="48" y="132"/>
                  </a:lnTo>
                  <a:lnTo>
                    <a:pt x="68" y="132"/>
                  </a:lnTo>
                  <a:lnTo>
                    <a:pt x="88" y="130"/>
                  </a:lnTo>
                  <a:lnTo>
                    <a:pt x="112" y="120"/>
                  </a:lnTo>
                  <a:lnTo>
                    <a:pt x="142" y="110"/>
                  </a:lnTo>
                  <a:lnTo>
                    <a:pt x="166" y="102"/>
                  </a:lnTo>
                  <a:lnTo>
                    <a:pt x="194" y="96"/>
                  </a:lnTo>
                  <a:lnTo>
                    <a:pt x="214" y="96"/>
                  </a:lnTo>
                  <a:lnTo>
                    <a:pt x="234" y="100"/>
                  </a:lnTo>
                  <a:lnTo>
                    <a:pt x="250" y="112"/>
                  </a:lnTo>
                  <a:lnTo>
                    <a:pt x="256" y="120"/>
                  </a:lnTo>
                  <a:lnTo>
                    <a:pt x="262" y="130"/>
                  </a:lnTo>
                  <a:lnTo>
                    <a:pt x="266" y="156"/>
                  </a:lnTo>
                  <a:lnTo>
                    <a:pt x="266" y="152"/>
                  </a:lnTo>
                  <a:lnTo>
                    <a:pt x="264" y="176"/>
                  </a:lnTo>
                  <a:lnTo>
                    <a:pt x="254" y="206"/>
                  </a:lnTo>
                  <a:lnTo>
                    <a:pt x="248" y="234"/>
                  </a:lnTo>
                  <a:lnTo>
                    <a:pt x="240" y="262"/>
                  </a:lnTo>
                  <a:lnTo>
                    <a:pt x="236" y="284"/>
                  </a:lnTo>
                  <a:lnTo>
                    <a:pt x="234" y="308"/>
                  </a:lnTo>
                  <a:lnTo>
                    <a:pt x="240" y="330"/>
                  </a:lnTo>
                  <a:lnTo>
                    <a:pt x="250" y="348"/>
                  </a:lnTo>
                  <a:lnTo>
                    <a:pt x="262" y="354"/>
                  </a:lnTo>
                  <a:lnTo>
                    <a:pt x="272" y="356"/>
                  </a:lnTo>
                  <a:lnTo>
                    <a:pt x="284" y="356"/>
                  </a:lnTo>
                  <a:lnTo>
                    <a:pt x="296" y="358"/>
                  </a:lnTo>
                  <a:lnTo>
                    <a:pt x="322" y="352"/>
                  </a:lnTo>
                  <a:lnTo>
                    <a:pt x="352" y="342"/>
                  </a:lnTo>
                  <a:lnTo>
                    <a:pt x="372" y="336"/>
                  </a:lnTo>
                  <a:lnTo>
                    <a:pt x="392" y="328"/>
                  </a:lnTo>
                  <a:lnTo>
                    <a:pt x="422" y="322"/>
                  </a:lnTo>
                  <a:lnTo>
                    <a:pt x="446" y="324"/>
                  </a:lnTo>
                  <a:lnTo>
                    <a:pt x="460" y="328"/>
                  </a:lnTo>
                  <a:lnTo>
                    <a:pt x="472" y="334"/>
                  </a:lnTo>
                  <a:lnTo>
                    <a:pt x="482" y="346"/>
                  </a:lnTo>
                  <a:lnTo>
                    <a:pt x="488" y="360"/>
                  </a:lnTo>
                  <a:lnTo>
                    <a:pt x="492" y="376"/>
                  </a:lnTo>
                  <a:lnTo>
                    <a:pt x="488" y="396"/>
                  </a:lnTo>
                  <a:lnTo>
                    <a:pt x="482" y="420"/>
                  </a:lnTo>
                  <a:lnTo>
                    <a:pt x="470" y="452"/>
                  </a:lnTo>
                  <a:lnTo>
                    <a:pt x="460" y="480"/>
                  </a:lnTo>
                  <a:lnTo>
                    <a:pt x="458" y="494"/>
                  </a:lnTo>
                  <a:lnTo>
                    <a:pt x="456" y="508"/>
                  </a:lnTo>
                  <a:lnTo>
                    <a:pt x="456" y="524"/>
                  </a:lnTo>
                  <a:lnTo>
                    <a:pt x="456" y="532"/>
                  </a:lnTo>
                  <a:lnTo>
                    <a:pt x="458" y="548"/>
                  </a:lnTo>
                  <a:lnTo>
                    <a:pt x="462" y="562"/>
                  </a:lnTo>
                  <a:lnTo>
                    <a:pt x="470" y="574"/>
                  </a:lnTo>
                  <a:lnTo>
                    <a:pt x="480" y="580"/>
                  </a:lnTo>
                  <a:lnTo>
                    <a:pt x="496" y="586"/>
                  </a:lnTo>
                  <a:lnTo>
                    <a:pt x="518" y="588"/>
                  </a:lnTo>
                  <a:lnTo>
                    <a:pt x="546" y="580"/>
                  </a:lnTo>
                  <a:lnTo>
                    <a:pt x="590" y="568"/>
                  </a:lnTo>
                  <a:lnTo>
                    <a:pt x="620" y="558"/>
                  </a:lnTo>
                  <a:lnTo>
                    <a:pt x="642" y="554"/>
                  </a:lnTo>
                  <a:lnTo>
                    <a:pt x="658" y="552"/>
                  </a:lnTo>
                  <a:lnTo>
                    <a:pt x="682" y="552"/>
                  </a:lnTo>
                  <a:lnTo>
                    <a:pt x="692" y="556"/>
                  </a:lnTo>
                  <a:lnTo>
                    <a:pt x="702" y="562"/>
                  </a:lnTo>
                  <a:lnTo>
                    <a:pt x="712" y="576"/>
                  </a:lnTo>
                  <a:lnTo>
                    <a:pt x="718" y="592"/>
                  </a:lnTo>
                  <a:lnTo>
                    <a:pt x="716" y="608"/>
                  </a:lnTo>
                  <a:lnTo>
                    <a:pt x="714" y="628"/>
                  </a:lnTo>
                  <a:lnTo>
                    <a:pt x="708" y="646"/>
                  </a:lnTo>
                  <a:lnTo>
                    <a:pt x="702" y="666"/>
                  </a:lnTo>
                  <a:lnTo>
                    <a:pt x="694" y="688"/>
                  </a:lnTo>
                  <a:lnTo>
                    <a:pt x="684" y="718"/>
                  </a:lnTo>
                  <a:lnTo>
                    <a:pt x="680" y="744"/>
                  </a:lnTo>
                  <a:lnTo>
                    <a:pt x="682" y="764"/>
                  </a:lnTo>
                  <a:lnTo>
                    <a:pt x="686" y="780"/>
                  </a:lnTo>
                  <a:lnTo>
                    <a:pt x="690" y="790"/>
                  </a:lnTo>
                  <a:lnTo>
                    <a:pt x="694" y="800"/>
                  </a:lnTo>
                  <a:lnTo>
                    <a:pt x="702" y="806"/>
                  </a:lnTo>
                  <a:lnTo>
                    <a:pt x="716" y="812"/>
                  </a:lnTo>
                  <a:lnTo>
                    <a:pt x="734" y="816"/>
                  </a:lnTo>
                  <a:lnTo>
                    <a:pt x="744" y="816"/>
                  </a:lnTo>
                  <a:lnTo>
                    <a:pt x="758" y="812"/>
                  </a:lnTo>
                  <a:lnTo>
                    <a:pt x="794" y="802"/>
                  </a:lnTo>
                  <a:lnTo>
                    <a:pt x="824" y="790"/>
                  </a:lnTo>
                  <a:lnTo>
                    <a:pt x="844" y="784"/>
                  </a:lnTo>
                  <a:lnTo>
                    <a:pt x="860" y="778"/>
                  </a:lnTo>
                  <a:lnTo>
                    <a:pt x="884" y="776"/>
                  </a:lnTo>
                  <a:lnTo>
                    <a:pt x="898" y="778"/>
                  </a:lnTo>
                  <a:lnTo>
                    <a:pt x="904" y="778"/>
                  </a:lnTo>
                  <a:lnTo>
                    <a:pt x="910" y="782"/>
                  </a:lnTo>
                  <a:lnTo>
                    <a:pt x="918" y="784"/>
                  </a:lnTo>
                  <a:lnTo>
                    <a:pt x="926" y="788"/>
                  </a:lnTo>
                  <a:lnTo>
                    <a:pt x="930" y="796"/>
                  </a:lnTo>
                  <a:lnTo>
                    <a:pt x="936" y="804"/>
                  </a:lnTo>
                  <a:lnTo>
                    <a:pt x="940" y="812"/>
                  </a:lnTo>
                  <a:lnTo>
                    <a:pt x="942" y="822"/>
                  </a:lnTo>
                  <a:lnTo>
                    <a:pt x="944" y="828"/>
                  </a:lnTo>
                  <a:lnTo>
                    <a:pt x="944" y="840"/>
                  </a:lnTo>
                  <a:lnTo>
                    <a:pt x="942" y="858"/>
                  </a:lnTo>
                  <a:lnTo>
                    <a:pt x="936" y="884"/>
                  </a:lnTo>
                  <a:lnTo>
                    <a:pt x="924" y="914"/>
                  </a:lnTo>
                  <a:lnTo>
                    <a:pt x="914" y="940"/>
                  </a:lnTo>
                  <a:lnTo>
                    <a:pt x="910" y="956"/>
                  </a:lnTo>
                  <a:lnTo>
                    <a:pt x="908" y="974"/>
                  </a:lnTo>
                  <a:lnTo>
                    <a:pt x="910" y="994"/>
                  </a:lnTo>
                  <a:lnTo>
                    <a:pt x="910" y="1004"/>
                  </a:lnTo>
                  <a:lnTo>
                    <a:pt x="912" y="1010"/>
                  </a:lnTo>
                  <a:lnTo>
                    <a:pt x="914" y="1012"/>
                  </a:lnTo>
                  <a:lnTo>
                    <a:pt x="912" y="1008"/>
                  </a:lnTo>
                  <a:lnTo>
                    <a:pt x="916" y="1018"/>
                  </a:lnTo>
                  <a:lnTo>
                    <a:pt x="920" y="1026"/>
                  </a:lnTo>
                  <a:lnTo>
                    <a:pt x="932" y="1034"/>
                  </a:lnTo>
                  <a:lnTo>
                    <a:pt x="940" y="1038"/>
                  </a:lnTo>
                  <a:lnTo>
                    <a:pt x="950" y="1040"/>
                  </a:lnTo>
                  <a:lnTo>
                    <a:pt x="964" y="1040"/>
                  </a:lnTo>
                  <a:lnTo>
                    <a:pt x="990" y="1038"/>
                  </a:lnTo>
                  <a:lnTo>
                    <a:pt x="1010" y="1032"/>
                  </a:lnTo>
                  <a:lnTo>
                    <a:pt x="1040" y="1024"/>
                  </a:lnTo>
                  <a:lnTo>
                    <a:pt x="1074" y="1012"/>
                  </a:lnTo>
                  <a:lnTo>
                    <a:pt x="1102" y="1008"/>
                  </a:lnTo>
                  <a:lnTo>
                    <a:pt x="1128" y="1006"/>
                  </a:lnTo>
                  <a:lnTo>
                    <a:pt x="1140" y="1010"/>
                  </a:lnTo>
                  <a:lnTo>
                    <a:pt x="1154" y="1018"/>
                  </a:lnTo>
                  <a:lnTo>
                    <a:pt x="1164" y="1036"/>
                  </a:lnTo>
                  <a:lnTo>
                    <a:pt x="1168" y="1052"/>
                  </a:lnTo>
                  <a:lnTo>
                    <a:pt x="1168" y="1058"/>
                  </a:lnTo>
                  <a:lnTo>
                    <a:pt x="1166" y="1082"/>
                  </a:lnTo>
                  <a:lnTo>
                    <a:pt x="1162" y="1108"/>
                  </a:lnTo>
                  <a:lnTo>
                    <a:pt x="1156" y="1128"/>
                  </a:lnTo>
                  <a:lnTo>
                    <a:pt x="1148" y="1150"/>
                  </a:lnTo>
                  <a:lnTo>
                    <a:pt x="1140" y="1174"/>
                  </a:lnTo>
                  <a:lnTo>
                    <a:pt x="1134" y="1198"/>
                  </a:lnTo>
                  <a:lnTo>
                    <a:pt x="1136" y="1222"/>
                  </a:lnTo>
                  <a:lnTo>
                    <a:pt x="1140" y="1232"/>
                  </a:lnTo>
                  <a:lnTo>
                    <a:pt x="1142" y="1242"/>
                  </a:lnTo>
                  <a:lnTo>
                    <a:pt x="1148" y="1250"/>
                  </a:lnTo>
                  <a:lnTo>
                    <a:pt x="1158" y="1258"/>
                  </a:lnTo>
                  <a:lnTo>
                    <a:pt x="1170" y="1264"/>
                  </a:lnTo>
                  <a:lnTo>
                    <a:pt x="1182" y="1268"/>
                  </a:lnTo>
                  <a:lnTo>
                    <a:pt x="1198" y="1268"/>
                  </a:lnTo>
                  <a:lnTo>
                    <a:pt x="1204" y="1268"/>
                  </a:lnTo>
                  <a:lnTo>
                    <a:pt x="1224" y="1262"/>
                  </a:lnTo>
                  <a:lnTo>
                    <a:pt x="1242" y="1258"/>
                  </a:lnTo>
                  <a:lnTo>
                    <a:pt x="1270" y="1250"/>
                  </a:lnTo>
                  <a:lnTo>
                    <a:pt x="1294" y="1242"/>
                  </a:lnTo>
                  <a:lnTo>
                    <a:pt x="1320" y="1236"/>
                  </a:lnTo>
                  <a:lnTo>
                    <a:pt x="1344" y="1234"/>
                  </a:lnTo>
                  <a:lnTo>
                    <a:pt x="1358" y="1236"/>
                  </a:lnTo>
                  <a:lnTo>
                    <a:pt x="1372" y="1238"/>
                  </a:lnTo>
                  <a:lnTo>
                    <a:pt x="1386" y="1246"/>
                  </a:lnTo>
                  <a:lnTo>
                    <a:pt x="1394" y="1258"/>
                  </a:lnTo>
                  <a:lnTo>
                    <a:pt x="1400" y="1272"/>
                  </a:lnTo>
                  <a:lnTo>
                    <a:pt x="1402" y="1284"/>
                  </a:lnTo>
                  <a:lnTo>
                    <a:pt x="1396" y="1310"/>
                  </a:lnTo>
                  <a:lnTo>
                    <a:pt x="1388" y="1334"/>
                  </a:lnTo>
                  <a:lnTo>
                    <a:pt x="1382" y="1354"/>
                  </a:lnTo>
                  <a:lnTo>
                    <a:pt x="1372" y="1370"/>
                  </a:lnTo>
                  <a:lnTo>
                    <a:pt x="1368" y="1386"/>
                  </a:lnTo>
                  <a:lnTo>
                    <a:pt x="1362" y="1406"/>
                  </a:lnTo>
                  <a:lnTo>
                    <a:pt x="1360" y="1426"/>
                  </a:lnTo>
                  <a:lnTo>
                    <a:pt x="1360" y="1440"/>
                  </a:lnTo>
                  <a:lnTo>
                    <a:pt x="1368" y="1464"/>
                  </a:lnTo>
                  <a:lnTo>
                    <a:pt x="1380" y="1486"/>
                  </a:lnTo>
                  <a:lnTo>
                    <a:pt x="1396" y="1494"/>
                  </a:lnTo>
                  <a:lnTo>
                    <a:pt x="1402" y="1498"/>
                  </a:lnTo>
                  <a:lnTo>
                    <a:pt x="1418" y="1496"/>
                  </a:lnTo>
                  <a:lnTo>
                    <a:pt x="1434" y="1494"/>
                  </a:lnTo>
                  <a:lnTo>
                    <a:pt x="1462" y="1488"/>
                  </a:lnTo>
                  <a:lnTo>
                    <a:pt x="1482" y="1482"/>
                  </a:lnTo>
                  <a:lnTo>
                    <a:pt x="1492" y="1478"/>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grpSp>
        <p:nvGrpSpPr>
          <p:cNvPr id="973" name="Google Shape;973;p25"/>
          <p:cNvGrpSpPr/>
          <p:nvPr/>
        </p:nvGrpSpPr>
        <p:grpSpPr>
          <a:xfrm>
            <a:off x="5538664" y="2742871"/>
            <a:ext cx="534542" cy="578538"/>
            <a:chOff x="3456" y="2016"/>
            <a:chExt cx="1526" cy="1528"/>
          </a:xfrm>
        </p:grpSpPr>
        <p:sp>
          <p:nvSpPr>
            <p:cNvPr id="974" name="Google Shape;974;p25"/>
            <p:cNvSpPr/>
            <p:nvPr/>
          </p:nvSpPr>
          <p:spPr>
            <a:xfrm>
              <a:off x="3456" y="2016"/>
              <a:ext cx="1500" cy="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75" name="Google Shape;975;p25"/>
            <p:cNvSpPr/>
            <p:nvPr/>
          </p:nvSpPr>
          <p:spPr>
            <a:xfrm>
              <a:off x="3468" y="2030"/>
              <a:ext cx="1494" cy="1498"/>
            </a:xfrm>
            <a:custGeom>
              <a:rect b="b" l="l" r="r" t="t"/>
              <a:pathLst>
                <a:path extrusionOk="0" h="1498" w="1494">
                  <a:moveTo>
                    <a:pt x="24" y="1498"/>
                  </a:moveTo>
                  <a:lnTo>
                    <a:pt x="12" y="1472"/>
                  </a:lnTo>
                  <a:lnTo>
                    <a:pt x="4" y="1440"/>
                  </a:lnTo>
                  <a:lnTo>
                    <a:pt x="0" y="1424"/>
                  </a:lnTo>
                  <a:lnTo>
                    <a:pt x="2" y="1404"/>
                  </a:lnTo>
                  <a:lnTo>
                    <a:pt x="8" y="1388"/>
                  </a:lnTo>
                  <a:lnTo>
                    <a:pt x="20" y="1378"/>
                  </a:lnTo>
                  <a:lnTo>
                    <a:pt x="30" y="1368"/>
                  </a:lnTo>
                  <a:lnTo>
                    <a:pt x="48" y="1364"/>
                  </a:lnTo>
                  <a:lnTo>
                    <a:pt x="68" y="1364"/>
                  </a:lnTo>
                  <a:lnTo>
                    <a:pt x="88" y="1368"/>
                  </a:lnTo>
                  <a:lnTo>
                    <a:pt x="114" y="1376"/>
                  </a:lnTo>
                  <a:lnTo>
                    <a:pt x="142" y="1388"/>
                  </a:lnTo>
                  <a:lnTo>
                    <a:pt x="168" y="1396"/>
                  </a:lnTo>
                  <a:lnTo>
                    <a:pt x="196" y="1402"/>
                  </a:lnTo>
                  <a:lnTo>
                    <a:pt x="214" y="1402"/>
                  </a:lnTo>
                  <a:lnTo>
                    <a:pt x="234" y="1396"/>
                  </a:lnTo>
                  <a:lnTo>
                    <a:pt x="250" y="1386"/>
                  </a:lnTo>
                  <a:lnTo>
                    <a:pt x="258" y="1376"/>
                  </a:lnTo>
                  <a:lnTo>
                    <a:pt x="264" y="1366"/>
                  </a:lnTo>
                  <a:lnTo>
                    <a:pt x="268" y="1340"/>
                  </a:lnTo>
                  <a:lnTo>
                    <a:pt x="266" y="1344"/>
                  </a:lnTo>
                  <a:lnTo>
                    <a:pt x="266" y="1320"/>
                  </a:lnTo>
                  <a:lnTo>
                    <a:pt x="256" y="1290"/>
                  </a:lnTo>
                  <a:lnTo>
                    <a:pt x="248" y="1264"/>
                  </a:lnTo>
                  <a:lnTo>
                    <a:pt x="240" y="1234"/>
                  </a:lnTo>
                  <a:lnTo>
                    <a:pt x="236" y="1214"/>
                  </a:lnTo>
                  <a:lnTo>
                    <a:pt x="236" y="1190"/>
                  </a:lnTo>
                  <a:lnTo>
                    <a:pt x="240" y="1168"/>
                  </a:lnTo>
                  <a:lnTo>
                    <a:pt x="250" y="1148"/>
                  </a:lnTo>
                  <a:lnTo>
                    <a:pt x="264" y="1142"/>
                  </a:lnTo>
                  <a:lnTo>
                    <a:pt x="272" y="1140"/>
                  </a:lnTo>
                  <a:lnTo>
                    <a:pt x="286" y="1140"/>
                  </a:lnTo>
                  <a:lnTo>
                    <a:pt x="298" y="1140"/>
                  </a:lnTo>
                  <a:lnTo>
                    <a:pt x="322" y="1144"/>
                  </a:lnTo>
                  <a:lnTo>
                    <a:pt x="354" y="1154"/>
                  </a:lnTo>
                  <a:lnTo>
                    <a:pt x="372" y="1162"/>
                  </a:lnTo>
                  <a:lnTo>
                    <a:pt x="394" y="1168"/>
                  </a:lnTo>
                  <a:lnTo>
                    <a:pt x="422" y="1174"/>
                  </a:lnTo>
                  <a:lnTo>
                    <a:pt x="446" y="1174"/>
                  </a:lnTo>
                  <a:lnTo>
                    <a:pt x="460" y="1170"/>
                  </a:lnTo>
                  <a:lnTo>
                    <a:pt x="472" y="1162"/>
                  </a:lnTo>
                  <a:lnTo>
                    <a:pt x="484" y="1150"/>
                  </a:lnTo>
                  <a:lnTo>
                    <a:pt x="490" y="1138"/>
                  </a:lnTo>
                  <a:lnTo>
                    <a:pt x="492" y="1120"/>
                  </a:lnTo>
                  <a:lnTo>
                    <a:pt x="490" y="1102"/>
                  </a:lnTo>
                  <a:lnTo>
                    <a:pt x="482" y="1078"/>
                  </a:lnTo>
                  <a:lnTo>
                    <a:pt x="470" y="1044"/>
                  </a:lnTo>
                  <a:lnTo>
                    <a:pt x="462" y="1016"/>
                  </a:lnTo>
                  <a:lnTo>
                    <a:pt x="458" y="1002"/>
                  </a:lnTo>
                  <a:lnTo>
                    <a:pt x="456" y="988"/>
                  </a:lnTo>
                  <a:lnTo>
                    <a:pt x="456" y="972"/>
                  </a:lnTo>
                  <a:lnTo>
                    <a:pt x="456" y="964"/>
                  </a:lnTo>
                  <a:lnTo>
                    <a:pt x="460" y="950"/>
                  </a:lnTo>
                  <a:lnTo>
                    <a:pt x="464" y="934"/>
                  </a:lnTo>
                  <a:lnTo>
                    <a:pt x="472" y="924"/>
                  </a:lnTo>
                  <a:lnTo>
                    <a:pt x="480" y="916"/>
                  </a:lnTo>
                  <a:lnTo>
                    <a:pt x="496" y="912"/>
                  </a:lnTo>
                  <a:lnTo>
                    <a:pt x="518" y="910"/>
                  </a:lnTo>
                  <a:lnTo>
                    <a:pt x="548" y="916"/>
                  </a:lnTo>
                  <a:lnTo>
                    <a:pt x="592" y="928"/>
                  </a:lnTo>
                  <a:lnTo>
                    <a:pt x="620" y="938"/>
                  </a:lnTo>
                  <a:lnTo>
                    <a:pt x="642" y="942"/>
                  </a:lnTo>
                  <a:lnTo>
                    <a:pt x="658" y="944"/>
                  </a:lnTo>
                  <a:lnTo>
                    <a:pt x="682" y="944"/>
                  </a:lnTo>
                  <a:lnTo>
                    <a:pt x="694" y="940"/>
                  </a:lnTo>
                  <a:lnTo>
                    <a:pt x="704" y="934"/>
                  </a:lnTo>
                  <a:lnTo>
                    <a:pt x="714" y="920"/>
                  </a:lnTo>
                  <a:lnTo>
                    <a:pt x="718" y="904"/>
                  </a:lnTo>
                  <a:lnTo>
                    <a:pt x="718" y="888"/>
                  </a:lnTo>
                  <a:lnTo>
                    <a:pt x="714" y="870"/>
                  </a:lnTo>
                  <a:lnTo>
                    <a:pt x="710" y="852"/>
                  </a:lnTo>
                  <a:lnTo>
                    <a:pt x="702" y="830"/>
                  </a:lnTo>
                  <a:lnTo>
                    <a:pt x="694" y="808"/>
                  </a:lnTo>
                  <a:lnTo>
                    <a:pt x="686" y="780"/>
                  </a:lnTo>
                  <a:lnTo>
                    <a:pt x="680" y="752"/>
                  </a:lnTo>
                  <a:lnTo>
                    <a:pt x="682" y="732"/>
                  </a:lnTo>
                  <a:lnTo>
                    <a:pt x="686" y="716"/>
                  </a:lnTo>
                  <a:lnTo>
                    <a:pt x="690" y="708"/>
                  </a:lnTo>
                  <a:lnTo>
                    <a:pt x="696" y="698"/>
                  </a:lnTo>
                  <a:lnTo>
                    <a:pt x="704" y="690"/>
                  </a:lnTo>
                  <a:lnTo>
                    <a:pt x="718" y="684"/>
                  </a:lnTo>
                  <a:lnTo>
                    <a:pt x="734" y="682"/>
                  </a:lnTo>
                  <a:lnTo>
                    <a:pt x="746" y="682"/>
                  </a:lnTo>
                  <a:lnTo>
                    <a:pt x="760" y="684"/>
                  </a:lnTo>
                  <a:lnTo>
                    <a:pt x="794" y="694"/>
                  </a:lnTo>
                  <a:lnTo>
                    <a:pt x="826" y="706"/>
                  </a:lnTo>
                  <a:lnTo>
                    <a:pt x="844" y="714"/>
                  </a:lnTo>
                  <a:lnTo>
                    <a:pt x="862" y="718"/>
                  </a:lnTo>
                  <a:lnTo>
                    <a:pt x="884" y="720"/>
                  </a:lnTo>
                  <a:lnTo>
                    <a:pt x="898" y="720"/>
                  </a:lnTo>
                  <a:lnTo>
                    <a:pt x="904" y="718"/>
                  </a:lnTo>
                  <a:lnTo>
                    <a:pt x="912" y="716"/>
                  </a:lnTo>
                  <a:lnTo>
                    <a:pt x="920" y="712"/>
                  </a:lnTo>
                  <a:lnTo>
                    <a:pt x="926" y="708"/>
                  </a:lnTo>
                  <a:lnTo>
                    <a:pt x="932" y="700"/>
                  </a:lnTo>
                  <a:lnTo>
                    <a:pt x="936" y="694"/>
                  </a:lnTo>
                  <a:lnTo>
                    <a:pt x="940" y="684"/>
                  </a:lnTo>
                  <a:lnTo>
                    <a:pt x="944" y="674"/>
                  </a:lnTo>
                  <a:lnTo>
                    <a:pt x="944" y="668"/>
                  </a:lnTo>
                  <a:lnTo>
                    <a:pt x="946" y="656"/>
                  </a:lnTo>
                  <a:lnTo>
                    <a:pt x="944" y="638"/>
                  </a:lnTo>
                  <a:lnTo>
                    <a:pt x="936" y="612"/>
                  </a:lnTo>
                  <a:lnTo>
                    <a:pt x="924" y="582"/>
                  </a:lnTo>
                  <a:lnTo>
                    <a:pt x="916" y="556"/>
                  </a:lnTo>
                  <a:lnTo>
                    <a:pt x="912" y="540"/>
                  </a:lnTo>
                  <a:lnTo>
                    <a:pt x="908" y="522"/>
                  </a:lnTo>
                  <a:lnTo>
                    <a:pt x="910" y="502"/>
                  </a:lnTo>
                  <a:lnTo>
                    <a:pt x="912" y="492"/>
                  </a:lnTo>
                  <a:lnTo>
                    <a:pt x="914" y="486"/>
                  </a:lnTo>
                  <a:lnTo>
                    <a:pt x="914" y="484"/>
                  </a:lnTo>
                  <a:lnTo>
                    <a:pt x="912" y="488"/>
                  </a:lnTo>
                  <a:lnTo>
                    <a:pt x="916" y="478"/>
                  </a:lnTo>
                  <a:lnTo>
                    <a:pt x="920" y="470"/>
                  </a:lnTo>
                  <a:lnTo>
                    <a:pt x="932" y="464"/>
                  </a:lnTo>
                  <a:lnTo>
                    <a:pt x="942" y="460"/>
                  </a:lnTo>
                  <a:lnTo>
                    <a:pt x="950" y="458"/>
                  </a:lnTo>
                  <a:lnTo>
                    <a:pt x="966" y="456"/>
                  </a:lnTo>
                  <a:lnTo>
                    <a:pt x="990" y="460"/>
                  </a:lnTo>
                  <a:lnTo>
                    <a:pt x="1010" y="464"/>
                  </a:lnTo>
                  <a:lnTo>
                    <a:pt x="1042" y="474"/>
                  </a:lnTo>
                  <a:lnTo>
                    <a:pt x="1076" y="484"/>
                  </a:lnTo>
                  <a:lnTo>
                    <a:pt x="1102" y="488"/>
                  </a:lnTo>
                  <a:lnTo>
                    <a:pt x="1130" y="492"/>
                  </a:lnTo>
                  <a:lnTo>
                    <a:pt x="1142" y="486"/>
                  </a:lnTo>
                  <a:lnTo>
                    <a:pt x="1154" y="480"/>
                  </a:lnTo>
                  <a:lnTo>
                    <a:pt x="1166" y="462"/>
                  </a:lnTo>
                  <a:lnTo>
                    <a:pt x="1168" y="446"/>
                  </a:lnTo>
                  <a:lnTo>
                    <a:pt x="1168" y="440"/>
                  </a:lnTo>
                  <a:lnTo>
                    <a:pt x="1168" y="416"/>
                  </a:lnTo>
                  <a:lnTo>
                    <a:pt x="1164" y="388"/>
                  </a:lnTo>
                  <a:lnTo>
                    <a:pt x="1158" y="368"/>
                  </a:lnTo>
                  <a:lnTo>
                    <a:pt x="1150" y="346"/>
                  </a:lnTo>
                  <a:lnTo>
                    <a:pt x="1140" y="322"/>
                  </a:lnTo>
                  <a:lnTo>
                    <a:pt x="1134" y="298"/>
                  </a:lnTo>
                  <a:lnTo>
                    <a:pt x="1138" y="274"/>
                  </a:lnTo>
                  <a:lnTo>
                    <a:pt x="1140" y="264"/>
                  </a:lnTo>
                  <a:lnTo>
                    <a:pt x="1144" y="256"/>
                  </a:lnTo>
                  <a:lnTo>
                    <a:pt x="1150" y="246"/>
                  </a:lnTo>
                  <a:lnTo>
                    <a:pt x="1160" y="238"/>
                  </a:lnTo>
                  <a:lnTo>
                    <a:pt x="1172" y="234"/>
                  </a:lnTo>
                  <a:lnTo>
                    <a:pt x="1184" y="230"/>
                  </a:lnTo>
                  <a:lnTo>
                    <a:pt x="1198" y="228"/>
                  </a:lnTo>
                  <a:lnTo>
                    <a:pt x="1206" y="228"/>
                  </a:lnTo>
                  <a:lnTo>
                    <a:pt x="1224" y="234"/>
                  </a:lnTo>
                  <a:lnTo>
                    <a:pt x="1244" y="238"/>
                  </a:lnTo>
                  <a:lnTo>
                    <a:pt x="1270" y="248"/>
                  </a:lnTo>
                  <a:lnTo>
                    <a:pt x="1294" y="254"/>
                  </a:lnTo>
                  <a:lnTo>
                    <a:pt x="1320" y="260"/>
                  </a:lnTo>
                  <a:lnTo>
                    <a:pt x="1344" y="262"/>
                  </a:lnTo>
                  <a:lnTo>
                    <a:pt x="1360" y="262"/>
                  </a:lnTo>
                  <a:lnTo>
                    <a:pt x="1374" y="260"/>
                  </a:lnTo>
                  <a:lnTo>
                    <a:pt x="1386" y="252"/>
                  </a:lnTo>
                  <a:lnTo>
                    <a:pt x="1396" y="238"/>
                  </a:lnTo>
                  <a:lnTo>
                    <a:pt x="1400" y="226"/>
                  </a:lnTo>
                  <a:lnTo>
                    <a:pt x="1402" y="212"/>
                  </a:lnTo>
                  <a:lnTo>
                    <a:pt x="1398" y="188"/>
                  </a:lnTo>
                  <a:lnTo>
                    <a:pt x="1390" y="162"/>
                  </a:lnTo>
                  <a:lnTo>
                    <a:pt x="1382" y="144"/>
                  </a:lnTo>
                  <a:lnTo>
                    <a:pt x="1374" y="126"/>
                  </a:lnTo>
                  <a:lnTo>
                    <a:pt x="1368" y="110"/>
                  </a:lnTo>
                  <a:lnTo>
                    <a:pt x="1362" y="90"/>
                  </a:lnTo>
                  <a:lnTo>
                    <a:pt x="1360" y="72"/>
                  </a:lnTo>
                  <a:lnTo>
                    <a:pt x="1362" y="58"/>
                  </a:lnTo>
                  <a:lnTo>
                    <a:pt x="1370" y="32"/>
                  </a:lnTo>
                  <a:lnTo>
                    <a:pt x="1382" y="10"/>
                  </a:lnTo>
                  <a:lnTo>
                    <a:pt x="1396" y="4"/>
                  </a:lnTo>
                  <a:lnTo>
                    <a:pt x="1404" y="0"/>
                  </a:lnTo>
                  <a:lnTo>
                    <a:pt x="1418" y="0"/>
                  </a:lnTo>
                  <a:lnTo>
                    <a:pt x="1434" y="2"/>
                  </a:lnTo>
                  <a:lnTo>
                    <a:pt x="1462" y="10"/>
                  </a:lnTo>
                  <a:lnTo>
                    <a:pt x="1482" y="16"/>
                  </a:lnTo>
                  <a:lnTo>
                    <a:pt x="1494" y="18"/>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76" name="Google Shape;976;p25"/>
            <p:cNvSpPr/>
            <p:nvPr/>
          </p:nvSpPr>
          <p:spPr>
            <a:xfrm>
              <a:off x="3484" y="2050"/>
              <a:ext cx="1498" cy="1494"/>
            </a:xfrm>
            <a:custGeom>
              <a:rect b="b" l="l" r="r" t="t"/>
              <a:pathLst>
                <a:path extrusionOk="0" h="1494" w="1498">
                  <a:moveTo>
                    <a:pt x="0" y="1470"/>
                  </a:moveTo>
                  <a:lnTo>
                    <a:pt x="26" y="1480"/>
                  </a:lnTo>
                  <a:lnTo>
                    <a:pt x="56" y="1490"/>
                  </a:lnTo>
                  <a:lnTo>
                    <a:pt x="74" y="1494"/>
                  </a:lnTo>
                  <a:lnTo>
                    <a:pt x="94" y="1492"/>
                  </a:lnTo>
                  <a:lnTo>
                    <a:pt x="110" y="1486"/>
                  </a:lnTo>
                  <a:lnTo>
                    <a:pt x="120" y="1474"/>
                  </a:lnTo>
                  <a:lnTo>
                    <a:pt x="130" y="1464"/>
                  </a:lnTo>
                  <a:lnTo>
                    <a:pt x="134" y="1444"/>
                  </a:lnTo>
                  <a:lnTo>
                    <a:pt x="134" y="1426"/>
                  </a:lnTo>
                  <a:lnTo>
                    <a:pt x="130" y="1406"/>
                  </a:lnTo>
                  <a:lnTo>
                    <a:pt x="122" y="1380"/>
                  </a:lnTo>
                  <a:lnTo>
                    <a:pt x="110" y="1352"/>
                  </a:lnTo>
                  <a:lnTo>
                    <a:pt x="102" y="1326"/>
                  </a:lnTo>
                  <a:lnTo>
                    <a:pt x="96" y="1298"/>
                  </a:lnTo>
                  <a:lnTo>
                    <a:pt x="96" y="1280"/>
                  </a:lnTo>
                  <a:lnTo>
                    <a:pt x="100" y="1260"/>
                  </a:lnTo>
                  <a:lnTo>
                    <a:pt x="112" y="1242"/>
                  </a:lnTo>
                  <a:lnTo>
                    <a:pt x="122" y="1236"/>
                  </a:lnTo>
                  <a:lnTo>
                    <a:pt x="132" y="1230"/>
                  </a:lnTo>
                  <a:lnTo>
                    <a:pt x="158" y="1226"/>
                  </a:lnTo>
                  <a:lnTo>
                    <a:pt x="154" y="1228"/>
                  </a:lnTo>
                  <a:lnTo>
                    <a:pt x="178" y="1228"/>
                  </a:lnTo>
                  <a:lnTo>
                    <a:pt x="208" y="1238"/>
                  </a:lnTo>
                  <a:lnTo>
                    <a:pt x="234" y="1244"/>
                  </a:lnTo>
                  <a:lnTo>
                    <a:pt x="262" y="1254"/>
                  </a:lnTo>
                  <a:lnTo>
                    <a:pt x="284" y="1256"/>
                  </a:lnTo>
                  <a:lnTo>
                    <a:pt x="308" y="1258"/>
                  </a:lnTo>
                  <a:lnTo>
                    <a:pt x="330" y="1254"/>
                  </a:lnTo>
                  <a:lnTo>
                    <a:pt x="350" y="1242"/>
                  </a:lnTo>
                  <a:lnTo>
                    <a:pt x="356" y="1230"/>
                  </a:lnTo>
                  <a:lnTo>
                    <a:pt x="356" y="1222"/>
                  </a:lnTo>
                  <a:lnTo>
                    <a:pt x="358" y="1208"/>
                  </a:lnTo>
                  <a:lnTo>
                    <a:pt x="358" y="1196"/>
                  </a:lnTo>
                  <a:lnTo>
                    <a:pt x="354" y="1172"/>
                  </a:lnTo>
                  <a:lnTo>
                    <a:pt x="344" y="1140"/>
                  </a:lnTo>
                  <a:lnTo>
                    <a:pt x="336" y="1120"/>
                  </a:lnTo>
                  <a:lnTo>
                    <a:pt x="330" y="1100"/>
                  </a:lnTo>
                  <a:lnTo>
                    <a:pt x="322" y="1072"/>
                  </a:lnTo>
                  <a:lnTo>
                    <a:pt x="324" y="1048"/>
                  </a:lnTo>
                  <a:lnTo>
                    <a:pt x="328" y="1034"/>
                  </a:lnTo>
                  <a:lnTo>
                    <a:pt x="334" y="1022"/>
                  </a:lnTo>
                  <a:lnTo>
                    <a:pt x="348" y="1010"/>
                  </a:lnTo>
                  <a:lnTo>
                    <a:pt x="360" y="1004"/>
                  </a:lnTo>
                  <a:lnTo>
                    <a:pt x="376" y="1002"/>
                  </a:lnTo>
                  <a:lnTo>
                    <a:pt x="396" y="1004"/>
                  </a:lnTo>
                  <a:lnTo>
                    <a:pt x="420" y="1010"/>
                  </a:lnTo>
                  <a:lnTo>
                    <a:pt x="454" y="1022"/>
                  </a:lnTo>
                  <a:lnTo>
                    <a:pt x="482" y="1032"/>
                  </a:lnTo>
                  <a:lnTo>
                    <a:pt x="496" y="1034"/>
                  </a:lnTo>
                  <a:lnTo>
                    <a:pt x="510" y="1038"/>
                  </a:lnTo>
                  <a:lnTo>
                    <a:pt x="526" y="1038"/>
                  </a:lnTo>
                  <a:lnTo>
                    <a:pt x="532" y="1036"/>
                  </a:lnTo>
                  <a:lnTo>
                    <a:pt x="548" y="1034"/>
                  </a:lnTo>
                  <a:lnTo>
                    <a:pt x="564" y="1030"/>
                  </a:lnTo>
                  <a:lnTo>
                    <a:pt x="574" y="1022"/>
                  </a:lnTo>
                  <a:lnTo>
                    <a:pt x="580" y="1012"/>
                  </a:lnTo>
                  <a:lnTo>
                    <a:pt x="586" y="998"/>
                  </a:lnTo>
                  <a:lnTo>
                    <a:pt x="588" y="976"/>
                  </a:lnTo>
                  <a:lnTo>
                    <a:pt x="582" y="946"/>
                  </a:lnTo>
                  <a:lnTo>
                    <a:pt x="568" y="902"/>
                  </a:lnTo>
                  <a:lnTo>
                    <a:pt x="560" y="872"/>
                  </a:lnTo>
                  <a:lnTo>
                    <a:pt x="556" y="852"/>
                  </a:lnTo>
                  <a:lnTo>
                    <a:pt x="554" y="836"/>
                  </a:lnTo>
                  <a:lnTo>
                    <a:pt x="554" y="810"/>
                  </a:lnTo>
                  <a:lnTo>
                    <a:pt x="558" y="800"/>
                  </a:lnTo>
                  <a:lnTo>
                    <a:pt x="564" y="790"/>
                  </a:lnTo>
                  <a:lnTo>
                    <a:pt x="578" y="780"/>
                  </a:lnTo>
                  <a:lnTo>
                    <a:pt x="594" y="776"/>
                  </a:lnTo>
                  <a:lnTo>
                    <a:pt x="610" y="776"/>
                  </a:lnTo>
                  <a:lnTo>
                    <a:pt x="628" y="778"/>
                  </a:lnTo>
                  <a:lnTo>
                    <a:pt x="646" y="784"/>
                  </a:lnTo>
                  <a:lnTo>
                    <a:pt x="668" y="792"/>
                  </a:lnTo>
                  <a:lnTo>
                    <a:pt x="690" y="800"/>
                  </a:lnTo>
                  <a:lnTo>
                    <a:pt x="718" y="808"/>
                  </a:lnTo>
                  <a:lnTo>
                    <a:pt x="746" y="812"/>
                  </a:lnTo>
                  <a:lnTo>
                    <a:pt x="766" y="812"/>
                  </a:lnTo>
                  <a:lnTo>
                    <a:pt x="782" y="808"/>
                  </a:lnTo>
                  <a:lnTo>
                    <a:pt x="790" y="804"/>
                  </a:lnTo>
                  <a:lnTo>
                    <a:pt x="800" y="798"/>
                  </a:lnTo>
                  <a:lnTo>
                    <a:pt x="808" y="790"/>
                  </a:lnTo>
                  <a:lnTo>
                    <a:pt x="814" y="776"/>
                  </a:lnTo>
                  <a:lnTo>
                    <a:pt x="816" y="760"/>
                  </a:lnTo>
                  <a:lnTo>
                    <a:pt x="816" y="748"/>
                  </a:lnTo>
                  <a:lnTo>
                    <a:pt x="812" y="734"/>
                  </a:lnTo>
                  <a:lnTo>
                    <a:pt x="802" y="698"/>
                  </a:lnTo>
                  <a:lnTo>
                    <a:pt x="790" y="668"/>
                  </a:lnTo>
                  <a:lnTo>
                    <a:pt x="784" y="650"/>
                  </a:lnTo>
                  <a:lnTo>
                    <a:pt x="780" y="632"/>
                  </a:lnTo>
                  <a:lnTo>
                    <a:pt x="776" y="610"/>
                  </a:lnTo>
                  <a:lnTo>
                    <a:pt x="778" y="594"/>
                  </a:lnTo>
                  <a:lnTo>
                    <a:pt x="780" y="590"/>
                  </a:lnTo>
                  <a:lnTo>
                    <a:pt x="782" y="582"/>
                  </a:lnTo>
                  <a:lnTo>
                    <a:pt x="786" y="574"/>
                  </a:lnTo>
                  <a:lnTo>
                    <a:pt x="788" y="568"/>
                  </a:lnTo>
                  <a:lnTo>
                    <a:pt x="798" y="562"/>
                  </a:lnTo>
                  <a:lnTo>
                    <a:pt x="804" y="558"/>
                  </a:lnTo>
                  <a:lnTo>
                    <a:pt x="814" y="552"/>
                  </a:lnTo>
                  <a:lnTo>
                    <a:pt x="824" y="550"/>
                  </a:lnTo>
                  <a:lnTo>
                    <a:pt x="830" y="550"/>
                  </a:lnTo>
                  <a:lnTo>
                    <a:pt x="842" y="548"/>
                  </a:lnTo>
                  <a:lnTo>
                    <a:pt x="858" y="550"/>
                  </a:lnTo>
                  <a:lnTo>
                    <a:pt x="886" y="556"/>
                  </a:lnTo>
                  <a:lnTo>
                    <a:pt x="916" y="570"/>
                  </a:lnTo>
                  <a:lnTo>
                    <a:pt x="940" y="578"/>
                  </a:lnTo>
                  <a:lnTo>
                    <a:pt x="958" y="582"/>
                  </a:lnTo>
                  <a:lnTo>
                    <a:pt x="974" y="586"/>
                  </a:lnTo>
                  <a:lnTo>
                    <a:pt x="996" y="584"/>
                  </a:lnTo>
                  <a:lnTo>
                    <a:pt x="1004" y="582"/>
                  </a:lnTo>
                  <a:lnTo>
                    <a:pt x="1012" y="580"/>
                  </a:lnTo>
                  <a:lnTo>
                    <a:pt x="1014" y="578"/>
                  </a:lnTo>
                  <a:lnTo>
                    <a:pt x="1008" y="580"/>
                  </a:lnTo>
                  <a:lnTo>
                    <a:pt x="1020" y="578"/>
                  </a:lnTo>
                  <a:lnTo>
                    <a:pt x="1028" y="572"/>
                  </a:lnTo>
                  <a:lnTo>
                    <a:pt x="1034" y="562"/>
                  </a:lnTo>
                  <a:lnTo>
                    <a:pt x="1038" y="552"/>
                  </a:lnTo>
                  <a:lnTo>
                    <a:pt x="1040" y="542"/>
                  </a:lnTo>
                  <a:lnTo>
                    <a:pt x="1042" y="528"/>
                  </a:lnTo>
                  <a:lnTo>
                    <a:pt x="1038" y="504"/>
                  </a:lnTo>
                  <a:lnTo>
                    <a:pt x="1032" y="484"/>
                  </a:lnTo>
                  <a:lnTo>
                    <a:pt x="1024" y="452"/>
                  </a:lnTo>
                  <a:lnTo>
                    <a:pt x="1012" y="418"/>
                  </a:lnTo>
                  <a:lnTo>
                    <a:pt x="1008" y="392"/>
                  </a:lnTo>
                  <a:lnTo>
                    <a:pt x="1006" y="364"/>
                  </a:lnTo>
                  <a:lnTo>
                    <a:pt x="1012" y="352"/>
                  </a:lnTo>
                  <a:lnTo>
                    <a:pt x="1018" y="340"/>
                  </a:lnTo>
                  <a:lnTo>
                    <a:pt x="1036" y="328"/>
                  </a:lnTo>
                  <a:lnTo>
                    <a:pt x="1052" y="324"/>
                  </a:lnTo>
                  <a:lnTo>
                    <a:pt x="1058" y="324"/>
                  </a:lnTo>
                  <a:lnTo>
                    <a:pt x="1082" y="326"/>
                  </a:lnTo>
                  <a:lnTo>
                    <a:pt x="1110" y="330"/>
                  </a:lnTo>
                  <a:lnTo>
                    <a:pt x="1128" y="336"/>
                  </a:lnTo>
                  <a:lnTo>
                    <a:pt x="1152" y="344"/>
                  </a:lnTo>
                  <a:lnTo>
                    <a:pt x="1176" y="354"/>
                  </a:lnTo>
                  <a:lnTo>
                    <a:pt x="1200" y="358"/>
                  </a:lnTo>
                  <a:lnTo>
                    <a:pt x="1222" y="356"/>
                  </a:lnTo>
                  <a:lnTo>
                    <a:pt x="1234" y="354"/>
                  </a:lnTo>
                  <a:lnTo>
                    <a:pt x="1242" y="350"/>
                  </a:lnTo>
                  <a:lnTo>
                    <a:pt x="1252" y="344"/>
                  </a:lnTo>
                  <a:lnTo>
                    <a:pt x="1260" y="334"/>
                  </a:lnTo>
                  <a:lnTo>
                    <a:pt x="1264" y="322"/>
                  </a:lnTo>
                  <a:lnTo>
                    <a:pt x="1268" y="310"/>
                  </a:lnTo>
                  <a:lnTo>
                    <a:pt x="1268" y="296"/>
                  </a:lnTo>
                  <a:lnTo>
                    <a:pt x="1268" y="288"/>
                  </a:lnTo>
                  <a:lnTo>
                    <a:pt x="1264" y="270"/>
                  </a:lnTo>
                  <a:lnTo>
                    <a:pt x="1260" y="250"/>
                  </a:lnTo>
                  <a:lnTo>
                    <a:pt x="1250" y="224"/>
                  </a:lnTo>
                  <a:lnTo>
                    <a:pt x="1244" y="200"/>
                  </a:lnTo>
                  <a:lnTo>
                    <a:pt x="1238" y="174"/>
                  </a:lnTo>
                  <a:lnTo>
                    <a:pt x="1236" y="148"/>
                  </a:lnTo>
                  <a:lnTo>
                    <a:pt x="1236" y="134"/>
                  </a:lnTo>
                  <a:lnTo>
                    <a:pt x="1238" y="120"/>
                  </a:lnTo>
                  <a:lnTo>
                    <a:pt x="1246" y="108"/>
                  </a:lnTo>
                  <a:lnTo>
                    <a:pt x="1260" y="98"/>
                  </a:lnTo>
                  <a:lnTo>
                    <a:pt x="1272" y="94"/>
                  </a:lnTo>
                  <a:lnTo>
                    <a:pt x="1286" y="92"/>
                  </a:lnTo>
                  <a:lnTo>
                    <a:pt x="1310" y="96"/>
                  </a:lnTo>
                  <a:lnTo>
                    <a:pt x="1336" y="104"/>
                  </a:lnTo>
                  <a:lnTo>
                    <a:pt x="1354" y="112"/>
                  </a:lnTo>
                  <a:lnTo>
                    <a:pt x="1370" y="120"/>
                  </a:lnTo>
                  <a:lnTo>
                    <a:pt x="1388" y="126"/>
                  </a:lnTo>
                  <a:lnTo>
                    <a:pt x="1408" y="132"/>
                  </a:lnTo>
                  <a:lnTo>
                    <a:pt x="1426" y="134"/>
                  </a:lnTo>
                  <a:lnTo>
                    <a:pt x="1440" y="132"/>
                  </a:lnTo>
                  <a:lnTo>
                    <a:pt x="1466" y="124"/>
                  </a:lnTo>
                  <a:lnTo>
                    <a:pt x="1488" y="112"/>
                  </a:lnTo>
                  <a:lnTo>
                    <a:pt x="1494" y="98"/>
                  </a:lnTo>
                  <a:lnTo>
                    <a:pt x="1498" y="90"/>
                  </a:lnTo>
                  <a:lnTo>
                    <a:pt x="1498" y="76"/>
                  </a:lnTo>
                  <a:lnTo>
                    <a:pt x="1496" y="60"/>
                  </a:lnTo>
                  <a:lnTo>
                    <a:pt x="1488" y="30"/>
                  </a:lnTo>
                  <a:lnTo>
                    <a:pt x="1482" y="10"/>
                  </a:lnTo>
                  <a:lnTo>
                    <a:pt x="147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977" name="Google Shape;977;p25"/>
          <p:cNvPicPr preferRelativeResize="0"/>
          <p:nvPr/>
        </p:nvPicPr>
        <p:blipFill rotWithShape="1">
          <a:blip r:embed="rId4">
            <a:alphaModFix/>
          </a:blip>
          <a:srcRect b="0" l="0" r="0" t="0"/>
          <a:stretch/>
        </p:blipFill>
        <p:spPr>
          <a:xfrm>
            <a:off x="3423049" y="2128793"/>
            <a:ext cx="919679" cy="806198"/>
          </a:xfrm>
          <a:prstGeom prst="rect">
            <a:avLst/>
          </a:prstGeom>
          <a:noFill/>
          <a:ln>
            <a:noFill/>
          </a:ln>
        </p:spPr>
      </p:pic>
      <p:pic>
        <p:nvPicPr>
          <p:cNvPr id="978" name="Google Shape;978;p25"/>
          <p:cNvPicPr preferRelativeResize="0"/>
          <p:nvPr/>
        </p:nvPicPr>
        <p:blipFill rotWithShape="1">
          <a:blip r:embed="rId5">
            <a:alphaModFix/>
          </a:blip>
          <a:srcRect b="0" l="0" r="0" t="0"/>
          <a:stretch/>
        </p:blipFill>
        <p:spPr>
          <a:xfrm>
            <a:off x="5808387" y="1898667"/>
            <a:ext cx="877546" cy="776471"/>
          </a:xfrm>
          <a:prstGeom prst="rect">
            <a:avLst/>
          </a:prstGeom>
          <a:noFill/>
          <a:ln>
            <a:noFill/>
          </a:ln>
        </p:spPr>
      </p:pic>
      <p:grpSp>
        <p:nvGrpSpPr>
          <p:cNvPr id="979" name="Google Shape;979;p25"/>
          <p:cNvGrpSpPr/>
          <p:nvPr/>
        </p:nvGrpSpPr>
        <p:grpSpPr>
          <a:xfrm flipH="1">
            <a:off x="4937435" y="4096575"/>
            <a:ext cx="114959" cy="871020"/>
            <a:chOff x="5280" y="2016"/>
            <a:chExt cx="300" cy="2100"/>
          </a:xfrm>
        </p:grpSpPr>
        <p:sp>
          <p:nvSpPr>
            <p:cNvPr id="980" name="Google Shape;980;p25"/>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81" name="Google Shape;981;p25"/>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82" name="Google Shape;982;p25"/>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pic>
        <p:nvPicPr>
          <p:cNvPr id="983" name="Google Shape;983;p25"/>
          <p:cNvPicPr preferRelativeResize="0"/>
          <p:nvPr/>
        </p:nvPicPr>
        <p:blipFill rotWithShape="1">
          <a:blip r:embed="rId4">
            <a:alphaModFix/>
          </a:blip>
          <a:srcRect b="0" l="0" r="0" t="0"/>
          <a:stretch/>
        </p:blipFill>
        <p:spPr>
          <a:xfrm>
            <a:off x="4418927" y="4680203"/>
            <a:ext cx="919679" cy="806198"/>
          </a:xfrm>
          <a:prstGeom prst="rect">
            <a:avLst/>
          </a:prstGeom>
          <a:noFill/>
          <a:ln>
            <a:noFill/>
          </a:ln>
        </p:spPr>
      </p:pic>
      <p:sp>
        <p:nvSpPr>
          <p:cNvPr id="984" name="Google Shape;984;p25"/>
          <p:cNvSpPr/>
          <p:nvPr/>
        </p:nvSpPr>
        <p:spPr>
          <a:xfrm>
            <a:off x="5724959" y="2247079"/>
            <a:ext cx="2676600" cy="1583100"/>
          </a:xfrm>
          <a:prstGeom prst="star24">
            <a:avLst>
              <a:gd fmla="val 37500" name="adj"/>
            </a:avLst>
          </a:pr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Tahoma"/>
              <a:buNone/>
            </a:pPr>
            <a:r>
              <a:rPr b="0" i="0" lang="en-SG" sz="1200" u="none" cap="none" strike="noStrike">
                <a:solidFill>
                  <a:schemeClr val="dk1"/>
                </a:solidFill>
                <a:latin typeface="Tahoma"/>
                <a:ea typeface="Tahoma"/>
                <a:cs typeface="Tahoma"/>
                <a:sym typeface="Tahoma"/>
              </a:rPr>
              <a:t>BROADCAST TO FF:FF:FF:FF:FF:FF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Tahoma"/>
              <a:buNone/>
            </a:pPr>
            <a:r>
              <a:t/>
            </a:r>
            <a:endParaRPr b="0" i="0" sz="12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200"/>
              <a:buFont typeface="Tahoma"/>
              <a:buNone/>
            </a:pPr>
            <a:r>
              <a:rPr b="0" i="0" lang="en-SG" sz="1200" u="none" cap="none" strike="noStrike">
                <a:solidFill>
                  <a:schemeClr val="dk1"/>
                </a:solidFill>
                <a:latin typeface="Tahoma"/>
                <a:ea typeface="Tahoma"/>
                <a:cs typeface="Tahoma"/>
                <a:sym typeface="Tahoma"/>
              </a:rPr>
              <a:t>WHO IS 192.168.10.100</a:t>
            </a:r>
            <a:endParaRPr b="0" i="0" sz="1200" u="none" cap="none" strike="noStrike">
              <a:solidFill>
                <a:schemeClr val="dk1"/>
              </a:solidFill>
              <a:latin typeface="Tahoma"/>
              <a:ea typeface="Tahoma"/>
              <a:cs typeface="Tahoma"/>
              <a:sym typeface="Tahoma"/>
            </a:endParaRPr>
          </a:p>
        </p:txBody>
      </p:sp>
      <p:sp>
        <p:nvSpPr>
          <p:cNvPr id="985" name="Google Shape;985;p25"/>
          <p:cNvSpPr/>
          <p:nvPr/>
        </p:nvSpPr>
        <p:spPr>
          <a:xfrm>
            <a:off x="4847304" y="4292890"/>
            <a:ext cx="3716700" cy="2039100"/>
          </a:xfrm>
          <a:prstGeom prst="star24">
            <a:avLst>
              <a:gd fmla="val 37500" name="adj"/>
            </a:avLst>
          </a:pr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Tahoma"/>
              <a:buNone/>
            </a:pPr>
            <a:r>
              <a:rPr b="0" i="0" lang="en-SG" sz="1200" u="none" cap="none" strike="noStrike">
                <a:solidFill>
                  <a:schemeClr val="dk1"/>
                </a:solidFill>
                <a:latin typeface="Tahoma"/>
                <a:ea typeface="Tahoma"/>
                <a:cs typeface="Tahoma"/>
                <a:sym typeface="Tahoma"/>
              </a:rPr>
              <a:t>BROADCAST TO FF:FF:FF:FF:FF:FF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Tahoma"/>
              <a:buNone/>
            </a:pPr>
            <a:r>
              <a:t/>
            </a:r>
            <a:endParaRPr b="0" i="0" sz="12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200"/>
              <a:buFont typeface="Tahoma"/>
              <a:buNone/>
            </a:pPr>
            <a:r>
              <a:rPr b="0" i="0" lang="en-SG" sz="1200" u="none" cap="none" strike="noStrike">
                <a:solidFill>
                  <a:schemeClr val="dk1"/>
                </a:solidFill>
                <a:latin typeface="Tahoma"/>
                <a:ea typeface="Tahoma"/>
                <a:cs typeface="Tahoma"/>
                <a:sym typeface="Tahoma"/>
              </a:rPr>
              <a:t>I AM 192.168.10.100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Tahoma"/>
              <a:buNone/>
            </a:pPr>
            <a:r>
              <a:rPr b="0" i="0" lang="en-SG" sz="1200" u="none" cap="none" strike="noStrike">
                <a:solidFill>
                  <a:schemeClr val="dk1"/>
                </a:solidFill>
                <a:latin typeface="Tahoma"/>
                <a:ea typeface="Tahoma"/>
                <a:cs typeface="Tahoma"/>
                <a:sym typeface="Tahoma"/>
              </a:rPr>
              <a:t>MY MAC ADDRESS 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SG" sz="1200" u="none" cap="none" strike="noStrike">
                <a:solidFill>
                  <a:schemeClr val="dk1"/>
                </a:solidFill>
                <a:latin typeface="Tahoma"/>
                <a:ea typeface="Tahoma"/>
                <a:cs typeface="Tahoma"/>
                <a:sym typeface="Tahoma"/>
              </a:rPr>
              <a:t>00-F4-8D-D6-79-C6 </a:t>
            </a:r>
            <a:endParaRPr b="0" i="0" sz="1200" u="none" cap="none" strike="noStrike">
              <a:solidFill>
                <a:schemeClr val="dk1"/>
              </a:solidFill>
              <a:latin typeface="Tahoma"/>
              <a:ea typeface="Tahoma"/>
              <a:cs typeface="Tahoma"/>
              <a:sym typeface="Tahoma"/>
            </a:endParaRPr>
          </a:p>
        </p:txBody>
      </p:sp>
      <p:sp>
        <p:nvSpPr>
          <p:cNvPr id="986" name="Google Shape;986;p25"/>
          <p:cNvSpPr/>
          <p:nvPr/>
        </p:nvSpPr>
        <p:spPr>
          <a:xfrm>
            <a:off x="7187381" y="1474290"/>
            <a:ext cx="2890800" cy="346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path>
              <a:path extrusionOk="0" fill="none" h="120000" w="120000">
                <a:moveTo>
                  <a:pt x="-10000" y="22500"/>
                </a:moveTo>
                <a:lnTo>
                  <a:pt x="-31559" y="199633"/>
                </a:lnTo>
              </a:path>
            </a:pathLst>
          </a:cu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Courier New"/>
              <a:buNone/>
            </a:pPr>
            <a:r>
              <a:rPr b="0" i="0" lang="en-SG" sz="1200" u="none" cap="none" strike="noStrike">
                <a:solidFill>
                  <a:schemeClr val="dk1"/>
                </a:solidFill>
                <a:latin typeface="Courier New"/>
                <a:ea typeface="Courier New"/>
                <a:cs typeface="Courier New"/>
                <a:sym typeface="Courier New"/>
              </a:rPr>
              <a:t>Destination:</a:t>
            </a:r>
            <a:r>
              <a:rPr b="1" i="0" lang="en-SG" sz="1200" u="none" cap="none" strike="noStrike">
                <a:solidFill>
                  <a:schemeClr val="dk1"/>
                </a:solidFill>
                <a:latin typeface="Courier New"/>
                <a:ea typeface="Courier New"/>
                <a:cs typeface="Courier New"/>
                <a:sym typeface="Courier New"/>
              </a:rPr>
              <a:t>192.168.10.100</a:t>
            </a:r>
            <a:endParaRPr b="1" i="0" sz="1200" u="none" cap="none" strike="noStrike">
              <a:solidFill>
                <a:schemeClr val="dk1"/>
              </a:solidFill>
              <a:latin typeface="Courier New"/>
              <a:ea typeface="Courier New"/>
              <a:cs typeface="Courier New"/>
              <a:sym typeface="Courier New"/>
            </a:endParaRPr>
          </a:p>
        </p:txBody>
      </p:sp>
      <p:graphicFrame>
        <p:nvGraphicFramePr>
          <p:cNvPr id="987" name="Google Shape;987;p25"/>
          <p:cNvGraphicFramePr/>
          <p:nvPr/>
        </p:nvGraphicFramePr>
        <p:xfrm>
          <a:off x="7826101" y="1830604"/>
          <a:ext cx="3000000" cy="3000000"/>
        </p:xfrm>
        <a:graphic>
          <a:graphicData uri="http://schemas.openxmlformats.org/drawingml/2006/table">
            <a:tbl>
              <a:tblPr bandRow="1" firstRow="1">
                <a:noFill/>
                <a:tableStyleId>{CAE8BCA4-CB77-42E6-A089-AC88FC48F14B}</a:tableStyleId>
              </a:tblPr>
              <a:tblGrid>
                <a:gridCol w="1306250"/>
                <a:gridCol w="1306250"/>
              </a:tblGrid>
              <a:tr h="223350">
                <a:tc gridSpan="2">
                  <a:txBody>
                    <a:bodyPr/>
                    <a:lstStyle/>
                    <a:p>
                      <a:pPr indent="0" lvl="0" marL="0" marR="0" rtl="0" algn="ctr">
                        <a:lnSpc>
                          <a:spcPct val="100000"/>
                        </a:lnSpc>
                        <a:spcBef>
                          <a:spcPts val="0"/>
                        </a:spcBef>
                        <a:spcAft>
                          <a:spcPts val="0"/>
                        </a:spcAft>
                        <a:buClr>
                          <a:srgbClr val="000000"/>
                        </a:buClr>
                        <a:buSzPts val="1200"/>
                        <a:buFont typeface="Arial"/>
                        <a:buNone/>
                      </a:pPr>
                      <a:r>
                        <a:rPr lang="en-SG" sz="1200" u="none" cap="none" strike="noStrike"/>
                        <a:t>ARP CACHE</a:t>
                      </a:r>
                      <a:endParaRPr sz="1400" u="none" cap="none" strike="noStrike"/>
                    </a:p>
                  </a:txBody>
                  <a:tcPr marT="45725" marB="45725" marR="91450" marL="91450"/>
                </a:tc>
                <a:tc hMerge="1"/>
              </a:tr>
              <a:tr h="285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00F48DD679C6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192.168.10.100</a:t>
                      </a:r>
                      <a:endParaRPr sz="1400" u="none" cap="none" strike="noStrike"/>
                    </a:p>
                  </a:txBody>
                  <a:tcPr marT="45725" marB="45725" marR="91450" marL="91450"/>
                </a:tc>
              </a:tr>
              <a:tr h="2978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graphicFrame>
        <p:nvGraphicFramePr>
          <p:cNvPr id="988" name="Google Shape;988;p25"/>
          <p:cNvGraphicFramePr/>
          <p:nvPr/>
        </p:nvGraphicFramePr>
        <p:xfrm>
          <a:off x="768811" y="1972833"/>
          <a:ext cx="3000000" cy="3000000"/>
        </p:xfrm>
        <a:graphic>
          <a:graphicData uri="http://schemas.openxmlformats.org/drawingml/2006/table">
            <a:tbl>
              <a:tblPr bandRow="1" firstRow="1">
                <a:noFill/>
                <a:tableStyleId>{CAE8BCA4-CB77-42E6-A089-AC88FC48F14B}</a:tableStyleId>
              </a:tblPr>
              <a:tblGrid>
                <a:gridCol w="1306250"/>
                <a:gridCol w="1306250"/>
              </a:tblGrid>
              <a:tr h="223350">
                <a:tc gridSpan="2">
                  <a:txBody>
                    <a:bodyPr/>
                    <a:lstStyle/>
                    <a:p>
                      <a:pPr indent="0" lvl="0" marL="0" marR="0" rtl="0" algn="ctr">
                        <a:lnSpc>
                          <a:spcPct val="100000"/>
                        </a:lnSpc>
                        <a:spcBef>
                          <a:spcPts val="0"/>
                        </a:spcBef>
                        <a:spcAft>
                          <a:spcPts val="0"/>
                        </a:spcAft>
                        <a:buClr>
                          <a:srgbClr val="000000"/>
                        </a:buClr>
                        <a:buSzPts val="1200"/>
                        <a:buFont typeface="Arial"/>
                        <a:buNone/>
                      </a:pPr>
                      <a:r>
                        <a:rPr lang="en-SG" sz="1200" u="none" cap="none" strike="noStrike"/>
                        <a:t>ARP CACHE</a:t>
                      </a:r>
                      <a:endParaRPr sz="1400" u="none" cap="none" strike="noStrike"/>
                    </a:p>
                  </a:txBody>
                  <a:tcPr marT="45725" marB="45725" marR="91450" marL="91450"/>
                </a:tc>
                <a:tc hMerge="1"/>
              </a:tr>
              <a:tr h="285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00F48DD679C6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192.168.10.100</a:t>
                      </a:r>
                      <a:endParaRPr sz="1400" u="none" cap="none" strike="noStrike"/>
                    </a:p>
                  </a:txBody>
                  <a:tcPr marT="45725" marB="45725" marR="91450" marL="91450"/>
                </a:tc>
              </a:tr>
              <a:tr h="2978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
        <p:nvSpPr>
          <p:cNvPr id="989" name="Google Shape;989;p25"/>
          <p:cNvSpPr/>
          <p:nvPr/>
        </p:nvSpPr>
        <p:spPr>
          <a:xfrm>
            <a:off x="1342883" y="3196883"/>
            <a:ext cx="2612400" cy="1049700"/>
          </a:xfrm>
          <a:prstGeom prst="cloudCallout">
            <a:avLst>
              <a:gd fmla="val 74523" name="adj1"/>
              <a:gd fmla="val -20230" name="adj2"/>
            </a:avLst>
          </a:pr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chemeClr val="dk1"/>
              </a:buClr>
              <a:buSzPts val="1400"/>
              <a:buFont typeface="Times New Roman"/>
              <a:buNone/>
            </a:pPr>
            <a:r>
              <a:rPr b="0" i="0" lang="en-SG" sz="1400" u="none" cap="none" strike="noStrike">
                <a:solidFill>
                  <a:schemeClr val="dk1"/>
                </a:solidFill>
                <a:latin typeface="Times New Roman"/>
                <a:ea typeface="Times New Roman"/>
                <a:cs typeface="Times New Roman"/>
                <a:sym typeface="Times New Roman"/>
              </a:rPr>
              <a:t>ONLY UNDERSTAND MAC ADDRESSES</a:t>
            </a:r>
            <a:endParaRPr b="0" i="0" sz="1400" u="none" cap="none" strike="noStrike">
              <a:solidFill>
                <a:srgbClr val="000000"/>
              </a:solidFill>
              <a:latin typeface="Arial"/>
              <a:ea typeface="Arial"/>
              <a:cs typeface="Arial"/>
              <a:sym typeface="Arial"/>
            </a:endParaRPr>
          </a:p>
        </p:txBody>
      </p:sp>
      <p:sp>
        <p:nvSpPr>
          <p:cNvPr id="990" name="Google Shape;990;p25"/>
          <p:cNvSpPr/>
          <p:nvPr/>
        </p:nvSpPr>
        <p:spPr>
          <a:xfrm>
            <a:off x="4741781" y="718143"/>
            <a:ext cx="2445600" cy="10944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SG" sz="2800" u="none" cap="none" strike="noStrike">
                <a:solidFill>
                  <a:schemeClr val="dk1"/>
                </a:solidFill>
                <a:latin typeface="Arial"/>
                <a:ea typeface="Arial"/>
                <a:cs typeface="Arial"/>
                <a:sym typeface="Arial"/>
              </a:rPr>
              <a:t>Application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SG" sz="2800" u="none" cap="none" strike="noStrike">
                <a:solidFill>
                  <a:schemeClr val="dk1"/>
                </a:solidFill>
                <a:latin typeface="Arial"/>
                <a:ea typeface="Arial"/>
                <a:cs typeface="Arial"/>
                <a:sym typeface="Arial"/>
              </a:rPr>
              <a:t>(socket)</a:t>
            </a:r>
            <a:endParaRPr b="0" i="0" sz="2800" u="none" cap="none" strike="noStrike">
              <a:solidFill>
                <a:schemeClr val="dk1"/>
              </a:solidFill>
              <a:latin typeface="Arial"/>
              <a:ea typeface="Arial"/>
              <a:cs typeface="Arial"/>
              <a:sym typeface="Arial"/>
            </a:endParaRPr>
          </a:p>
        </p:txBody>
      </p:sp>
      <p:grpSp>
        <p:nvGrpSpPr>
          <p:cNvPr id="991" name="Google Shape;991;p25"/>
          <p:cNvGrpSpPr/>
          <p:nvPr/>
        </p:nvGrpSpPr>
        <p:grpSpPr>
          <a:xfrm>
            <a:off x="2720832" y="4639944"/>
            <a:ext cx="1690836" cy="1253921"/>
            <a:chOff x="3681074" y="855663"/>
            <a:chExt cx="1231939" cy="732516"/>
          </a:xfrm>
        </p:grpSpPr>
        <p:pic>
          <p:nvPicPr>
            <p:cNvPr id="992" name="Google Shape;992;p25"/>
            <p:cNvPicPr preferRelativeResize="0"/>
            <p:nvPr/>
          </p:nvPicPr>
          <p:blipFill rotWithShape="1">
            <a:blip r:embed="rId6">
              <a:alphaModFix/>
            </a:blip>
            <a:srcRect b="0" l="0" r="0" t="0"/>
            <a:stretch/>
          </p:blipFill>
          <p:spPr>
            <a:xfrm>
              <a:off x="3681074" y="855663"/>
              <a:ext cx="906461" cy="533401"/>
            </a:xfrm>
            <a:prstGeom prst="rect">
              <a:avLst/>
            </a:prstGeom>
            <a:noFill/>
            <a:ln>
              <a:noFill/>
            </a:ln>
          </p:spPr>
        </p:pic>
        <p:sp>
          <p:nvSpPr>
            <p:cNvPr id="993" name="Google Shape;993;p25"/>
            <p:cNvSpPr/>
            <p:nvPr/>
          </p:nvSpPr>
          <p:spPr>
            <a:xfrm>
              <a:off x="3923913" y="1351179"/>
              <a:ext cx="989100" cy="23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63"/>
                <a:buFont typeface="Arial"/>
                <a:buNone/>
              </a:pPr>
              <a:r>
                <a:rPr b="0" i="0" lang="en-SG" sz="1463" u="none" cap="none" strike="noStrike">
                  <a:solidFill>
                    <a:schemeClr val="dk1"/>
                  </a:solidFill>
                  <a:latin typeface="Tahoma"/>
                  <a:ea typeface="Tahoma"/>
                  <a:cs typeface="Tahoma"/>
                  <a:sym typeface="Tahoma"/>
                </a:rPr>
                <a:t>Router </a:t>
              </a:r>
              <a:endParaRPr b="0" i="0" sz="1400" u="none" cap="none" strike="noStrike">
                <a:solidFill>
                  <a:srgbClr val="000000"/>
                </a:solidFill>
                <a:latin typeface="Arial"/>
                <a:ea typeface="Arial"/>
                <a:cs typeface="Arial"/>
                <a:sym typeface="Arial"/>
              </a:endParaRPr>
            </a:p>
          </p:txBody>
        </p:sp>
      </p:grpSp>
      <p:grpSp>
        <p:nvGrpSpPr>
          <p:cNvPr id="994" name="Google Shape;994;p25"/>
          <p:cNvGrpSpPr/>
          <p:nvPr/>
        </p:nvGrpSpPr>
        <p:grpSpPr>
          <a:xfrm flipH="1" rot="2650096">
            <a:off x="4058606" y="3861651"/>
            <a:ext cx="114959" cy="871020"/>
            <a:chOff x="5280" y="2016"/>
            <a:chExt cx="300" cy="2100"/>
          </a:xfrm>
        </p:grpSpPr>
        <p:sp>
          <p:nvSpPr>
            <p:cNvPr id="995" name="Google Shape;995;p25"/>
            <p:cNvSpPr/>
            <p:nvPr/>
          </p:nvSpPr>
          <p:spPr>
            <a:xfrm>
              <a:off x="5280" y="2016"/>
              <a:ext cx="300" cy="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96" name="Google Shape;996;p25"/>
            <p:cNvSpPr/>
            <p:nvPr/>
          </p:nvSpPr>
          <p:spPr>
            <a:xfrm>
              <a:off x="5292" y="2028"/>
              <a:ext cx="174" cy="2086"/>
            </a:xfrm>
            <a:custGeom>
              <a:rect b="b" l="l" r="r" t="t"/>
              <a:pathLst>
                <a:path extrusionOk="0" h="2086" w="174">
                  <a:moveTo>
                    <a:pt x="92" y="2086"/>
                  </a:moveTo>
                  <a:lnTo>
                    <a:pt x="66" y="2076"/>
                  </a:lnTo>
                  <a:lnTo>
                    <a:pt x="38" y="2060"/>
                  </a:lnTo>
                  <a:lnTo>
                    <a:pt x="24" y="2050"/>
                  </a:lnTo>
                  <a:lnTo>
                    <a:pt x="10" y="2036"/>
                  </a:lnTo>
                  <a:lnTo>
                    <a:pt x="4" y="2020"/>
                  </a:lnTo>
                  <a:lnTo>
                    <a:pt x="4" y="2004"/>
                  </a:lnTo>
                  <a:lnTo>
                    <a:pt x="6" y="1990"/>
                  </a:lnTo>
                  <a:lnTo>
                    <a:pt x="16" y="1974"/>
                  </a:lnTo>
                  <a:lnTo>
                    <a:pt x="30" y="1960"/>
                  </a:lnTo>
                  <a:lnTo>
                    <a:pt x="46" y="1948"/>
                  </a:lnTo>
                  <a:lnTo>
                    <a:pt x="70" y="1936"/>
                  </a:lnTo>
                  <a:lnTo>
                    <a:pt x="98" y="1924"/>
                  </a:lnTo>
                  <a:lnTo>
                    <a:pt x="122" y="1912"/>
                  </a:lnTo>
                  <a:lnTo>
                    <a:pt x="146" y="1896"/>
                  </a:lnTo>
                  <a:lnTo>
                    <a:pt x="158" y="1882"/>
                  </a:lnTo>
                  <a:lnTo>
                    <a:pt x="170" y="1866"/>
                  </a:lnTo>
                  <a:lnTo>
                    <a:pt x="174" y="1846"/>
                  </a:lnTo>
                  <a:lnTo>
                    <a:pt x="172" y="1834"/>
                  </a:lnTo>
                  <a:lnTo>
                    <a:pt x="168" y="1824"/>
                  </a:lnTo>
                  <a:lnTo>
                    <a:pt x="154" y="1802"/>
                  </a:lnTo>
                  <a:lnTo>
                    <a:pt x="156" y="1806"/>
                  </a:lnTo>
                  <a:lnTo>
                    <a:pt x="138" y="1790"/>
                  </a:lnTo>
                  <a:lnTo>
                    <a:pt x="110" y="1774"/>
                  </a:lnTo>
                  <a:lnTo>
                    <a:pt x="86" y="1760"/>
                  </a:lnTo>
                  <a:lnTo>
                    <a:pt x="60" y="1746"/>
                  </a:lnTo>
                  <a:lnTo>
                    <a:pt x="42" y="1734"/>
                  </a:lnTo>
                  <a:lnTo>
                    <a:pt x="24" y="1718"/>
                  </a:lnTo>
                  <a:lnTo>
                    <a:pt x="12" y="1698"/>
                  </a:lnTo>
                  <a:lnTo>
                    <a:pt x="6" y="1678"/>
                  </a:lnTo>
                  <a:lnTo>
                    <a:pt x="10" y="1664"/>
                  </a:lnTo>
                  <a:lnTo>
                    <a:pt x="16" y="1658"/>
                  </a:lnTo>
                  <a:lnTo>
                    <a:pt x="24" y="1648"/>
                  </a:lnTo>
                  <a:lnTo>
                    <a:pt x="32" y="1638"/>
                  </a:lnTo>
                  <a:lnTo>
                    <a:pt x="54" y="1624"/>
                  </a:lnTo>
                  <a:lnTo>
                    <a:pt x="82" y="1610"/>
                  </a:lnTo>
                  <a:lnTo>
                    <a:pt x="102" y="1602"/>
                  </a:lnTo>
                  <a:lnTo>
                    <a:pt x="120" y="1592"/>
                  </a:lnTo>
                  <a:lnTo>
                    <a:pt x="146" y="1576"/>
                  </a:lnTo>
                  <a:lnTo>
                    <a:pt x="162" y="1558"/>
                  </a:lnTo>
                  <a:lnTo>
                    <a:pt x="168" y="1544"/>
                  </a:lnTo>
                  <a:lnTo>
                    <a:pt x="172" y="1532"/>
                  </a:lnTo>
                  <a:lnTo>
                    <a:pt x="172" y="1514"/>
                  </a:lnTo>
                  <a:lnTo>
                    <a:pt x="166" y="1502"/>
                  </a:lnTo>
                  <a:lnTo>
                    <a:pt x="158" y="1488"/>
                  </a:lnTo>
                  <a:lnTo>
                    <a:pt x="142" y="1476"/>
                  </a:lnTo>
                  <a:lnTo>
                    <a:pt x="120" y="1464"/>
                  </a:lnTo>
                  <a:lnTo>
                    <a:pt x="88" y="1448"/>
                  </a:lnTo>
                  <a:lnTo>
                    <a:pt x="62" y="1436"/>
                  </a:lnTo>
                  <a:lnTo>
                    <a:pt x="50" y="1428"/>
                  </a:lnTo>
                  <a:lnTo>
                    <a:pt x="38" y="1420"/>
                  </a:lnTo>
                  <a:lnTo>
                    <a:pt x="28" y="1408"/>
                  </a:lnTo>
                  <a:lnTo>
                    <a:pt x="22" y="1402"/>
                  </a:lnTo>
                  <a:lnTo>
                    <a:pt x="12" y="1390"/>
                  </a:lnTo>
                  <a:lnTo>
                    <a:pt x="4" y="1376"/>
                  </a:lnTo>
                  <a:lnTo>
                    <a:pt x="2" y="1362"/>
                  </a:lnTo>
                  <a:lnTo>
                    <a:pt x="4" y="1352"/>
                  </a:lnTo>
                  <a:lnTo>
                    <a:pt x="12" y="1336"/>
                  </a:lnTo>
                  <a:lnTo>
                    <a:pt x="26" y="1320"/>
                  </a:lnTo>
                  <a:lnTo>
                    <a:pt x="52" y="1304"/>
                  </a:lnTo>
                  <a:lnTo>
                    <a:pt x="92" y="1282"/>
                  </a:lnTo>
                  <a:lnTo>
                    <a:pt x="118" y="1268"/>
                  </a:lnTo>
                  <a:lnTo>
                    <a:pt x="136" y="1256"/>
                  </a:lnTo>
                  <a:lnTo>
                    <a:pt x="150" y="1246"/>
                  </a:lnTo>
                  <a:lnTo>
                    <a:pt x="168" y="1228"/>
                  </a:lnTo>
                  <a:lnTo>
                    <a:pt x="172" y="1218"/>
                  </a:lnTo>
                  <a:lnTo>
                    <a:pt x="174" y="1206"/>
                  </a:lnTo>
                  <a:lnTo>
                    <a:pt x="172" y="1190"/>
                  </a:lnTo>
                  <a:lnTo>
                    <a:pt x="164" y="1174"/>
                  </a:lnTo>
                  <a:lnTo>
                    <a:pt x="152" y="1164"/>
                  </a:lnTo>
                  <a:lnTo>
                    <a:pt x="136" y="1152"/>
                  </a:lnTo>
                  <a:lnTo>
                    <a:pt x="120" y="1144"/>
                  </a:lnTo>
                  <a:lnTo>
                    <a:pt x="100" y="1134"/>
                  </a:lnTo>
                  <a:lnTo>
                    <a:pt x="78" y="1124"/>
                  </a:lnTo>
                  <a:lnTo>
                    <a:pt x="52" y="1110"/>
                  </a:lnTo>
                  <a:lnTo>
                    <a:pt x="30" y="1094"/>
                  </a:lnTo>
                  <a:lnTo>
                    <a:pt x="16" y="1078"/>
                  </a:lnTo>
                  <a:lnTo>
                    <a:pt x="8" y="1064"/>
                  </a:lnTo>
                  <a:lnTo>
                    <a:pt x="4" y="1056"/>
                  </a:lnTo>
                  <a:lnTo>
                    <a:pt x="2" y="1044"/>
                  </a:lnTo>
                  <a:lnTo>
                    <a:pt x="2" y="1034"/>
                  </a:lnTo>
                  <a:lnTo>
                    <a:pt x="8" y="1020"/>
                  </a:lnTo>
                  <a:lnTo>
                    <a:pt x="18" y="1006"/>
                  </a:lnTo>
                  <a:lnTo>
                    <a:pt x="24" y="998"/>
                  </a:lnTo>
                  <a:lnTo>
                    <a:pt x="38" y="990"/>
                  </a:lnTo>
                  <a:lnTo>
                    <a:pt x="70" y="972"/>
                  </a:lnTo>
                  <a:lnTo>
                    <a:pt x="100" y="960"/>
                  </a:lnTo>
                  <a:lnTo>
                    <a:pt x="118" y="952"/>
                  </a:lnTo>
                  <a:lnTo>
                    <a:pt x="134" y="942"/>
                  </a:lnTo>
                  <a:lnTo>
                    <a:pt x="152" y="928"/>
                  </a:lnTo>
                  <a:lnTo>
                    <a:pt x="160" y="916"/>
                  </a:lnTo>
                  <a:lnTo>
                    <a:pt x="164" y="912"/>
                  </a:lnTo>
                  <a:lnTo>
                    <a:pt x="166" y="904"/>
                  </a:lnTo>
                  <a:lnTo>
                    <a:pt x="170" y="898"/>
                  </a:lnTo>
                  <a:lnTo>
                    <a:pt x="172" y="890"/>
                  </a:lnTo>
                  <a:lnTo>
                    <a:pt x="170" y="880"/>
                  </a:lnTo>
                  <a:lnTo>
                    <a:pt x="168" y="872"/>
                  </a:lnTo>
                  <a:lnTo>
                    <a:pt x="166" y="862"/>
                  </a:lnTo>
                  <a:lnTo>
                    <a:pt x="160" y="852"/>
                  </a:lnTo>
                  <a:lnTo>
                    <a:pt x="156" y="848"/>
                  </a:lnTo>
                  <a:lnTo>
                    <a:pt x="148" y="838"/>
                  </a:lnTo>
                  <a:lnTo>
                    <a:pt x="136" y="828"/>
                  </a:lnTo>
                  <a:lnTo>
                    <a:pt x="112" y="814"/>
                  </a:lnTo>
                  <a:lnTo>
                    <a:pt x="82" y="802"/>
                  </a:lnTo>
                  <a:lnTo>
                    <a:pt x="58" y="790"/>
                  </a:lnTo>
                  <a:lnTo>
                    <a:pt x="42" y="780"/>
                  </a:lnTo>
                  <a:lnTo>
                    <a:pt x="28" y="770"/>
                  </a:lnTo>
                  <a:lnTo>
                    <a:pt x="14" y="754"/>
                  </a:lnTo>
                  <a:lnTo>
                    <a:pt x="10" y="748"/>
                  </a:lnTo>
                  <a:lnTo>
                    <a:pt x="6" y="742"/>
                  </a:lnTo>
                  <a:lnTo>
                    <a:pt x="6" y="738"/>
                  </a:lnTo>
                  <a:lnTo>
                    <a:pt x="8" y="744"/>
                  </a:lnTo>
                  <a:lnTo>
                    <a:pt x="2" y="734"/>
                  </a:lnTo>
                  <a:lnTo>
                    <a:pt x="0" y="726"/>
                  </a:lnTo>
                  <a:lnTo>
                    <a:pt x="4" y="712"/>
                  </a:lnTo>
                  <a:lnTo>
                    <a:pt x="6" y="702"/>
                  </a:lnTo>
                  <a:lnTo>
                    <a:pt x="12" y="694"/>
                  </a:lnTo>
                  <a:lnTo>
                    <a:pt x="22" y="684"/>
                  </a:lnTo>
                  <a:lnTo>
                    <a:pt x="42" y="668"/>
                  </a:lnTo>
                  <a:lnTo>
                    <a:pt x="60" y="658"/>
                  </a:lnTo>
                  <a:lnTo>
                    <a:pt x="88" y="642"/>
                  </a:lnTo>
                  <a:lnTo>
                    <a:pt x="120" y="626"/>
                  </a:lnTo>
                  <a:lnTo>
                    <a:pt x="142" y="610"/>
                  </a:lnTo>
                  <a:lnTo>
                    <a:pt x="162" y="592"/>
                  </a:lnTo>
                  <a:lnTo>
                    <a:pt x="168" y="580"/>
                  </a:lnTo>
                  <a:lnTo>
                    <a:pt x="172" y="566"/>
                  </a:lnTo>
                  <a:lnTo>
                    <a:pt x="166" y="546"/>
                  </a:lnTo>
                  <a:lnTo>
                    <a:pt x="158" y="532"/>
                  </a:lnTo>
                  <a:lnTo>
                    <a:pt x="154" y="528"/>
                  </a:lnTo>
                  <a:lnTo>
                    <a:pt x="136" y="512"/>
                  </a:lnTo>
                  <a:lnTo>
                    <a:pt x="114" y="496"/>
                  </a:lnTo>
                  <a:lnTo>
                    <a:pt x="96" y="486"/>
                  </a:lnTo>
                  <a:lnTo>
                    <a:pt x="74" y="476"/>
                  </a:lnTo>
                  <a:lnTo>
                    <a:pt x="50" y="464"/>
                  </a:lnTo>
                  <a:lnTo>
                    <a:pt x="30" y="452"/>
                  </a:lnTo>
                  <a:lnTo>
                    <a:pt x="14" y="434"/>
                  </a:lnTo>
                  <a:lnTo>
                    <a:pt x="10" y="424"/>
                  </a:lnTo>
                  <a:lnTo>
                    <a:pt x="6" y="416"/>
                  </a:lnTo>
                  <a:lnTo>
                    <a:pt x="4" y="404"/>
                  </a:lnTo>
                  <a:lnTo>
                    <a:pt x="4" y="392"/>
                  </a:lnTo>
                  <a:lnTo>
                    <a:pt x="10" y="380"/>
                  </a:lnTo>
                  <a:lnTo>
                    <a:pt x="16" y="368"/>
                  </a:lnTo>
                  <a:lnTo>
                    <a:pt x="26" y="358"/>
                  </a:lnTo>
                  <a:lnTo>
                    <a:pt x="30" y="352"/>
                  </a:lnTo>
                  <a:lnTo>
                    <a:pt x="48" y="342"/>
                  </a:lnTo>
                  <a:lnTo>
                    <a:pt x="64" y="332"/>
                  </a:lnTo>
                  <a:lnTo>
                    <a:pt x="90" y="320"/>
                  </a:lnTo>
                  <a:lnTo>
                    <a:pt x="112" y="308"/>
                  </a:lnTo>
                  <a:lnTo>
                    <a:pt x="134" y="294"/>
                  </a:lnTo>
                  <a:lnTo>
                    <a:pt x="152" y="278"/>
                  </a:lnTo>
                  <a:lnTo>
                    <a:pt x="162" y="266"/>
                  </a:lnTo>
                  <a:lnTo>
                    <a:pt x="170" y="256"/>
                  </a:lnTo>
                  <a:lnTo>
                    <a:pt x="174" y="240"/>
                  </a:lnTo>
                  <a:lnTo>
                    <a:pt x="172" y="226"/>
                  </a:lnTo>
                  <a:lnTo>
                    <a:pt x="166" y="212"/>
                  </a:lnTo>
                  <a:lnTo>
                    <a:pt x="158" y="202"/>
                  </a:lnTo>
                  <a:lnTo>
                    <a:pt x="136" y="188"/>
                  </a:lnTo>
                  <a:lnTo>
                    <a:pt x="114" y="176"/>
                  </a:lnTo>
                  <a:lnTo>
                    <a:pt x="96" y="168"/>
                  </a:lnTo>
                  <a:lnTo>
                    <a:pt x="78" y="162"/>
                  </a:lnTo>
                  <a:lnTo>
                    <a:pt x="62" y="154"/>
                  </a:lnTo>
                  <a:lnTo>
                    <a:pt x="44" y="144"/>
                  </a:lnTo>
                  <a:lnTo>
                    <a:pt x="30" y="132"/>
                  </a:lnTo>
                  <a:lnTo>
                    <a:pt x="20" y="122"/>
                  </a:lnTo>
                  <a:lnTo>
                    <a:pt x="8" y="98"/>
                  </a:lnTo>
                  <a:lnTo>
                    <a:pt x="0" y="74"/>
                  </a:lnTo>
                  <a:lnTo>
                    <a:pt x="6" y="58"/>
                  </a:lnTo>
                  <a:lnTo>
                    <a:pt x="8" y="50"/>
                  </a:lnTo>
                  <a:lnTo>
                    <a:pt x="20" y="42"/>
                  </a:lnTo>
                  <a:lnTo>
                    <a:pt x="32" y="30"/>
                  </a:lnTo>
                  <a:lnTo>
                    <a:pt x="58" y="16"/>
                  </a:lnTo>
                  <a:lnTo>
                    <a:pt x="76" y="6"/>
                  </a:lnTo>
                  <a:lnTo>
                    <a:pt x="86" y="0"/>
                  </a:lnTo>
                </a:path>
              </a:pathLst>
            </a:custGeom>
            <a:noFill/>
            <a:ln cap="flat" cmpd="sng" w="38100">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sp>
          <p:nvSpPr>
            <p:cNvPr id="997" name="Google Shape;997;p25"/>
            <p:cNvSpPr/>
            <p:nvPr/>
          </p:nvSpPr>
          <p:spPr>
            <a:xfrm>
              <a:off x="5292" y="2028"/>
              <a:ext cx="174" cy="2084"/>
            </a:xfrm>
            <a:custGeom>
              <a:rect b="b" l="l" r="r" t="t"/>
              <a:pathLst>
                <a:path extrusionOk="0" h="2084" w="174">
                  <a:moveTo>
                    <a:pt x="82" y="2084"/>
                  </a:moveTo>
                  <a:lnTo>
                    <a:pt x="108" y="2074"/>
                  </a:lnTo>
                  <a:lnTo>
                    <a:pt x="136" y="2058"/>
                  </a:lnTo>
                  <a:lnTo>
                    <a:pt x="150" y="2048"/>
                  </a:lnTo>
                  <a:lnTo>
                    <a:pt x="164" y="2034"/>
                  </a:lnTo>
                  <a:lnTo>
                    <a:pt x="170" y="2018"/>
                  </a:lnTo>
                  <a:lnTo>
                    <a:pt x="170" y="2002"/>
                  </a:lnTo>
                  <a:lnTo>
                    <a:pt x="168" y="1988"/>
                  </a:lnTo>
                  <a:lnTo>
                    <a:pt x="158" y="1972"/>
                  </a:lnTo>
                  <a:lnTo>
                    <a:pt x="144" y="1958"/>
                  </a:lnTo>
                  <a:lnTo>
                    <a:pt x="128" y="1946"/>
                  </a:lnTo>
                  <a:lnTo>
                    <a:pt x="104" y="1934"/>
                  </a:lnTo>
                  <a:lnTo>
                    <a:pt x="76" y="1922"/>
                  </a:lnTo>
                  <a:lnTo>
                    <a:pt x="52" y="1910"/>
                  </a:lnTo>
                  <a:lnTo>
                    <a:pt x="28" y="1894"/>
                  </a:lnTo>
                  <a:lnTo>
                    <a:pt x="16" y="1882"/>
                  </a:lnTo>
                  <a:lnTo>
                    <a:pt x="4" y="1864"/>
                  </a:lnTo>
                  <a:lnTo>
                    <a:pt x="0" y="1844"/>
                  </a:lnTo>
                  <a:lnTo>
                    <a:pt x="2" y="1834"/>
                  </a:lnTo>
                  <a:lnTo>
                    <a:pt x="6" y="1822"/>
                  </a:lnTo>
                  <a:lnTo>
                    <a:pt x="20" y="1800"/>
                  </a:lnTo>
                  <a:lnTo>
                    <a:pt x="18" y="1804"/>
                  </a:lnTo>
                  <a:lnTo>
                    <a:pt x="36" y="1788"/>
                  </a:lnTo>
                  <a:lnTo>
                    <a:pt x="64" y="1774"/>
                  </a:lnTo>
                  <a:lnTo>
                    <a:pt x="88" y="1760"/>
                  </a:lnTo>
                  <a:lnTo>
                    <a:pt x="114" y="1746"/>
                  </a:lnTo>
                  <a:lnTo>
                    <a:pt x="132" y="1732"/>
                  </a:lnTo>
                  <a:lnTo>
                    <a:pt x="150" y="1716"/>
                  </a:lnTo>
                  <a:lnTo>
                    <a:pt x="162" y="1698"/>
                  </a:lnTo>
                  <a:lnTo>
                    <a:pt x="168" y="1676"/>
                  </a:lnTo>
                  <a:lnTo>
                    <a:pt x="164" y="1664"/>
                  </a:lnTo>
                  <a:lnTo>
                    <a:pt x="158" y="1656"/>
                  </a:lnTo>
                  <a:lnTo>
                    <a:pt x="150" y="1646"/>
                  </a:lnTo>
                  <a:lnTo>
                    <a:pt x="142" y="1638"/>
                  </a:lnTo>
                  <a:lnTo>
                    <a:pt x="120" y="1624"/>
                  </a:lnTo>
                  <a:lnTo>
                    <a:pt x="92" y="1608"/>
                  </a:lnTo>
                  <a:lnTo>
                    <a:pt x="72" y="1600"/>
                  </a:lnTo>
                  <a:lnTo>
                    <a:pt x="54" y="1590"/>
                  </a:lnTo>
                  <a:lnTo>
                    <a:pt x="28" y="1574"/>
                  </a:lnTo>
                  <a:lnTo>
                    <a:pt x="12" y="1556"/>
                  </a:lnTo>
                  <a:lnTo>
                    <a:pt x="6" y="1544"/>
                  </a:lnTo>
                  <a:lnTo>
                    <a:pt x="2" y="1530"/>
                  </a:lnTo>
                  <a:lnTo>
                    <a:pt x="2" y="1514"/>
                  </a:lnTo>
                  <a:lnTo>
                    <a:pt x="8" y="1500"/>
                  </a:lnTo>
                  <a:lnTo>
                    <a:pt x="16" y="1486"/>
                  </a:lnTo>
                  <a:lnTo>
                    <a:pt x="32" y="1474"/>
                  </a:lnTo>
                  <a:lnTo>
                    <a:pt x="54" y="1462"/>
                  </a:lnTo>
                  <a:lnTo>
                    <a:pt x="86" y="1448"/>
                  </a:lnTo>
                  <a:lnTo>
                    <a:pt x="112" y="1434"/>
                  </a:lnTo>
                  <a:lnTo>
                    <a:pt x="124" y="1426"/>
                  </a:lnTo>
                  <a:lnTo>
                    <a:pt x="136" y="1418"/>
                  </a:lnTo>
                  <a:lnTo>
                    <a:pt x="146" y="1408"/>
                  </a:lnTo>
                  <a:lnTo>
                    <a:pt x="152" y="1402"/>
                  </a:lnTo>
                  <a:lnTo>
                    <a:pt x="162" y="1388"/>
                  </a:lnTo>
                  <a:lnTo>
                    <a:pt x="170" y="1374"/>
                  </a:lnTo>
                  <a:lnTo>
                    <a:pt x="172" y="1362"/>
                  </a:lnTo>
                  <a:lnTo>
                    <a:pt x="170" y="1350"/>
                  </a:lnTo>
                  <a:lnTo>
                    <a:pt x="162" y="1336"/>
                  </a:lnTo>
                  <a:lnTo>
                    <a:pt x="148" y="1318"/>
                  </a:lnTo>
                  <a:lnTo>
                    <a:pt x="122" y="1302"/>
                  </a:lnTo>
                  <a:lnTo>
                    <a:pt x="82" y="1280"/>
                  </a:lnTo>
                  <a:lnTo>
                    <a:pt x="56" y="1266"/>
                  </a:lnTo>
                  <a:lnTo>
                    <a:pt x="38" y="1254"/>
                  </a:lnTo>
                  <a:lnTo>
                    <a:pt x="24" y="1244"/>
                  </a:lnTo>
                  <a:lnTo>
                    <a:pt x="6" y="1228"/>
                  </a:lnTo>
                  <a:lnTo>
                    <a:pt x="2" y="1216"/>
                  </a:lnTo>
                  <a:lnTo>
                    <a:pt x="0" y="1206"/>
                  </a:lnTo>
                  <a:lnTo>
                    <a:pt x="2" y="1188"/>
                  </a:lnTo>
                  <a:lnTo>
                    <a:pt x="10" y="1174"/>
                  </a:lnTo>
                  <a:lnTo>
                    <a:pt x="22" y="1162"/>
                  </a:lnTo>
                  <a:lnTo>
                    <a:pt x="38" y="1152"/>
                  </a:lnTo>
                  <a:lnTo>
                    <a:pt x="54" y="1142"/>
                  </a:lnTo>
                  <a:lnTo>
                    <a:pt x="74" y="1132"/>
                  </a:lnTo>
                  <a:lnTo>
                    <a:pt x="96" y="1122"/>
                  </a:lnTo>
                  <a:lnTo>
                    <a:pt x="122" y="1108"/>
                  </a:lnTo>
                  <a:lnTo>
                    <a:pt x="144" y="1092"/>
                  </a:lnTo>
                  <a:lnTo>
                    <a:pt x="158" y="1078"/>
                  </a:lnTo>
                  <a:lnTo>
                    <a:pt x="166" y="1064"/>
                  </a:lnTo>
                  <a:lnTo>
                    <a:pt x="170" y="1054"/>
                  </a:lnTo>
                  <a:lnTo>
                    <a:pt x="172" y="1044"/>
                  </a:lnTo>
                  <a:lnTo>
                    <a:pt x="172" y="1032"/>
                  </a:lnTo>
                  <a:lnTo>
                    <a:pt x="166" y="1018"/>
                  </a:lnTo>
                  <a:lnTo>
                    <a:pt x="156" y="1004"/>
                  </a:lnTo>
                  <a:lnTo>
                    <a:pt x="150" y="998"/>
                  </a:lnTo>
                  <a:lnTo>
                    <a:pt x="136" y="990"/>
                  </a:lnTo>
                  <a:lnTo>
                    <a:pt x="104" y="972"/>
                  </a:lnTo>
                  <a:lnTo>
                    <a:pt x="74" y="958"/>
                  </a:lnTo>
                  <a:lnTo>
                    <a:pt x="56" y="950"/>
                  </a:lnTo>
                  <a:lnTo>
                    <a:pt x="40" y="940"/>
                  </a:lnTo>
                  <a:lnTo>
                    <a:pt x="22" y="926"/>
                  </a:lnTo>
                  <a:lnTo>
                    <a:pt x="14" y="916"/>
                  </a:lnTo>
                  <a:lnTo>
                    <a:pt x="10" y="910"/>
                  </a:lnTo>
                  <a:lnTo>
                    <a:pt x="8" y="904"/>
                  </a:lnTo>
                  <a:lnTo>
                    <a:pt x="4" y="896"/>
                  </a:lnTo>
                  <a:lnTo>
                    <a:pt x="2" y="888"/>
                  </a:lnTo>
                  <a:lnTo>
                    <a:pt x="4" y="878"/>
                  </a:lnTo>
                  <a:lnTo>
                    <a:pt x="6" y="870"/>
                  </a:lnTo>
                  <a:lnTo>
                    <a:pt x="8" y="860"/>
                  </a:lnTo>
                  <a:lnTo>
                    <a:pt x="14" y="852"/>
                  </a:lnTo>
                  <a:lnTo>
                    <a:pt x="18" y="846"/>
                  </a:lnTo>
                  <a:lnTo>
                    <a:pt x="26" y="838"/>
                  </a:lnTo>
                  <a:lnTo>
                    <a:pt x="38" y="826"/>
                  </a:lnTo>
                  <a:lnTo>
                    <a:pt x="62" y="812"/>
                  </a:lnTo>
                  <a:lnTo>
                    <a:pt x="92" y="800"/>
                  </a:lnTo>
                  <a:lnTo>
                    <a:pt x="116" y="788"/>
                  </a:lnTo>
                  <a:lnTo>
                    <a:pt x="132" y="780"/>
                  </a:lnTo>
                  <a:lnTo>
                    <a:pt x="146" y="770"/>
                  </a:lnTo>
                  <a:lnTo>
                    <a:pt x="160" y="754"/>
                  </a:lnTo>
                  <a:lnTo>
                    <a:pt x="164" y="746"/>
                  </a:lnTo>
                  <a:lnTo>
                    <a:pt x="168" y="740"/>
                  </a:lnTo>
                  <a:lnTo>
                    <a:pt x="168" y="738"/>
                  </a:lnTo>
                  <a:lnTo>
                    <a:pt x="166" y="742"/>
                  </a:lnTo>
                  <a:lnTo>
                    <a:pt x="172" y="732"/>
                  </a:lnTo>
                  <a:lnTo>
                    <a:pt x="174" y="724"/>
                  </a:lnTo>
                  <a:lnTo>
                    <a:pt x="170" y="710"/>
                  </a:lnTo>
                  <a:lnTo>
                    <a:pt x="168" y="702"/>
                  </a:lnTo>
                  <a:lnTo>
                    <a:pt x="162" y="694"/>
                  </a:lnTo>
                  <a:lnTo>
                    <a:pt x="152" y="682"/>
                  </a:lnTo>
                  <a:lnTo>
                    <a:pt x="132" y="666"/>
                  </a:lnTo>
                  <a:lnTo>
                    <a:pt x="114" y="656"/>
                  </a:lnTo>
                  <a:lnTo>
                    <a:pt x="86" y="640"/>
                  </a:lnTo>
                  <a:lnTo>
                    <a:pt x="54" y="624"/>
                  </a:lnTo>
                  <a:lnTo>
                    <a:pt x="32" y="608"/>
                  </a:lnTo>
                  <a:lnTo>
                    <a:pt x="12" y="590"/>
                  </a:lnTo>
                  <a:lnTo>
                    <a:pt x="6" y="578"/>
                  </a:lnTo>
                  <a:lnTo>
                    <a:pt x="2" y="564"/>
                  </a:lnTo>
                  <a:lnTo>
                    <a:pt x="8" y="544"/>
                  </a:lnTo>
                  <a:lnTo>
                    <a:pt x="16" y="530"/>
                  </a:lnTo>
                  <a:lnTo>
                    <a:pt x="20" y="526"/>
                  </a:lnTo>
                  <a:lnTo>
                    <a:pt x="38" y="510"/>
                  </a:lnTo>
                  <a:lnTo>
                    <a:pt x="60" y="494"/>
                  </a:lnTo>
                  <a:lnTo>
                    <a:pt x="78" y="484"/>
                  </a:lnTo>
                  <a:lnTo>
                    <a:pt x="100" y="474"/>
                  </a:lnTo>
                  <a:lnTo>
                    <a:pt x="124" y="464"/>
                  </a:lnTo>
                  <a:lnTo>
                    <a:pt x="144" y="450"/>
                  </a:lnTo>
                  <a:lnTo>
                    <a:pt x="160" y="432"/>
                  </a:lnTo>
                  <a:lnTo>
                    <a:pt x="164" y="422"/>
                  </a:lnTo>
                  <a:lnTo>
                    <a:pt x="168" y="414"/>
                  </a:lnTo>
                  <a:lnTo>
                    <a:pt x="170" y="404"/>
                  </a:lnTo>
                  <a:lnTo>
                    <a:pt x="170" y="390"/>
                  </a:lnTo>
                  <a:lnTo>
                    <a:pt x="164" y="378"/>
                  </a:lnTo>
                  <a:lnTo>
                    <a:pt x="158" y="368"/>
                  </a:lnTo>
                  <a:lnTo>
                    <a:pt x="148" y="356"/>
                  </a:lnTo>
                  <a:lnTo>
                    <a:pt x="144" y="352"/>
                  </a:lnTo>
                  <a:lnTo>
                    <a:pt x="126" y="342"/>
                  </a:lnTo>
                  <a:lnTo>
                    <a:pt x="110" y="332"/>
                  </a:lnTo>
                  <a:lnTo>
                    <a:pt x="84" y="318"/>
                  </a:lnTo>
                  <a:lnTo>
                    <a:pt x="62" y="306"/>
                  </a:lnTo>
                  <a:lnTo>
                    <a:pt x="40" y="292"/>
                  </a:lnTo>
                  <a:lnTo>
                    <a:pt x="22" y="276"/>
                  </a:lnTo>
                  <a:lnTo>
                    <a:pt x="12" y="266"/>
                  </a:lnTo>
                  <a:lnTo>
                    <a:pt x="4" y="254"/>
                  </a:lnTo>
                  <a:lnTo>
                    <a:pt x="0" y="240"/>
                  </a:lnTo>
                  <a:lnTo>
                    <a:pt x="2" y="224"/>
                  </a:lnTo>
                  <a:lnTo>
                    <a:pt x="8" y="212"/>
                  </a:lnTo>
                  <a:lnTo>
                    <a:pt x="16" y="200"/>
                  </a:lnTo>
                  <a:lnTo>
                    <a:pt x="38" y="186"/>
                  </a:lnTo>
                  <a:lnTo>
                    <a:pt x="60" y="174"/>
                  </a:lnTo>
                  <a:lnTo>
                    <a:pt x="78" y="166"/>
                  </a:lnTo>
                  <a:lnTo>
                    <a:pt x="96" y="160"/>
                  </a:lnTo>
                  <a:lnTo>
                    <a:pt x="112" y="154"/>
                  </a:lnTo>
                  <a:lnTo>
                    <a:pt x="130" y="142"/>
                  </a:lnTo>
                  <a:lnTo>
                    <a:pt x="144" y="132"/>
                  </a:lnTo>
                  <a:lnTo>
                    <a:pt x="154" y="120"/>
                  </a:lnTo>
                  <a:lnTo>
                    <a:pt x="166" y="96"/>
                  </a:lnTo>
                  <a:lnTo>
                    <a:pt x="174" y="72"/>
                  </a:lnTo>
                  <a:lnTo>
                    <a:pt x="168" y="58"/>
                  </a:lnTo>
                  <a:lnTo>
                    <a:pt x="166" y="50"/>
                  </a:lnTo>
                  <a:lnTo>
                    <a:pt x="154" y="40"/>
                  </a:lnTo>
                  <a:lnTo>
                    <a:pt x="142" y="30"/>
                  </a:lnTo>
                  <a:lnTo>
                    <a:pt x="116" y="14"/>
                  </a:lnTo>
                  <a:lnTo>
                    <a:pt x="98" y="4"/>
                  </a:lnTo>
                  <a:lnTo>
                    <a:pt x="88" y="0"/>
                  </a:lnTo>
                </a:path>
              </a:pathLst>
            </a:custGeom>
            <a:noFill/>
            <a:ln cap="flat" cmpd="sng" w="15875">
              <a:solidFill>
                <a:srgbClr val="0096D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63"/>
                <a:buFont typeface="Arial"/>
                <a:buNone/>
              </a:pPr>
              <a:r>
                <a:t/>
              </a:r>
              <a:endParaRPr b="0" i="0" sz="1463" u="none" cap="none" strike="noStrike">
                <a:solidFill>
                  <a:schemeClr val="dk1"/>
                </a:solidFill>
                <a:latin typeface="Tahoma"/>
                <a:ea typeface="Tahoma"/>
                <a:cs typeface="Tahoma"/>
                <a:sym typeface="Tahoma"/>
              </a:endParaRPr>
            </a:p>
          </p:txBody>
        </p:sp>
      </p:grpSp>
      <p:graphicFrame>
        <p:nvGraphicFramePr>
          <p:cNvPr id="998" name="Google Shape;998;p25"/>
          <p:cNvGraphicFramePr/>
          <p:nvPr/>
        </p:nvGraphicFramePr>
        <p:xfrm>
          <a:off x="1581230" y="5766775"/>
          <a:ext cx="3000000" cy="3000000"/>
        </p:xfrm>
        <a:graphic>
          <a:graphicData uri="http://schemas.openxmlformats.org/drawingml/2006/table">
            <a:tbl>
              <a:tblPr bandRow="1" firstRow="1">
                <a:noFill/>
                <a:tableStyleId>{CAE8BCA4-CB77-42E6-A089-AC88FC48F14B}</a:tableStyleId>
              </a:tblPr>
              <a:tblGrid>
                <a:gridCol w="1306250"/>
                <a:gridCol w="1306250"/>
              </a:tblGrid>
              <a:tr h="223350">
                <a:tc gridSpan="2">
                  <a:txBody>
                    <a:bodyPr/>
                    <a:lstStyle/>
                    <a:p>
                      <a:pPr indent="0" lvl="0" marL="0" marR="0" rtl="0" algn="ctr">
                        <a:lnSpc>
                          <a:spcPct val="100000"/>
                        </a:lnSpc>
                        <a:spcBef>
                          <a:spcPts val="0"/>
                        </a:spcBef>
                        <a:spcAft>
                          <a:spcPts val="0"/>
                        </a:spcAft>
                        <a:buClr>
                          <a:srgbClr val="000000"/>
                        </a:buClr>
                        <a:buSzPts val="1200"/>
                        <a:buFont typeface="Arial"/>
                        <a:buNone/>
                      </a:pPr>
                      <a:r>
                        <a:rPr lang="en-SG" sz="1200" u="none" cap="none" strike="noStrike"/>
                        <a:t>ARP CACHE</a:t>
                      </a:r>
                      <a:endParaRPr sz="1400" u="none" cap="none" strike="noStrike"/>
                    </a:p>
                  </a:txBody>
                  <a:tcPr marT="45725" marB="45725" marR="91450" marL="91450"/>
                </a:tc>
                <a:tc hMerge="1"/>
              </a:tr>
              <a:tr h="285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00F48DD679C6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192.168.10.100</a:t>
                      </a:r>
                      <a:endParaRPr sz="1400" u="none" cap="none" strike="noStrike"/>
                    </a:p>
                  </a:txBody>
                  <a:tcPr marT="45725" marB="45725" marR="91450" marL="91450"/>
                </a:tc>
              </a:tr>
              <a:tr h="2978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23"/>
          <p:cNvSpPr txBox="1"/>
          <p:nvPr>
            <p:ph type="title"/>
          </p:nvPr>
        </p:nvSpPr>
        <p:spPr>
          <a:xfrm>
            <a:off x="541867" y="152400"/>
            <a:ext cx="109389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SG"/>
              <a:t>Summary of Protocols</a:t>
            </a:r>
            <a:endParaRPr/>
          </a:p>
        </p:txBody>
      </p:sp>
      <p:graphicFrame>
        <p:nvGraphicFramePr>
          <p:cNvPr id="1004" name="Google Shape;1004;p23"/>
          <p:cNvGraphicFramePr/>
          <p:nvPr/>
        </p:nvGraphicFramePr>
        <p:xfrm>
          <a:off x="609600" y="1371599"/>
          <a:ext cx="3000000" cy="3000000"/>
        </p:xfrm>
        <a:graphic>
          <a:graphicData uri="http://schemas.openxmlformats.org/drawingml/2006/table">
            <a:tbl>
              <a:tblPr bandRow="1" firstRow="1">
                <a:noFill/>
                <a:tableStyleId>{CAE8BCA4-CB77-42E6-A089-AC88FC48F14B}</a:tableStyleId>
              </a:tblPr>
              <a:tblGrid>
                <a:gridCol w="1681325"/>
                <a:gridCol w="2794200"/>
                <a:gridCol w="2794200"/>
                <a:gridCol w="3634850"/>
              </a:tblGrid>
              <a:tr h="895150">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 Layer</a:t>
                      </a:r>
                      <a:endParaRPr sz="1400" u="none" cap="none" strike="noStrike"/>
                    </a:p>
                  </a:txBody>
                  <a:tcPr marT="45725" marB="45725" marR="91450" marL="91450">
                    <a:solidFill>
                      <a:srgbClr val="BFBFBF"/>
                    </a:solidFill>
                  </a:tcPr>
                </a:tc>
                <a:tc gridSpan="2">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Protocols</a:t>
                      </a:r>
                      <a:endParaRPr sz="1400" u="none" cap="none" strike="noStrike"/>
                    </a:p>
                  </a:txBody>
                  <a:tcPr marT="45725" marB="45725" marR="91450" marL="91450">
                    <a:solidFill>
                      <a:srgbClr val="BFBFBF"/>
                    </a:solidFill>
                  </a:tcPr>
                </a:tc>
                <a:tc hMerge="1"/>
                <a:tc>
                  <a:txBody>
                    <a:bodyPr/>
                    <a:lstStyle/>
                    <a:p>
                      <a:pPr indent="0" lvl="0" marL="0" marR="0" rtl="0" algn="ctr">
                        <a:lnSpc>
                          <a:spcPct val="100000"/>
                        </a:lnSpc>
                        <a:spcBef>
                          <a:spcPts val="0"/>
                        </a:spcBef>
                        <a:spcAft>
                          <a:spcPts val="0"/>
                        </a:spcAft>
                        <a:buClr>
                          <a:srgbClr val="000000"/>
                        </a:buClr>
                        <a:buSzPts val="1800"/>
                        <a:buFont typeface="Arial"/>
                        <a:buNone/>
                      </a:pPr>
                      <a:r>
                        <a:rPr lang="en-SG" sz="1800" u="none" cap="none" strike="noStrike"/>
                        <a:t>Addressing</a:t>
                      </a:r>
                      <a:endParaRPr sz="1400" u="none" cap="none" strike="noStrike"/>
                    </a:p>
                  </a:txBody>
                  <a:tcPr marT="45725" marB="45725" marR="91450" marL="91450">
                    <a:solidFill>
                      <a:srgbClr val="BFBFBF"/>
                    </a:solidFill>
                  </a:tcPr>
                </a:tc>
              </a:tr>
              <a:tr h="882850">
                <a:tc rowSpan="3">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 Network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NAT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Translate Private IP Address to Public IP Address and vice versa</a:t>
                      </a:r>
                      <a:endParaRPr sz="1800" u="none" cap="none" strike="noStrike"/>
                    </a:p>
                  </a:txBody>
                  <a:tcPr marT="45725" marB="45725" marR="91450" marL="91450"/>
                </a:tc>
                <a:tc rowSpan="3">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 IP addresses</a:t>
                      </a:r>
                      <a:endParaRPr sz="1400" u="none" cap="none" strike="noStrike"/>
                    </a:p>
                  </a:txBody>
                  <a:tcPr marT="45725" marB="45725" marR="91450" marL="91450"/>
                </a:tc>
              </a:tr>
              <a:tr h="882850">
                <a:tc vMerge="1"/>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ARP</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Resolve IP addresses to MAC addresses</a:t>
                      </a:r>
                      <a:endParaRPr sz="1400" u="none" cap="none" strike="noStrike"/>
                    </a:p>
                  </a:txBody>
                  <a:tcPr marT="45725" marB="45725" marR="91450" marL="91450"/>
                </a:tc>
                <a:tc vMerge="1"/>
              </a:tr>
              <a:tr h="882850">
                <a:tc vMerge="1"/>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RIP/OSPF (Routing)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Update routing information between routers</a:t>
                      </a:r>
                      <a:endParaRPr sz="1400" u="none" cap="none" strike="noStrike"/>
                    </a:p>
                  </a:txBody>
                  <a:tcPr marT="45725" marB="45725" marR="91450" marL="91450"/>
                </a:tc>
                <a:tc vMerge="1"/>
              </a:tr>
              <a:tr h="895150">
                <a:tc rowSpan="2">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Datalink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DHCP</a:t>
                      </a:r>
                      <a:endParaRPr b="0" i="0" sz="1400" u="none" cap="none" strike="noStrike">
                        <a:solidFill>
                          <a:srgbClr val="000000"/>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800"/>
                        <a:buFont typeface="Arial"/>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0" i="0" lang="en-SG" sz="1800" u="none" cap="none" strike="noStrike">
                          <a:solidFill>
                            <a:srgbClr val="000000"/>
                          </a:solidFill>
                          <a:latin typeface="Tahoma"/>
                          <a:ea typeface="Tahoma"/>
                          <a:cs typeface="Tahoma"/>
                          <a:sym typeface="Tahoma"/>
                        </a:rPr>
                        <a:t>Assigned IP addresses to computers on the network</a:t>
                      </a:r>
                      <a:endParaRPr b="0" i="0" sz="1400" u="none" cap="none" strike="noStrike">
                        <a:solidFill>
                          <a:srgbClr val="000000"/>
                        </a:solidFill>
                        <a:latin typeface="Tahoma"/>
                        <a:ea typeface="Tahoma"/>
                        <a:cs typeface="Tahoma"/>
                        <a:sym typeface="Tahoma"/>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BROADCAST</a:t>
                      </a:r>
                      <a:endParaRPr sz="1800" u="none" cap="none" strike="noStrike"/>
                    </a:p>
                  </a:txBody>
                  <a:tcPr marT="45725" marB="45725" marR="91450" marL="91450"/>
                </a:tc>
              </a:tr>
              <a:tr h="895150">
                <a:tc vMerge="1"/>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Ethernet/IEEE 802.3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Forward data frames based on MAC addresses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SG" sz="1800" u="none" cap="none" strike="noStrike"/>
                        <a:t>MAC Addresses</a:t>
                      </a:r>
                      <a:endParaRPr sz="1400" u="none" cap="none" strike="noStrike"/>
                    </a:p>
                  </a:txBody>
                  <a:tcPr marT="45725" marB="45725" marR="91450" marL="91450"/>
                </a:tc>
              </a:tr>
            </a:tbl>
          </a:graphicData>
        </a:graphic>
      </p:graphicFrame>
      <p:sp>
        <p:nvSpPr>
          <p:cNvPr id="1005" name="Google Shape;1005;p23"/>
          <p:cNvSpPr txBox="1"/>
          <p:nvPr>
            <p:ph idx="12" type="sldNum"/>
          </p:nvPr>
        </p:nvSpPr>
        <p:spPr>
          <a:xfrm>
            <a:off x="8974667" y="6229350"/>
            <a:ext cx="25401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tallings">
  <a:themeElements>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2019-03-14T07:35:33Z</dcterms:created>
  <dc:creator>khar woh leong</dc:creator>
</cp:coreProperties>
</file>