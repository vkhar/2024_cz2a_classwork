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Lst>
  <p:notesMasterIdLst>
    <p:notesMasterId r:id="rId28"/>
  </p:notesMasterIdLst>
  <p:sldIdLst>
    <p:sldId id="256" r:id="rId5"/>
    <p:sldId id="257" r:id="rId6"/>
    <p:sldId id="258" r:id="rId7"/>
    <p:sldId id="277"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9" r:id="rId25"/>
    <p:sldId id="275" r:id="rId26"/>
    <p:sldId id="276" r:id="rId27"/>
  </p:sldIdLst>
  <p:sldSz cx="12192000" cy="6858000"/>
  <p:notesSz cx="6858000" cy="9144000"/>
  <p:embeddedFontLst>
    <p:embeddedFont>
      <p:font typeface="Arial Black" panose="020B0A04020102020204" pitchFamily="34" charset="0"/>
      <p:regular r:id="rId29"/>
      <p:bold r:id="rId30"/>
    </p:embeddedFont>
    <p:embeddedFont>
      <p:font typeface="Tahoma" panose="020B0604030504040204" pitchFamily="3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jEHhHAQ/cnUHkM5Dyl4w6f6fc+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BAE71F-A087-424A-B7BF-EA8BE10E66AE}">
  <a:tblStyle styleId="{DFBAE71F-A087-424A-B7BF-EA8BE10E66AE}" styleName="Table_0">
    <a:wholeTbl>
      <a:tcTxStyle b="off" i="off">
        <a:font>
          <a:latin typeface="Tahoma"/>
          <a:ea typeface="Tahoma"/>
          <a:cs typeface="Tahoma"/>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CB55A12A-DC97-471B-B64C-B201484A39D8}"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193" autoAdjust="0"/>
  </p:normalViewPr>
  <p:slideViewPr>
    <p:cSldViewPr snapToGrid="0">
      <p:cViewPr varScale="1">
        <p:scale>
          <a:sx n="69" d="100"/>
          <a:sy n="69" d="100"/>
        </p:scale>
        <p:origin x="120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SG"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a:extLst>
            <a:ext uri="{FF2B5EF4-FFF2-40B4-BE49-F238E27FC236}">
              <a16:creationId xmlns:a16="http://schemas.microsoft.com/office/drawing/2014/main" id="{E8E88530-E8F6-1F79-A248-E8AAC3F7429E}"/>
            </a:ext>
          </a:extLst>
        </p:cNvPr>
        <p:cNvGrpSpPr/>
        <p:nvPr/>
      </p:nvGrpSpPr>
      <p:grpSpPr>
        <a:xfrm>
          <a:off x="0" y="0"/>
          <a:ext cx="0" cy="0"/>
          <a:chOff x="0" y="0"/>
          <a:chExt cx="0" cy="0"/>
        </a:xfrm>
      </p:grpSpPr>
      <p:sp>
        <p:nvSpPr>
          <p:cNvPr id="406" name="Google Shape;406;p3:notes">
            <a:extLst>
              <a:ext uri="{FF2B5EF4-FFF2-40B4-BE49-F238E27FC236}">
                <a16:creationId xmlns:a16="http://schemas.microsoft.com/office/drawing/2014/main" id="{6A8FA99C-2729-6577-EC2F-823D792E0F6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p3:notes">
            <a:extLst>
              <a:ext uri="{FF2B5EF4-FFF2-40B4-BE49-F238E27FC236}">
                <a16:creationId xmlns:a16="http://schemas.microsoft.com/office/drawing/2014/main" id="{B4151D0A-662B-C9EB-AB10-E6DF830E17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1822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9" name="Google Shape;4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1" name="Google Shape;581;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2" name="Google Shape;59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7" name="Google Shape;65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1" name="Google Shape;67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a:extLst>
            <a:ext uri="{FF2B5EF4-FFF2-40B4-BE49-F238E27FC236}">
              <a16:creationId xmlns:a16="http://schemas.microsoft.com/office/drawing/2014/main" id="{97EA3505-61F6-E7F3-86C5-7050DE11C656}"/>
            </a:ext>
          </a:extLst>
        </p:cNvPr>
        <p:cNvGrpSpPr/>
        <p:nvPr/>
      </p:nvGrpSpPr>
      <p:grpSpPr>
        <a:xfrm>
          <a:off x="0" y="0"/>
          <a:ext cx="0" cy="0"/>
          <a:chOff x="0" y="0"/>
          <a:chExt cx="0" cy="0"/>
        </a:xfrm>
      </p:grpSpPr>
      <p:sp>
        <p:nvSpPr>
          <p:cNvPr id="804" name="Google Shape;804;p22:notes">
            <a:extLst>
              <a:ext uri="{FF2B5EF4-FFF2-40B4-BE49-F238E27FC236}">
                <a16:creationId xmlns:a16="http://schemas.microsoft.com/office/drawing/2014/main" id="{DB05DA70-4FF8-A709-32DF-A2377C3762B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p22:notes">
            <a:extLst>
              <a:ext uri="{FF2B5EF4-FFF2-40B4-BE49-F238E27FC236}">
                <a16:creationId xmlns:a16="http://schemas.microsoft.com/office/drawing/2014/main" id="{F3A77765-8A57-B85B-BB84-911087ADD5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75079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25"/>
        <p:cNvGrpSpPr/>
        <p:nvPr/>
      </p:nvGrpSpPr>
      <p:grpSpPr>
        <a:xfrm>
          <a:off x="0" y="0"/>
          <a:ext cx="0" cy="0"/>
          <a:chOff x="0" y="0"/>
          <a:chExt cx="0" cy="0"/>
        </a:xfrm>
      </p:grpSpPr>
      <p:sp>
        <p:nvSpPr>
          <p:cNvPr id="26" name="Google Shape;26;p3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2"/>
          <p:cNvSpPr txBox="1">
            <a:spLocks noGrp="1"/>
          </p:cNvSpPr>
          <p:nvPr>
            <p:ph type="body" idx="1"/>
          </p:nvPr>
        </p:nvSpPr>
        <p:spPr>
          <a:xfrm>
            <a:off x="609600" y="1600200"/>
            <a:ext cx="5384800" cy="21859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2"/>
          </p:nvPr>
        </p:nvSpPr>
        <p:spPr>
          <a:xfrm>
            <a:off x="6197600" y="1600200"/>
            <a:ext cx="5384800" cy="21859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3"/>
          </p:nvPr>
        </p:nvSpPr>
        <p:spPr>
          <a:xfrm>
            <a:off x="609600" y="3938589"/>
            <a:ext cx="5384800" cy="21875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4"/>
          </p:nvPr>
        </p:nvSpPr>
        <p:spPr>
          <a:xfrm>
            <a:off x="6197600" y="3938589"/>
            <a:ext cx="5384800" cy="218757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4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4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4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4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7"/>
          <p:cNvSpPr>
            <a:spLocks noGrp="1"/>
          </p:cNvSpPr>
          <p:nvPr>
            <p:ph type="pic" idx="2"/>
          </p:nvPr>
        </p:nvSpPr>
        <p:spPr>
          <a:xfrm>
            <a:off x="5183188" y="987425"/>
            <a:ext cx="6172200" cy="4873625"/>
          </a:xfrm>
          <a:prstGeom prst="rect">
            <a:avLst/>
          </a:prstGeom>
          <a:noFill/>
          <a:ln>
            <a:noFill/>
          </a:ln>
        </p:spPr>
      </p:sp>
      <p:sp>
        <p:nvSpPr>
          <p:cNvPr id="77" name="Google Shape;77;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0"/>
        <p:cNvGrpSpPr/>
        <p:nvPr/>
      </p:nvGrpSpPr>
      <p:grpSpPr>
        <a:xfrm>
          <a:off x="0" y="0"/>
          <a:ext cx="0" cy="0"/>
          <a:chOff x="0" y="0"/>
          <a:chExt cx="0" cy="0"/>
        </a:xfrm>
      </p:grpSpPr>
      <p:sp>
        <p:nvSpPr>
          <p:cNvPr id="101" name="Google Shape;101;p34"/>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34"/>
          <p:cNvSpPr txBox="1">
            <a:spLocks noGrp="1"/>
          </p:cNvSpPr>
          <p:nvPr>
            <p:ph type="body" idx="1"/>
          </p:nvPr>
        </p:nvSpPr>
        <p:spPr>
          <a:xfrm>
            <a:off x="609600" y="1371600"/>
            <a:ext cx="10905000" cy="46863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34"/>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34"/>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4"/>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6"/>
        <p:cNvGrpSpPr/>
        <p:nvPr/>
      </p:nvGrpSpPr>
      <p:grpSpPr>
        <a:xfrm>
          <a:off x="0" y="0"/>
          <a:ext cx="0" cy="0"/>
          <a:chOff x="0" y="0"/>
          <a:chExt cx="0" cy="0"/>
        </a:xfrm>
      </p:grpSpPr>
      <p:sp>
        <p:nvSpPr>
          <p:cNvPr id="107" name="Google Shape;107;p39"/>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39"/>
          <p:cNvSpPr txBox="1">
            <a:spLocks noGrp="1"/>
          </p:cNvSpPr>
          <p:nvPr>
            <p:ph type="body" idx="1"/>
          </p:nvPr>
        </p:nvSpPr>
        <p:spPr>
          <a:xfrm>
            <a:off x="609600" y="1371600"/>
            <a:ext cx="5350800" cy="46863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9"/>
          <p:cNvSpPr txBox="1">
            <a:spLocks noGrp="1"/>
          </p:cNvSpPr>
          <p:nvPr>
            <p:ph type="body" idx="2"/>
          </p:nvPr>
        </p:nvSpPr>
        <p:spPr>
          <a:xfrm>
            <a:off x="6163734" y="1371600"/>
            <a:ext cx="5350800" cy="46863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9"/>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9"/>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39"/>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3"/>
        <p:cNvGrpSpPr/>
        <p:nvPr/>
      </p:nvGrpSpPr>
      <p:grpSpPr>
        <a:xfrm>
          <a:off x="0" y="0"/>
          <a:ext cx="0" cy="0"/>
          <a:chOff x="0" y="0"/>
          <a:chExt cx="0" cy="0"/>
        </a:xfrm>
      </p:grpSpPr>
      <p:sp>
        <p:nvSpPr>
          <p:cNvPr id="114" name="Google Shape;114;p40"/>
          <p:cNvSpPr txBox="1">
            <a:spLocks noGrp="1"/>
          </p:cNvSpPr>
          <p:nvPr>
            <p:ph type="title"/>
          </p:nvPr>
        </p:nvSpPr>
        <p:spPr>
          <a:xfrm>
            <a:off x="840317" y="365126"/>
            <a:ext cx="10515600" cy="1325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0"/>
          <p:cNvSpPr txBox="1">
            <a:spLocks noGrp="1"/>
          </p:cNvSpPr>
          <p:nvPr>
            <p:ph type="body" idx="1"/>
          </p:nvPr>
        </p:nvSpPr>
        <p:spPr>
          <a:xfrm>
            <a:off x="840318" y="1681163"/>
            <a:ext cx="5158200" cy="8238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400"/>
              <a:buFont typeface="Tahoma"/>
              <a:buNone/>
              <a:defRPr sz="2400" b="1"/>
            </a:lvl1pPr>
            <a:lvl2pPr marL="914400" lvl="1" indent="-228600" algn="l">
              <a:lnSpc>
                <a:spcPct val="100000"/>
              </a:lnSpc>
              <a:spcBef>
                <a:spcPts val="400"/>
              </a:spcBef>
              <a:spcAft>
                <a:spcPts val="0"/>
              </a:spcAft>
              <a:buSzPts val="2000"/>
              <a:buFont typeface="Tahoma"/>
              <a:buNone/>
              <a:defRPr sz="2000" b="1"/>
            </a:lvl2pPr>
            <a:lvl3pPr marL="1371600" lvl="2" indent="-228600" algn="l">
              <a:lnSpc>
                <a:spcPct val="100000"/>
              </a:lnSpc>
              <a:spcBef>
                <a:spcPts val="360"/>
              </a:spcBef>
              <a:spcAft>
                <a:spcPts val="0"/>
              </a:spcAft>
              <a:buSzPts val="1800"/>
              <a:buFont typeface="Tahoma"/>
              <a:buNone/>
              <a:defRPr sz="1800" b="1"/>
            </a:lvl3pPr>
            <a:lvl4pPr marL="1828800" lvl="3" indent="-228600" algn="l">
              <a:lnSpc>
                <a:spcPct val="100000"/>
              </a:lnSpc>
              <a:spcBef>
                <a:spcPts val="320"/>
              </a:spcBef>
              <a:spcAft>
                <a:spcPts val="0"/>
              </a:spcAft>
              <a:buSzPts val="1600"/>
              <a:buFont typeface="Tahoma"/>
              <a:buNone/>
              <a:defRPr sz="1600" b="1"/>
            </a:lvl4pPr>
            <a:lvl5pPr marL="2286000" lvl="4" indent="-228600" algn="l">
              <a:lnSpc>
                <a:spcPct val="100000"/>
              </a:lnSpc>
              <a:spcBef>
                <a:spcPts val="320"/>
              </a:spcBef>
              <a:spcAft>
                <a:spcPts val="0"/>
              </a:spcAft>
              <a:buSzPts val="1600"/>
              <a:buFont typeface="Tahom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6" name="Google Shape;116;p40"/>
          <p:cNvSpPr txBox="1">
            <a:spLocks noGrp="1"/>
          </p:cNvSpPr>
          <p:nvPr>
            <p:ph type="body" idx="2"/>
          </p:nvPr>
        </p:nvSpPr>
        <p:spPr>
          <a:xfrm>
            <a:off x="840318" y="2505075"/>
            <a:ext cx="5158200" cy="3684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40"/>
          <p:cNvSpPr txBox="1">
            <a:spLocks noGrp="1"/>
          </p:cNvSpPr>
          <p:nvPr>
            <p:ph type="body" idx="3"/>
          </p:nvPr>
        </p:nvSpPr>
        <p:spPr>
          <a:xfrm>
            <a:off x="6172200" y="1681163"/>
            <a:ext cx="5183700" cy="8238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400"/>
              <a:buFont typeface="Tahoma"/>
              <a:buNone/>
              <a:defRPr sz="2400" b="1"/>
            </a:lvl1pPr>
            <a:lvl2pPr marL="914400" lvl="1" indent="-228600" algn="l">
              <a:lnSpc>
                <a:spcPct val="100000"/>
              </a:lnSpc>
              <a:spcBef>
                <a:spcPts val="400"/>
              </a:spcBef>
              <a:spcAft>
                <a:spcPts val="0"/>
              </a:spcAft>
              <a:buSzPts val="2000"/>
              <a:buFont typeface="Tahoma"/>
              <a:buNone/>
              <a:defRPr sz="2000" b="1"/>
            </a:lvl2pPr>
            <a:lvl3pPr marL="1371600" lvl="2" indent="-228600" algn="l">
              <a:lnSpc>
                <a:spcPct val="100000"/>
              </a:lnSpc>
              <a:spcBef>
                <a:spcPts val="360"/>
              </a:spcBef>
              <a:spcAft>
                <a:spcPts val="0"/>
              </a:spcAft>
              <a:buSzPts val="1800"/>
              <a:buFont typeface="Tahoma"/>
              <a:buNone/>
              <a:defRPr sz="1800" b="1"/>
            </a:lvl3pPr>
            <a:lvl4pPr marL="1828800" lvl="3" indent="-228600" algn="l">
              <a:lnSpc>
                <a:spcPct val="100000"/>
              </a:lnSpc>
              <a:spcBef>
                <a:spcPts val="320"/>
              </a:spcBef>
              <a:spcAft>
                <a:spcPts val="0"/>
              </a:spcAft>
              <a:buSzPts val="1600"/>
              <a:buFont typeface="Tahoma"/>
              <a:buNone/>
              <a:defRPr sz="1600" b="1"/>
            </a:lvl4pPr>
            <a:lvl5pPr marL="2286000" lvl="4" indent="-228600" algn="l">
              <a:lnSpc>
                <a:spcPct val="100000"/>
              </a:lnSpc>
              <a:spcBef>
                <a:spcPts val="320"/>
              </a:spcBef>
              <a:spcAft>
                <a:spcPts val="0"/>
              </a:spcAft>
              <a:buSzPts val="1600"/>
              <a:buFont typeface="Tahom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40"/>
          <p:cNvSpPr txBox="1">
            <a:spLocks noGrp="1"/>
          </p:cNvSpPr>
          <p:nvPr>
            <p:ph type="body" idx="4"/>
          </p:nvPr>
        </p:nvSpPr>
        <p:spPr>
          <a:xfrm>
            <a:off x="6172200" y="2505075"/>
            <a:ext cx="5183700" cy="3684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40"/>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40"/>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0"/>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2"/>
        <p:cNvGrpSpPr/>
        <p:nvPr/>
      </p:nvGrpSpPr>
      <p:grpSpPr>
        <a:xfrm>
          <a:off x="0" y="0"/>
          <a:ext cx="0" cy="0"/>
          <a:chOff x="0" y="0"/>
          <a:chExt cx="0" cy="0"/>
        </a:xfrm>
      </p:grpSpPr>
      <p:cxnSp>
        <p:nvCxnSpPr>
          <p:cNvPr id="123" name="Google Shape;123;p50"/>
          <p:cNvCxnSpPr/>
          <p:nvPr/>
        </p:nvCxnSpPr>
        <p:spPr>
          <a:xfrm>
            <a:off x="609600" y="2514600"/>
            <a:ext cx="10871100" cy="0"/>
          </a:xfrm>
          <a:prstGeom prst="straightConnector1">
            <a:avLst/>
          </a:prstGeom>
          <a:noFill/>
          <a:ln w="76200" cap="flat" cmpd="sng">
            <a:solidFill>
              <a:srgbClr val="0000FF"/>
            </a:solidFill>
            <a:prstDash val="solid"/>
            <a:round/>
            <a:headEnd type="none" w="sm" len="sm"/>
            <a:tailEnd type="none" w="sm" len="sm"/>
          </a:ln>
        </p:spPr>
      </p:cxnSp>
      <p:sp>
        <p:nvSpPr>
          <p:cNvPr id="124" name="Google Shape;124;p50"/>
          <p:cNvSpPr txBox="1">
            <a:spLocks noGrp="1"/>
          </p:cNvSpPr>
          <p:nvPr>
            <p:ph type="ctrTitle"/>
          </p:nvPr>
        </p:nvSpPr>
        <p:spPr>
          <a:xfrm>
            <a:off x="1219200" y="533400"/>
            <a:ext cx="10295400" cy="1905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50"/>
          <p:cNvSpPr txBox="1">
            <a:spLocks noGrp="1"/>
          </p:cNvSpPr>
          <p:nvPr>
            <p:ph type="subTitle" idx="1"/>
          </p:nvPr>
        </p:nvSpPr>
        <p:spPr>
          <a:xfrm>
            <a:off x="1219200" y="3028950"/>
            <a:ext cx="8534400" cy="177180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0"/>
              </a:spcBef>
              <a:spcAft>
                <a:spcPts val="0"/>
              </a:spcAft>
              <a:buSzPts val="2800"/>
              <a:buFont typeface="Arial Black"/>
              <a:buNone/>
              <a:defRPr>
                <a:latin typeface="Arial Black"/>
                <a:ea typeface="Arial Black"/>
                <a:cs typeface="Arial Black"/>
                <a:sym typeface="Arial Black"/>
              </a:defRPr>
            </a:lvl1pPr>
            <a:lvl2pPr lvl="1" algn="l">
              <a:lnSpc>
                <a:spcPct val="100000"/>
              </a:lnSpc>
              <a:spcBef>
                <a:spcPts val="360"/>
              </a:spcBef>
              <a:spcAft>
                <a:spcPts val="0"/>
              </a:spcAft>
              <a:buSzPts val="18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SzPts val="1800"/>
              <a:buChar char="–"/>
              <a:defRPr/>
            </a:lvl4pPr>
            <a:lvl5pPr lvl="4" algn="l">
              <a:lnSpc>
                <a:spcPct val="100000"/>
              </a:lnSpc>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26" name="Google Shape;126;p50"/>
          <p:cNvSpPr txBox="1">
            <a:spLocks noGrp="1"/>
          </p:cNvSpPr>
          <p:nvPr>
            <p:ph type="dt" idx="10"/>
          </p:nvPr>
        </p:nvSpPr>
        <p:spPr>
          <a:xfrm>
            <a:off x="948267" y="6229350"/>
            <a:ext cx="2574000" cy="5145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solidFill>
                  <a:srgbClr val="5E574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50"/>
          <p:cNvSpPr txBox="1">
            <a:spLocks noGrp="1"/>
          </p:cNvSpPr>
          <p:nvPr>
            <p:ph type="ftr" idx="11"/>
          </p:nvPr>
        </p:nvSpPr>
        <p:spPr>
          <a:xfrm>
            <a:off x="4199467" y="6229350"/>
            <a:ext cx="3793200" cy="5145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solidFill>
                  <a:srgbClr val="5E574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50"/>
          <p:cNvSpPr txBox="1">
            <a:spLocks noGrp="1"/>
          </p:cNvSpPr>
          <p:nvPr>
            <p:ph type="sldNum" idx="12"/>
          </p:nvPr>
        </p:nvSpPr>
        <p:spPr>
          <a:xfrm>
            <a:off x="8805333" y="6229350"/>
            <a:ext cx="2438400" cy="5145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5E574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9"/>
        <p:cNvGrpSpPr/>
        <p:nvPr/>
      </p:nvGrpSpPr>
      <p:grpSpPr>
        <a:xfrm>
          <a:off x="0" y="0"/>
          <a:ext cx="0" cy="0"/>
          <a:chOff x="0" y="0"/>
          <a:chExt cx="0" cy="0"/>
        </a:xfrm>
      </p:grpSpPr>
      <p:sp>
        <p:nvSpPr>
          <p:cNvPr id="130" name="Google Shape;130;p51"/>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51"/>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SzPts val="2400"/>
              <a:buFont typeface="Tahoma"/>
              <a:buNone/>
              <a:defRPr sz="2400"/>
            </a:lvl1pPr>
            <a:lvl2pPr marL="914400" lvl="1" indent="-228600" algn="l">
              <a:lnSpc>
                <a:spcPct val="100000"/>
              </a:lnSpc>
              <a:spcBef>
                <a:spcPts val="400"/>
              </a:spcBef>
              <a:spcAft>
                <a:spcPts val="0"/>
              </a:spcAft>
              <a:buSzPts val="2000"/>
              <a:buFont typeface="Tahoma"/>
              <a:buNone/>
              <a:defRPr sz="2000"/>
            </a:lvl2pPr>
            <a:lvl3pPr marL="1371600" lvl="2" indent="-228600" algn="l">
              <a:lnSpc>
                <a:spcPct val="100000"/>
              </a:lnSpc>
              <a:spcBef>
                <a:spcPts val="360"/>
              </a:spcBef>
              <a:spcAft>
                <a:spcPts val="0"/>
              </a:spcAft>
              <a:buSzPts val="1800"/>
              <a:buFont typeface="Tahoma"/>
              <a:buNone/>
              <a:defRPr sz="1800"/>
            </a:lvl3pPr>
            <a:lvl4pPr marL="1828800" lvl="3" indent="-228600" algn="l">
              <a:lnSpc>
                <a:spcPct val="100000"/>
              </a:lnSpc>
              <a:spcBef>
                <a:spcPts val="320"/>
              </a:spcBef>
              <a:spcAft>
                <a:spcPts val="0"/>
              </a:spcAft>
              <a:buSzPts val="1600"/>
              <a:buFont typeface="Tahoma"/>
              <a:buNone/>
              <a:defRPr sz="1600"/>
            </a:lvl4pPr>
            <a:lvl5pPr marL="2286000" lvl="4" indent="-228600" algn="l">
              <a:lnSpc>
                <a:spcPct val="100000"/>
              </a:lnSpc>
              <a:spcBef>
                <a:spcPts val="320"/>
              </a:spcBef>
              <a:spcAft>
                <a:spcPts val="0"/>
              </a:spcAft>
              <a:buSzPts val="1600"/>
              <a:buFont typeface="Tahoma"/>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132" name="Google Shape;132;p51"/>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51"/>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51"/>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5"/>
        <p:cNvGrpSpPr/>
        <p:nvPr/>
      </p:nvGrpSpPr>
      <p:grpSpPr>
        <a:xfrm>
          <a:off x="0" y="0"/>
          <a:ext cx="0" cy="0"/>
          <a:chOff x="0" y="0"/>
          <a:chExt cx="0" cy="0"/>
        </a:xfrm>
      </p:grpSpPr>
      <p:sp>
        <p:nvSpPr>
          <p:cNvPr id="136" name="Google Shape;136;p52"/>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52"/>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52"/>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52"/>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53"/>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53"/>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53"/>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4"/>
        <p:cNvGrpSpPr/>
        <p:nvPr/>
      </p:nvGrpSpPr>
      <p:grpSpPr>
        <a:xfrm>
          <a:off x="0" y="0"/>
          <a:ext cx="0" cy="0"/>
          <a:chOff x="0" y="0"/>
          <a:chExt cx="0" cy="0"/>
        </a:xfrm>
      </p:grpSpPr>
      <p:sp>
        <p:nvSpPr>
          <p:cNvPr id="145" name="Google Shape;145;p54"/>
          <p:cNvSpPr txBox="1">
            <a:spLocks noGrp="1"/>
          </p:cNvSpPr>
          <p:nvPr>
            <p:ph type="title"/>
          </p:nvPr>
        </p:nvSpPr>
        <p:spPr>
          <a:xfrm>
            <a:off x="840318" y="457200"/>
            <a:ext cx="3932700"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54"/>
          <p:cNvSpPr txBox="1">
            <a:spLocks noGrp="1"/>
          </p:cNvSpPr>
          <p:nvPr>
            <p:ph type="body" idx="1"/>
          </p:nvPr>
        </p:nvSpPr>
        <p:spPr>
          <a:xfrm>
            <a:off x="5183717" y="987426"/>
            <a:ext cx="6172200" cy="48735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SzPts val="3200"/>
              <a:buFont typeface="Tahoma"/>
              <a:buChar char="•"/>
              <a:defRPr sz="3200"/>
            </a:lvl1pPr>
            <a:lvl2pPr marL="914400" lvl="1" indent="-406400" algn="l">
              <a:lnSpc>
                <a:spcPct val="100000"/>
              </a:lnSpc>
              <a:spcBef>
                <a:spcPts val="560"/>
              </a:spcBef>
              <a:spcAft>
                <a:spcPts val="0"/>
              </a:spcAft>
              <a:buSzPts val="2800"/>
              <a:buFont typeface="Tahoma"/>
              <a:buChar char="—"/>
              <a:defRPr sz="2800"/>
            </a:lvl2pPr>
            <a:lvl3pPr marL="1371600" lvl="2" indent="-381000" algn="l">
              <a:lnSpc>
                <a:spcPct val="100000"/>
              </a:lnSpc>
              <a:spcBef>
                <a:spcPts val="480"/>
              </a:spcBef>
              <a:spcAft>
                <a:spcPts val="0"/>
              </a:spcAft>
              <a:buSzPts val="2400"/>
              <a:buFont typeface="Tahoma"/>
              <a:buChar char="•"/>
              <a:defRPr sz="2400"/>
            </a:lvl3pPr>
            <a:lvl4pPr marL="1828800" lvl="3" indent="-355600" algn="l">
              <a:lnSpc>
                <a:spcPct val="100000"/>
              </a:lnSpc>
              <a:spcBef>
                <a:spcPts val="400"/>
              </a:spcBef>
              <a:spcAft>
                <a:spcPts val="0"/>
              </a:spcAft>
              <a:buSzPts val="2000"/>
              <a:buFont typeface="Tahoma"/>
              <a:buChar char="–"/>
              <a:defRPr sz="2000"/>
            </a:lvl4pPr>
            <a:lvl5pPr marL="2286000" lvl="4" indent="-355600" algn="l">
              <a:lnSpc>
                <a:spcPct val="100000"/>
              </a:lnSpc>
              <a:spcBef>
                <a:spcPts val="400"/>
              </a:spcBef>
              <a:spcAft>
                <a:spcPts val="0"/>
              </a:spcAft>
              <a:buSzPts val="2000"/>
              <a:buFont typeface="Tahoma"/>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7" name="Google Shape;147;p54"/>
          <p:cNvSpPr txBox="1">
            <a:spLocks noGrp="1"/>
          </p:cNvSpPr>
          <p:nvPr>
            <p:ph type="body" idx="2"/>
          </p:nvPr>
        </p:nvSpPr>
        <p:spPr>
          <a:xfrm>
            <a:off x="840318" y="2057400"/>
            <a:ext cx="39327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SzPts val="1600"/>
              <a:buFont typeface="Tahoma"/>
              <a:buNone/>
              <a:defRPr sz="1600"/>
            </a:lvl1pPr>
            <a:lvl2pPr marL="914400" lvl="1" indent="-228600" algn="l">
              <a:lnSpc>
                <a:spcPct val="100000"/>
              </a:lnSpc>
              <a:spcBef>
                <a:spcPts val="280"/>
              </a:spcBef>
              <a:spcAft>
                <a:spcPts val="0"/>
              </a:spcAft>
              <a:buSzPts val="1400"/>
              <a:buFont typeface="Tahoma"/>
              <a:buNone/>
              <a:defRPr sz="1400"/>
            </a:lvl2pPr>
            <a:lvl3pPr marL="1371600" lvl="2" indent="-228600" algn="l">
              <a:lnSpc>
                <a:spcPct val="100000"/>
              </a:lnSpc>
              <a:spcBef>
                <a:spcPts val="240"/>
              </a:spcBef>
              <a:spcAft>
                <a:spcPts val="0"/>
              </a:spcAft>
              <a:buSzPts val="1200"/>
              <a:buFont typeface="Tahoma"/>
              <a:buNone/>
              <a:defRPr sz="1200"/>
            </a:lvl3pPr>
            <a:lvl4pPr marL="1828800" lvl="3" indent="-228600" algn="l">
              <a:lnSpc>
                <a:spcPct val="100000"/>
              </a:lnSpc>
              <a:spcBef>
                <a:spcPts val="200"/>
              </a:spcBef>
              <a:spcAft>
                <a:spcPts val="0"/>
              </a:spcAft>
              <a:buSzPts val="1000"/>
              <a:buFont typeface="Tahoma"/>
              <a:buNone/>
              <a:defRPr sz="1000"/>
            </a:lvl4pPr>
            <a:lvl5pPr marL="2286000" lvl="4" indent="-228600" algn="l">
              <a:lnSpc>
                <a:spcPct val="100000"/>
              </a:lnSpc>
              <a:spcBef>
                <a:spcPts val="200"/>
              </a:spcBef>
              <a:spcAft>
                <a:spcPts val="0"/>
              </a:spcAft>
              <a:buSzPts val="1000"/>
              <a:buFont typeface="Tahom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54"/>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54"/>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54"/>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1"/>
        <p:cNvGrpSpPr/>
        <p:nvPr/>
      </p:nvGrpSpPr>
      <p:grpSpPr>
        <a:xfrm>
          <a:off x="0" y="0"/>
          <a:ext cx="0" cy="0"/>
          <a:chOff x="0" y="0"/>
          <a:chExt cx="0" cy="0"/>
        </a:xfrm>
      </p:grpSpPr>
      <p:sp>
        <p:nvSpPr>
          <p:cNvPr id="152" name="Google Shape;152;p55"/>
          <p:cNvSpPr txBox="1">
            <a:spLocks noGrp="1"/>
          </p:cNvSpPr>
          <p:nvPr>
            <p:ph type="title"/>
          </p:nvPr>
        </p:nvSpPr>
        <p:spPr>
          <a:xfrm>
            <a:off x="840318" y="457200"/>
            <a:ext cx="3932700"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55"/>
          <p:cNvSpPr>
            <a:spLocks noGrp="1"/>
          </p:cNvSpPr>
          <p:nvPr>
            <p:ph type="pic" idx="2"/>
          </p:nvPr>
        </p:nvSpPr>
        <p:spPr>
          <a:xfrm>
            <a:off x="5183717" y="987426"/>
            <a:ext cx="6172200" cy="4873500"/>
          </a:xfrm>
          <a:prstGeom prst="rect">
            <a:avLst/>
          </a:prstGeom>
          <a:noFill/>
          <a:ln>
            <a:noFill/>
          </a:ln>
        </p:spPr>
      </p:sp>
      <p:sp>
        <p:nvSpPr>
          <p:cNvPr id="154" name="Google Shape;154;p55"/>
          <p:cNvSpPr txBox="1">
            <a:spLocks noGrp="1"/>
          </p:cNvSpPr>
          <p:nvPr>
            <p:ph type="body" idx="1"/>
          </p:nvPr>
        </p:nvSpPr>
        <p:spPr>
          <a:xfrm>
            <a:off x="840318" y="2057400"/>
            <a:ext cx="39327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SzPts val="1600"/>
              <a:buFont typeface="Tahoma"/>
              <a:buNone/>
              <a:defRPr sz="1600"/>
            </a:lvl1pPr>
            <a:lvl2pPr marL="914400" lvl="1" indent="-228600" algn="l">
              <a:lnSpc>
                <a:spcPct val="100000"/>
              </a:lnSpc>
              <a:spcBef>
                <a:spcPts val="280"/>
              </a:spcBef>
              <a:spcAft>
                <a:spcPts val="0"/>
              </a:spcAft>
              <a:buSzPts val="1400"/>
              <a:buFont typeface="Tahoma"/>
              <a:buNone/>
              <a:defRPr sz="1400"/>
            </a:lvl2pPr>
            <a:lvl3pPr marL="1371600" lvl="2" indent="-228600" algn="l">
              <a:lnSpc>
                <a:spcPct val="100000"/>
              </a:lnSpc>
              <a:spcBef>
                <a:spcPts val="240"/>
              </a:spcBef>
              <a:spcAft>
                <a:spcPts val="0"/>
              </a:spcAft>
              <a:buSzPts val="1200"/>
              <a:buFont typeface="Tahoma"/>
              <a:buNone/>
              <a:defRPr sz="1200"/>
            </a:lvl3pPr>
            <a:lvl4pPr marL="1828800" lvl="3" indent="-228600" algn="l">
              <a:lnSpc>
                <a:spcPct val="100000"/>
              </a:lnSpc>
              <a:spcBef>
                <a:spcPts val="200"/>
              </a:spcBef>
              <a:spcAft>
                <a:spcPts val="0"/>
              </a:spcAft>
              <a:buSzPts val="1000"/>
              <a:buFont typeface="Tahoma"/>
              <a:buNone/>
              <a:defRPr sz="1000"/>
            </a:lvl4pPr>
            <a:lvl5pPr marL="2286000" lvl="4" indent="-228600" algn="l">
              <a:lnSpc>
                <a:spcPct val="100000"/>
              </a:lnSpc>
              <a:spcBef>
                <a:spcPts val="200"/>
              </a:spcBef>
              <a:spcAft>
                <a:spcPts val="0"/>
              </a:spcAft>
              <a:buSzPts val="1000"/>
              <a:buFont typeface="Tahom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5" name="Google Shape;155;p55"/>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55"/>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55"/>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8"/>
        <p:cNvGrpSpPr/>
        <p:nvPr/>
      </p:nvGrpSpPr>
      <p:grpSpPr>
        <a:xfrm>
          <a:off x="0" y="0"/>
          <a:ext cx="0" cy="0"/>
          <a:chOff x="0" y="0"/>
          <a:chExt cx="0" cy="0"/>
        </a:xfrm>
      </p:grpSpPr>
      <p:sp>
        <p:nvSpPr>
          <p:cNvPr id="159" name="Google Shape;159;p56"/>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56"/>
          <p:cNvSpPr txBox="1">
            <a:spLocks noGrp="1"/>
          </p:cNvSpPr>
          <p:nvPr>
            <p:ph type="body" idx="1"/>
          </p:nvPr>
        </p:nvSpPr>
        <p:spPr>
          <a:xfrm rot="5400000">
            <a:off x="3719018" y="-1737750"/>
            <a:ext cx="4686300" cy="109050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56"/>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6"/>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6"/>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4"/>
        <p:cNvGrpSpPr/>
        <p:nvPr/>
      </p:nvGrpSpPr>
      <p:grpSpPr>
        <a:xfrm>
          <a:off x="0" y="0"/>
          <a:ext cx="0" cy="0"/>
          <a:chOff x="0" y="0"/>
          <a:chExt cx="0" cy="0"/>
        </a:xfrm>
      </p:grpSpPr>
      <p:sp>
        <p:nvSpPr>
          <p:cNvPr id="165" name="Google Shape;165;p57"/>
          <p:cNvSpPr txBox="1">
            <a:spLocks noGrp="1"/>
          </p:cNvSpPr>
          <p:nvPr>
            <p:ph type="title"/>
          </p:nvPr>
        </p:nvSpPr>
        <p:spPr>
          <a:xfrm rot="5400000">
            <a:off x="7190317" y="1733550"/>
            <a:ext cx="5905500" cy="2743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57"/>
          <p:cNvSpPr txBox="1">
            <a:spLocks noGrp="1"/>
          </p:cNvSpPr>
          <p:nvPr>
            <p:ph type="body" idx="1"/>
          </p:nvPr>
        </p:nvSpPr>
        <p:spPr>
          <a:xfrm rot="5400000">
            <a:off x="1602267" y="-908100"/>
            <a:ext cx="5905500" cy="8026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7" name="Google Shape;167;p57"/>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7"/>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7"/>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70"/>
        <p:cNvGrpSpPr/>
        <p:nvPr/>
      </p:nvGrpSpPr>
      <p:grpSpPr>
        <a:xfrm>
          <a:off x="0" y="0"/>
          <a:ext cx="0" cy="0"/>
          <a:chOff x="0" y="0"/>
          <a:chExt cx="0" cy="0"/>
        </a:xfrm>
      </p:grpSpPr>
      <p:sp>
        <p:nvSpPr>
          <p:cNvPr id="171" name="Google Shape;171;p58"/>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58"/>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58"/>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58"/>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1"/>
        <p:cNvGrpSpPr/>
        <p:nvPr/>
      </p:nvGrpSpPr>
      <p:grpSpPr>
        <a:xfrm>
          <a:off x="0" y="0"/>
          <a:ext cx="0" cy="0"/>
          <a:chOff x="0" y="0"/>
          <a:chExt cx="0" cy="0"/>
        </a:xfrm>
      </p:grpSpPr>
      <p:sp>
        <p:nvSpPr>
          <p:cNvPr id="182" name="Google Shape;182;p38"/>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38"/>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38"/>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5"/>
        <p:cNvGrpSpPr/>
        <p:nvPr/>
      </p:nvGrpSpPr>
      <p:grpSpPr>
        <a:xfrm>
          <a:off x="0" y="0"/>
          <a:ext cx="0" cy="0"/>
          <a:chOff x="0" y="0"/>
          <a:chExt cx="0" cy="0"/>
        </a:xfrm>
      </p:grpSpPr>
      <p:sp>
        <p:nvSpPr>
          <p:cNvPr id="186" name="Google Shape;186;p70"/>
          <p:cNvSpPr txBox="1">
            <a:spLocks noGrp="1"/>
          </p:cNvSpPr>
          <p:nvPr>
            <p:ph type="ctrTitle"/>
          </p:nvPr>
        </p:nvSpPr>
        <p:spPr>
          <a:xfrm>
            <a:off x="914400" y="2130426"/>
            <a:ext cx="10363200" cy="1470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87" name="Google Shape;187;p70"/>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a:endParaRPr/>
          </a:p>
        </p:txBody>
      </p:sp>
      <p:sp>
        <p:nvSpPr>
          <p:cNvPr id="188" name="Google Shape;188;p70"/>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p70"/>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70"/>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1"/>
        <p:cNvGrpSpPr/>
        <p:nvPr/>
      </p:nvGrpSpPr>
      <p:grpSpPr>
        <a:xfrm>
          <a:off x="0" y="0"/>
          <a:ext cx="0" cy="0"/>
          <a:chOff x="0" y="0"/>
          <a:chExt cx="0" cy="0"/>
        </a:xfrm>
      </p:grpSpPr>
      <p:sp>
        <p:nvSpPr>
          <p:cNvPr id="192" name="Google Shape;192;p7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3" name="Google Shape;193;p71"/>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94" name="Google Shape;194;p71"/>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71"/>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71"/>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7"/>
        <p:cNvGrpSpPr/>
        <p:nvPr/>
      </p:nvGrpSpPr>
      <p:grpSpPr>
        <a:xfrm>
          <a:off x="0" y="0"/>
          <a:ext cx="0" cy="0"/>
          <a:chOff x="0" y="0"/>
          <a:chExt cx="0" cy="0"/>
        </a:xfrm>
      </p:grpSpPr>
      <p:sp>
        <p:nvSpPr>
          <p:cNvPr id="198" name="Google Shape;198;p72"/>
          <p:cNvSpPr txBox="1">
            <a:spLocks noGrp="1"/>
          </p:cNvSpPr>
          <p:nvPr>
            <p:ph type="title"/>
          </p:nvPr>
        </p:nvSpPr>
        <p:spPr>
          <a:xfrm>
            <a:off x="963084" y="4406901"/>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9" name="Google Shape;199;p72"/>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chemeClr val="dk1"/>
              </a:buClr>
              <a:buSzPts val="2000"/>
              <a:buFont typeface="Arial"/>
              <a:buNone/>
              <a:defRPr sz="2000"/>
            </a:lvl1pPr>
            <a:lvl2pPr marL="914400" lvl="1" indent="-228600" algn="l">
              <a:lnSpc>
                <a:spcPct val="100000"/>
              </a:lnSpc>
              <a:spcBef>
                <a:spcPts val="360"/>
              </a:spcBef>
              <a:spcAft>
                <a:spcPts val="0"/>
              </a:spcAft>
              <a:buClr>
                <a:schemeClr val="dk1"/>
              </a:buClr>
              <a:buSzPts val="1800"/>
              <a:buFont typeface="Arial"/>
              <a:buNone/>
              <a:defRPr sz="1800"/>
            </a:lvl2pPr>
            <a:lvl3pPr marL="1371600" lvl="2" indent="-228600" algn="l">
              <a:lnSpc>
                <a:spcPct val="100000"/>
              </a:lnSpc>
              <a:spcBef>
                <a:spcPts val="320"/>
              </a:spcBef>
              <a:spcAft>
                <a:spcPts val="0"/>
              </a:spcAft>
              <a:buClr>
                <a:schemeClr val="dk1"/>
              </a:buClr>
              <a:buSzPts val="1600"/>
              <a:buFont typeface="Arial"/>
              <a:buNone/>
              <a:defRPr sz="1600"/>
            </a:lvl3pPr>
            <a:lvl4pPr marL="1828800" lvl="3" indent="-228600" algn="l">
              <a:lnSpc>
                <a:spcPct val="100000"/>
              </a:lnSpc>
              <a:spcBef>
                <a:spcPts val="280"/>
              </a:spcBef>
              <a:spcAft>
                <a:spcPts val="0"/>
              </a:spcAft>
              <a:buClr>
                <a:schemeClr val="dk1"/>
              </a:buClr>
              <a:buSzPts val="1400"/>
              <a:buFont typeface="Arial"/>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228600" algn="l">
              <a:lnSpc>
                <a:spcPct val="100000"/>
              </a:lnSpc>
              <a:spcBef>
                <a:spcPts val="280"/>
              </a:spcBef>
              <a:spcAft>
                <a:spcPts val="0"/>
              </a:spcAft>
              <a:buClr>
                <a:schemeClr val="dk1"/>
              </a:buClr>
              <a:buSzPts val="1400"/>
              <a:buFont typeface="Arial"/>
              <a:buNone/>
              <a:defRPr sz="1400"/>
            </a:lvl6pPr>
            <a:lvl7pPr marL="3200400" lvl="6" indent="-228600" algn="l">
              <a:lnSpc>
                <a:spcPct val="100000"/>
              </a:lnSpc>
              <a:spcBef>
                <a:spcPts val="280"/>
              </a:spcBef>
              <a:spcAft>
                <a:spcPts val="0"/>
              </a:spcAft>
              <a:buClr>
                <a:schemeClr val="dk1"/>
              </a:buClr>
              <a:buSzPts val="1400"/>
              <a:buFont typeface="Arial"/>
              <a:buNone/>
              <a:defRPr sz="1400"/>
            </a:lvl7pPr>
            <a:lvl8pPr marL="3657600" lvl="7" indent="-228600" algn="l">
              <a:lnSpc>
                <a:spcPct val="100000"/>
              </a:lnSpc>
              <a:spcBef>
                <a:spcPts val="280"/>
              </a:spcBef>
              <a:spcAft>
                <a:spcPts val="0"/>
              </a:spcAft>
              <a:buClr>
                <a:schemeClr val="dk1"/>
              </a:buClr>
              <a:buSzPts val="1400"/>
              <a:buFont typeface="Arial"/>
              <a:buNone/>
              <a:defRPr sz="1400"/>
            </a:lvl8pPr>
            <a:lvl9pPr marL="4114800" lvl="8" indent="-228600" algn="l">
              <a:lnSpc>
                <a:spcPct val="100000"/>
              </a:lnSpc>
              <a:spcBef>
                <a:spcPts val="280"/>
              </a:spcBef>
              <a:spcAft>
                <a:spcPts val="0"/>
              </a:spcAft>
              <a:buClr>
                <a:schemeClr val="dk1"/>
              </a:buClr>
              <a:buSzPts val="1400"/>
              <a:buFont typeface="Arial"/>
              <a:buNone/>
              <a:defRPr sz="1400"/>
            </a:lvl9pPr>
          </a:lstStyle>
          <a:p>
            <a:endParaRPr/>
          </a:p>
        </p:txBody>
      </p:sp>
      <p:sp>
        <p:nvSpPr>
          <p:cNvPr id="200" name="Google Shape;200;p72"/>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p72"/>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72"/>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3"/>
        <p:cNvGrpSpPr/>
        <p:nvPr/>
      </p:nvGrpSpPr>
      <p:grpSpPr>
        <a:xfrm>
          <a:off x="0" y="0"/>
          <a:ext cx="0" cy="0"/>
          <a:chOff x="0" y="0"/>
          <a:chExt cx="0" cy="0"/>
        </a:xfrm>
      </p:grpSpPr>
      <p:sp>
        <p:nvSpPr>
          <p:cNvPr id="204" name="Google Shape;204;p7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05" name="Google Shape;205;p73"/>
          <p:cNvSpPr txBox="1">
            <a:spLocks noGrp="1"/>
          </p:cNvSpPr>
          <p:nvPr>
            <p:ph type="body" idx="1"/>
          </p:nvPr>
        </p:nvSpPr>
        <p:spPr>
          <a:xfrm>
            <a:off x="609600" y="1600201"/>
            <a:ext cx="53847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480"/>
              </a:spcBef>
              <a:spcAft>
                <a:spcPts val="0"/>
              </a:spcAft>
              <a:buClr>
                <a:schemeClr val="dk1"/>
              </a:buClr>
              <a:buSzPts val="2400"/>
              <a:buFont typeface="Arial"/>
              <a:buChar char="–"/>
              <a:defRPr sz="2400"/>
            </a:lvl2pPr>
            <a:lvl3pPr marL="1371600" lvl="2" indent="-355600" algn="l">
              <a:lnSpc>
                <a:spcPct val="100000"/>
              </a:lnSpc>
              <a:spcBef>
                <a:spcPts val="400"/>
              </a:spcBef>
              <a:spcAft>
                <a:spcPts val="0"/>
              </a:spcAft>
              <a:buClr>
                <a:schemeClr val="dk1"/>
              </a:buClr>
              <a:buSzPts val="2000"/>
              <a:buFont typeface="Arial"/>
              <a:buChar char="•"/>
              <a:defRPr sz="2000"/>
            </a:lvl3pPr>
            <a:lvl4pPr marL="1828800" lvl="3" indent="-342900" algn="l">
              <a:lnSpc>
                <a:spcPct val="100000"/>
              </a:lnSpc>
              <a:spcBef>
                <a:spcPts val="360"/>
              </a:spcBef>
              <a:spcAft>
                <a:spcPts val="0"/>
              </a:spcAft>
              <a:buClr>
                <a:schemeClr val="dk1"/>
              </a:buClr>
              <a:buSzPts val="1800"/>
              <a:buFont typeface="Arial"/>
              <a:buChar char="–"/>
              <a:defRPr sz="1800"/>
            </a:lvl4pPr>
            <a:lvl5pPr marL="2286000" lvl="4" indent="-342900" algn="l">
              <a:lnSpc>
                <a:spcPct val="100000"/>
              </a:lnSpc>
              <a:spcBef>
                <a:spcPts val="360"/>
              </a:spcBef>
              <a:spcAft>
                <a:spcPts val="0"/>
              </a:spcAft>
              <a:buClr>
                <a:schemeClr val="dk1"/>
              </a:buClr>
              <a:buSzPts val="1800"/>
              <a:buFont typeface="Arial"/>
              <a:buChar char="»"/>
              <a:defRPr sz="1800"/>
            </a:lvl5pPr>
            <a:lvl6pPr marL="2743200" lvl="5" indent="-342900" algn="l">
              <a:lnSpc>
                <a:spcPct val="100000"/>
              </a:lnSpc>
              <a:spcBef>
                <a:spcPts val="360"/>
              </a:spcBef>
              <a:spcAft>
                <a:spcPts val="0"/>
              </a:spcAft>
              <a:buClr>
                <a:schemeClr val="dk1"/>
              </a:buClr>
              <a:buSzPts val="1800"/>
              <a:buFont typeface="Arial"/>
              <a:buChar char="»"/>
              <a:defRPr sz="1800"/>
            </a:lvl6pPr>
            <a:lvl7pPr marL="3200400" lvl="6" indent="-342900" algn="l">
              <a:lnSpc>
                <a:spcPct val="100000"/>
              </a:lnSpc>
              <a:spcBef>
                <a:spcPts val="360"/>
              </a:spcBef>
              <a:spcAft>
                <a:spcPts val="0"/>
              </a:spcAft>
              <a:buClr>
                <a:schemeClr val="dk1"/>
              </a:buClr>
              <a:buSzPts val="1800"/>
              <a:buFont typeface="Arial"/>
              <a:buChar char="»"/>
              <a:defRPr sz="1800"/>
            </a:lvl7pPr>
            <a:lvl8pPr marL="3657600" lvl="7" indent="-342900" algn="l">
              <a:lnSpc>
                <a:spcPct val="100000"/>
              </a:lnSpc>
              <a:spcBef>
                <a:spcPts val="360"/>
              </a:spcBef>
              <a:spcAft>
                <a:spcPts val="0"/>
              </a:spcAft>
              <a:buClr>
                <a:schemeClr val="dk1"/>
              </a:buClr>
              <a:buSzPts val="1800"/>
              <a:buFont typeface="Arial"/>
              <a:buChar char="»"/>
              <a:defRPr sz="1800"/>
            </a:lvl8pPr>
            <a:lvl9pPr marL="4114800" lvl="8" indent="-342900" algn="l">
              <a:lnSpc>
                <a:spcPct val="100000"/>
              </a:lnSpc>
              <a:spcBef>
                <a:spcPts val="360"/>
              </a:spcBef>
              <a:spcAft>
                <a:spcPts val="0"/>
              </a:spcAft>
              <a:buClr>
                <a:schemeClr val="dk1"/>
              </a:buClr>
              <a:buSzPts val="1800"/>
              <a:buFont typeface="Arial"/>
              <a:buChar char="»"/>
              <a:defRPr sz="1800"/>
            </a:lvl9pPr>
          </a:lstStyle>
          <a:p>
            <a:endParaRPr/>
          </a:p>
        </p:txBody>
      </p:sp>
      <p:sp>
        <p:nvSpPr>
          <p:cNvPr id="206" name="Google Shape;206;p73"/>
          <p:cNvSpPr txBox="1">
            <a:spLocks noGrp="1"/>
          </p:cNvSpPr>
          <p:nvPr>
            <p:ph type="body" idx="2"/>
          </p:nvPr>
        </p:nvSpPr>
        <p:spPr>
          <a:xfrm>
            <a:off x="6197600" y="1600201"/>
            <a:ext cx="53847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480"/>
              </a:spcBef>
              <a:spcAft>
                <a:spcPts val="0"/>
              </a:spcAft>
              <a:buClr>
                <a:schemeClr val="dk1"/>
              </a:buClr>
              <a:buSzPts val="2400"/>
              <a:buFont typeface="Arial"/>
              <a:buChar char="–"/>
              <a:defRPr sz="2400"/>
            </a:lvl2pPr>
            <a:lvl3pPr marL="1371600" lvl="2" indent="-355600" algn="l">
              <a:lnSpc>
                <a:spcPct val="100000"/>
              </a:lnSpc>
              <a:spcBef>
                <a:spcPts val="400"/>
              </a:spcBef>
              <a:spcAft>
                <a:spcPts val="0"/>
              </a:spcAft>
              <a:buClr>
                <a:schemeClr val="dk1"/>
              </a:buClr>
              <a:buSzPts val="2000"/>
              <a:buFont typeface="Arial"/>
              <a:buChar char="•"/>
              <a:defRPr sz="2000"/>
            </a:lvl3pPr>
            <a:lvl4pPr marL="1828800" lvl="3" indent="-342900" algn="l">
              <a:lnSpc>
                <a:spcPct val="100000"/>
              </a:lnSpc>
              <a:spcBef>
                <a:spcPts val="360"/>
              </a:spcBef>
              <a:spcAft>
                <a:spcPts val="0"/>
              </a:spcAft>
              <a:buClr>
                <a:schemeClr val="dk1"/>
              </a:buClr>
              <a:buSzPts val="1800"/>
              <a:buFont typeface="Arial"/>
              <a:buChar char="–"/>
              <a:defRPr sz="1800"/>
            </a:lvl4pPr>
            <a:lvl5pPr marL="2286000" lvl="4" indent="-342900" algn="l">
              <a:lnSpc>
                <a:spcPct val="100000"/>
              </a:lnSpc>
              <a:spcBef>
                <a:spcPts val="360"/>
              </a:spcBef>
              <a:spcAft>
                <a:spcPts val="0"/>
              </a:spcAft>
              <a:buClr>
                <a:schemeClr val="dk1"/>
              </a:buClr>
              <a:buSzPts val="1800"/>
              <a:buFont typeface="Arial"/>
              <a:buChar char="»"/>
              <a:defRPr sz="1800"/>
            </a:lvl5pPr>
            <a:lvl6pPr marL="2743200" lvl="5" indent="-342900" algn="l">
              <a:lnSpc>
                <a:spcPct val="100000"/>
              </a:lnSpc>
              <a:spcBef>
                <a:spcPts val="360"/>
              </a:spcBef>
              <a:spcAft>
                <a:spcPts val="0"/>
              </a:spcAft>
              <a:buClr>
                <a:schemeClr val="dk1"/>
              </a:buClr>
              <a:buSzPts val="1800"/>
              <a:buFont typeface="Arial"/>
              <a:buChar char="»"/>
              <a:defRPr sz="1800"/>
            </a:lvl6pPr>
            <a:lvl7pPr marL="3200400" lvl="6" indent="-342900" algn="l">
              <a:lnSpc>
                <a:spcPct val="100000"/>
              </a:lnSpc>
              <a:spcBef>
                <a:spcPts val="360"/>
              </a:spcBef>
              <a:spcAft>
                <a:spcPts val="0"/>
              </a:spcAft>
              <a:buClr>
                <a:schemeClr val="dk1"/>
              </a:buClr>
              <a:buSzPts val="1800"/>
              <a:buFont typeface="Arial"/>
              <a:buChar char="»"/>
              <a:defRPr sz="1800"/>
            </a:lvl7pPr>
            <a:lvl8pPr marL="3657600" lvl="7" indent="-342900" algn="l">
              <a:lnSpc>
                <a:spcPct val="100000"/>
              </a:lnSpc>
              <a:spcBef>
                <a:spcPts val="360"/>
              </a:spcBef>
              <a:spcAft>
                <a:spcPts val="0"/>
              </a:spcAft>
              <a:buClr>
                <a:schemeClr val="dk1"/>
              </a:buClr>
              <a:buSzPts val="1800"/>
              <a:buFont typeface="Arial"/>
              <a:buChar char="»"/>
              <a:defRPr sz="1800"/>
            </a:lvl8pPr>
            <a:lvl9pPr marL="4114800" lvl="8" indent="-342900" algn="l">
              <a:lnSpc>
                <a:spcPct val="100000"/>
              </a:lnSpc>
              <a:spcBef>
                <a:spcPts val="360"/>
              </a:spcBef>
              <a:spcAft>
                <a:spcPts val="0"/>
              </a:spcAft>
              <a:buClr>
                <a:schemeClr val="dk1"/>
              </a:buClr>
              <a:buSzPts val="1800"/>
              <a:buFont typeface="Arial"/>
              <a:buChar char="»"/>
              <a:defRPr sz="1800"/>
            </a:lvl9pPr>
          </a:lstStyle>
          <a:p>
            <a:endParaRPr/>
          </a:p>
        </p:txBody>
      </p:sp>
      <p:sp>
        <p:nvSpPr>
          <p:cNvPr id="207" name="Google Shape;207;p73"/>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73"/>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73"/>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0"/>
        <p:cNvGrpSpPr/>
        <p:nvPr/>
      </p:nvGrpSpPr>
      <p:grpSpPr>
        <a:xfrm>
          <a:off x="0" y="0"/>
          <a:ext cx="0" cy="0"/>
          <a:chOff x="0" y="0"/>
          <a:chExt cx="0" cy="0"/>
        </a:xfrm>
      </p:grpSpPr>
      <p:sp>
        <p:nvSpPr>
          <p:cNvPr id="211" name="Google Shape;211;p7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2" name="Google Shape;212;p74"/>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100000"/>
              </a:lnSpc>
              <a:spcBef>
                <a:spcPts val="320"/>
              </a:spcBef>
              <a:spcAft>
                <a:spcPts val="0"/>
              </a:spcAft>
              <a:buClr>
                <a:schemeClr val="dk1"/>
              </a:buClr>
              <a:buSzPts val="1600"/>
              <a:buFont typeface="Arial"/>
              <a:buNone/>
              <a:defRPr sz="1600" b="1"/>
            </a:lvl6pPr>
            <a:lvl7pPr marL="3200400" lvl="6" indent="-228600" algn="l">
              <a:lnSpc>
                <a:spcPct val="100000"/>
              </a:lnSpc>
              <a:spcBef>
                <a:spcPts val="320"/>
              </a:spcBef>
              <a:spcAft>
                <a:spcPts val="0"/>
              </a:spcAft>
              <a:buClr>
                <a:schemeClr val="dk1"/>
              </a:buClr>
              <a:buSzPts val="1600"/>
              <a:buFont typeface="Arial"/>
              <a:buNone/>
              <a:defRPr sz="1600" b="1"/>
            </a:lvl7pPr>
            <a:lvl8pPr marL="3657600" lvl="7" indent="-228600" algn="l">
              <a:lnSpc>
                <a:spcPct val="100000"/>
              </a:lnSpc>
              <a:spcBef>
                <a:spcPts val="320"/>
              </a:spcBef>
              <a:spcAft>
                <a:spcPts val="0"/>
              </a:spcAft>
              <a:buClr>
                <a:schemeClr val="dk1"/>
              </a:buClr>
              <a:buSzPts val="1600"/>
              <a:buFont typeface="Arial"/>
              <a:buNone/>
              <a:defRPr sz="1600" b="1"/>
            </a:lvl8pPr>
            <a:lvl9pPr marL="4114800" lvl="8" indent="-228600" algn="l">
              <a:lnSpc>
                <a:spcPct val="100000"/>
              </a:lnSpc>
              <a:spcBef>
                <a:spcPts val="320"/>
              </a:spcBef>
              <a:spcAft>
                <a:spcPts val="0"/>
              </a:spcAft>
              <a:buClr>
                <a:schemeClr val="dk1"/>
              </a:buClr>
              <a:buSzPts val="1600"/>
              <a:buFont typeface="Arial"/>
              <a:buNone/>
              <a:defRPr sz="1600" b="1"/>
            </a:lvl9pPr>
          </a:lstStyle>
          <a:p>
            <a:endParaRPr/>
          </a:p>
        </p:txBody>
      </p:sp>
      <p:sp>
        <p:nvSpPr>
          <p:cNvPr id="213" name="Google Shape;213;p74"/>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55600" algn="l">
              <a:lnSpc>
                <a:spcPct val="100000"/>
              </a:lnSpc>
              <a:spcBef>
                <a:spcPts val="400"/>
              </a:spcBef>
              <a:spcAft>
                <a:spcPts val="0"/>
              </a:spcAft>
              <a:buClr>
                <a:schemeClr val="dk1"/>
              </a:buClr>
              <a:buSzPts val="2000"/>
              <a:buFont typeface="Arial"/>
              <a:buChar char="–"/>
              <a:defRPr sz="20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30200" algn="l">
              <a:lnSpc>
                <a:spcPct val="100000"/>
              </a:lnSpc>
              <a:spcBef>
                <a:spcPts val="320"/>
              </a:spcBef>
              <a:spcAft>
                <a:spcPts val="0"/>
              </a:spcAft>
              <a:buClr>
                <a:schemeClr val="dk1"/>
              </a:buClr>
              <a:buSzPts val="1600"/>
              <a:buFont typeface="Arial"/>
              <a:buChar char="–"/>
              <a:defRPr sz="1600"/>
            </a:lvl4pPr>
            <a:lvl5pPr marL="2286000" lvl="4" indent="-330200" algn="l">
              <a:lnSpc>
                <a:spcPct val="100000"/>
              </a:lnSpc>
              <a:spcBef>
                <a:spcPts val="320"/>
              </a:spcBef>
              <a:spcAft>
                <a:spcPts val="0"/>
              </a:spcAft>
              <a:buClr>
                <a:schemeClr val="dk1"/>
              </a:buClr>
              <a:buSzPts val="1600"/>
              <a:buFont typeface="Arial"/>
              <a:buChar char="»"/>
              <a:defRPr sz="1600"/>
            </a:lvl5pPr>
            <a:lvl6pPr marL="2743200" lvl="5" indent="-330200" algn="l">
              <a:lnSpc>
                <a:spcPct val="100000"/>
              </a:lnSpc>
              <a:spcBef>
                <a:spcPts val="320"/>
              </a:spcBef>
              <a:spcAft>
                <a:spcPts val="0"/>
              </a:spcAft>
              <a:buClr>
                <a:schemeClr val="dk1"/>
              </a:buClr>
              <a:buSzPts val="1600"/>
              <a:buFont typeface="Arial"/>
              <a:buChar char="»"/>
              <a:defRPr sz="1600"/>
            </a:lvl6pPr>
            <a:lvl7pPr marL="3200400" lvl="6" indent="-330200" algn="l">
              <a:lnSpc>
                <a:spcPct val="100000"/>
              </a:lnSpc>
              <a:spcBef>
                <a:spcPts val="320"/>
              </a:spcBef>
              <a:spcAft>
                <a:spcPts val="0"/>
              </a:spcAft>
              <a:buClr>
                <a:schemeClr val="dk1"/>
              </a:buClr>
              <a:buSzPts val="1600"/>
              <a:buFont typeface="Arial"/>
              <a:buChar char="»"/>
              <a:defRPr sz="1600"/>
            </a:lvl7pPr>
            <a:lvl8pPr marL="3657600" lvl="7" indent="-330200" algn="l">
              <a:lnSpc>
                <a:spcPct val="100000"/>
              </a:lnSpc>
              <a:spcBef>
                <a:spcPts val="320"/>
              </a:spcBef>
              <a:spcAft>
                <a:spcPts val="0"/>
              </a:spcAft>
              <a:buClr>
                <a:schemeClr val="dk1"/>
              </a:buClr>
              <a:buSzPts val="1600"/>
              <a:buFont typeface="Arial"/>
              <a:buChar char="»"/>
              <a:defRPr sz="1600"/>
            </a:lvl8pPr>
            <a:lvl9pPr marL="4114800" lvl="8" indent="-330200" algn="l">
              <a:lnSpc>
                <a:spcPct val="100000"/>
              </a:lnSpc>
              <a:spcBef>
                <a:spcPts val="320"/>
              </a:spcBef>
              <a:spcAft>
                <a:spcPts val="0"/>
              </a:spcAft>
              <a:buClr>
                <a:schemeClr val="dk1"/>
              </a:buClr>
              <a:buSzPts val="1600"/>
              <a:buFont typeface="Arial"/>
              <a:buChar char="»"/>
              <a:defRPr sz="1600"/>
            </a:lvl9pPr>
          </a:lstStyle>
          <a:p>
            <a:endParaRPr/>
          </a:p>
        </p:txBody>
      </p:sp>
      <p:sp>
        <p:nvSpPr>
          <p:cNvPr id="214" name="Google Shape;214;p74"/>
          <p:cNvSpPr txBox="1">
            <a:spLocks noGrp="1"/>
          </p:cNvSpPr>
          <p:nvPr>
            <p:ph type="body" idx="3"/>
          </p:nvPr>
        </p:nvSpPr>
        <p:spPr>
          <a:xfrm>
            <a:off x="6193368" y="1535113"/>
            <a:ext cx="53889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100000"/>
              </a:lnSpc>
              <a:spcBef>
                <a:spcPts val="320"/>
              </a:spcBef>
              <a:spcAft>
                <a:spcPts val="0"/>
              </a:spcAft>
              <a:buClr>
                <a:schemeClr val="dk1"/>
              </a:buClr>
              <a:buSzPts val="1600"/>
              <a:buFont typeface="Arial"/>
              <a:buNone/>
              <a:defRPr sz="1600" b="1"/>
            </a:lvl6pPr>
            <a:lvl7pPr marL="3200400" lvl="6" indent="-228600" algn="l">
              <a:lnSpc>
                <a:spcPct val="100000"/>
              </a:lnSpc>
              <a:spcBef>
                <a:spcPts val="320"/>
              </a:spcBef>
              <a:spcAft>
                <a:spcPts val="0"/>
              </a:spcAft>
              <a:buClr>
                <a:schemeClr val="dk1"/>
              </a:buClr>
              <a:buSzPts val="1600"/>
              <a:buFont typeface="Arial"/>
              <a:buNone/>
              <a:defRPr sz="1600" b="1"/>
            </a:lvl7pPr>
            <a:lvl8pPr marL="3657600" lvl="7" indent="-228600" algn="l">
              <a:lnSpc>
                <a:spcPct val="100000"/>
              </a:lnSpc>
              <a:spcBef>
                <a:spcPts val="320"/>
              </a:spcBef>
              <a:spcAft>
                <a:spcPts val="0"/>
              </a:spcAft>
              <a:buClr>
                <a:schemeClr val="dk1"/>
              </a:buClr>
              <a:buSzPts val="1600"/>
              <a:buFont typeface="Arial"/>
              <a:buNone/>
              <a:defRPr sz="1600" b="1"/>
            </a:lvl8pPr>
            <a:lvl9pPr marL="4114800" lvl="8" indent="-228600" algn="l">
              <a:lnSpc>
                <a:spcPct val="100000"/>
              </a:lnSpc>
              <a:spcBef>
                <a:spcPts val="320"/>
              </a:spcBef>
              <a:spcAft>
                <a:spcPts val="0"/>
              </a:spcAft>
              <a:buClr>
                <a:schemeClr val="dk1"/>
              </a:buClr>
              <a:buSzPts val="1600"/>
              <a:buFont typeface="Arial"/>
              <a:buNone/>
              <a:defRPr sz="1600" b="1"/>
            </a:lvl9pPr>
          </a:lstStyle>
          <a:p>
            <a:endParaRPr/>
          </a:p>
        </p:txBody>
      </p:sp>
      <p:sp>
        <p:nvSpPr>
          <p:cNvPr id="215" name="Google Shape;215;p74"/>
          <p:cNvSpPr txBox="1">
            <a:spLocks noGrp="1"/>
          </p:cNvSpPr>
          <p:nvPr>
            <p:ph type="body" idx="4"/>
          </p:nvPr>
        </p:nvSpPr>
        <p:spPr>
          <a:xfrm>
            <a:off x="6193368" y="2174875"/>
            <a:ext cx="53889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55600" algn="l">
              <a:lnSpc>
                <a:spcPct val="100000"/>
              </a:lnSpc>
              <a:spcBef>
                <a:spcPts val="400"/>
              </a:spcBef>
              <a:spcAft>
                <a:spcPts val="0"/>
              </a:spcAft>
              <a:buClr>
                <a:schemeClr val="dk1"/>
              </a:buClr>
              <a:buSzPts val="2000"/>
              <a:buFont typeface="Arial"/>
              <a:buChar char="–"/>
              <a:defRPr sz="20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30200" algn="l">
              <a:lnSpc>
                <a:spcPct val="100000"/>
              </a:lnSpc>
              <a:spcBef>
                <a:spcPts val="320"/>
              </a:spcBef>
              <a:spcAft>
                <a:spcPts val="0"/>
              </a:spcAft>
              <a:buClr>
                <a:schemeClr val="dk1"/>
              </a:buClr>
              <a:buSzPts val="1600"/>
              <a:buFont typeface="Arial"/>
              <a:buChar char="–"/>
              <a:defRPr sz="1600"/>
            </a:lvl4pPr>
            <a:lvl5pPr marL="2286000" lvl="4" indent="-330200" algn="l">
              <a:lnSpc>
                <a:spcPct val="100000"/>
              </a:lnSpc>
              <a:spcBef>
                <a:spcPts val="320"/>
              </a:spcBef>
              <a:spcAft>
                <a:spcPts val="0"/>
              </a:spcAft>
              <a:buClr>
                <a:schemeClr val="dk1"/>
              </a:buClr>
              <a:buSzPts val="1600"/>
              <a:buFont typeface="Arial"/>
              <a:buChar char="»"/>
              <a:defRPr sz="1600"/>
            </a:lvl5pPr>
            <a:lvl6pPr marL="2743200" lvl="5" indent="-330200" algn="l">
              <a:lnSpc>
                <a:spcPct val="100000"/>
              </a:lnSpc>
              <a:spcBef>
                <a:spcPts val="320"/>
              </a:spcBef>
              <a:spcAft>
                <a:spcPts val="0"/>
              </a:spcAft>
              <a:buClr>
                <a:schemeClr val="dk1"/>
              </a:buClr>
              <a:buSzPts val="1600"/>
              <a:buFont typeface="Arial"/>
              <a:buChar char="»"/>
              <a:defRPr sz="1600"/>
            </a:lvl6pPr>
            <a:lvl7pPr marL="3200400" lvl="6" indent="-330200" algn="l">
              <a:lnSpc>
                <a:spcPct val="100000"/>
              </a:lnSpc>
              <a:spcBef>
                <a:spcPts val="320"/>
              </a:spcBef>
              <a:spcAft>
                <a:spcPts val="0"/>
              </a:spcAft>
              <a:buClr>
                <a:schemeClr val="dk1"/>
              </a:buClr>
              <a:buSzPts val="1600"/>
              <a:buFont typeface="Arial"/>
              <a:buChar char="»"/>
              <a:defRPr sz="1600"/>
            </a:lvl7pPr>
            <a:lvl8pPr marL="3657600" lvl="7" indent="-330200" algn="l">
              <a:lnSpc>
                <a:spcPct val="100000"/>
              </a:lnSpc>
              <a:spcBef>
                <a:spcPts val="320"/>
              </a:spcBef>
              <a:spcAft>
                <a:spcPts val="0"/>
              </a:spcAft>
              <a:buClr>
                <a:schemeClr val="dk1"/>
              </a:buClr>
              <a:buSzPts val="1600"/>
              <a:buFont typeface="Arial"/>
              <a:buChar char="»"/>
              <a:defRPr sz="1600"/>
            </a:lvl8pPr>
            <a:lvl9pPr marL="4114800" lvl="8" indent="-330200" algn="l">
              <a:lnSpc>
                <a:spcPct val="100000"/>
              </a:lnSpc>
              <a:spcBef>
                <a:spcPts val="320"/>
              </a:spcBef>
              <a:spcAft>
                <a:spcPts val="0"/>
              </a:spcAft>
              <a:buClr>
                <a:schemeClr val="dk1"/>
              </a:buClr>
              <a:buSzPts val="1600"/>
              <a:buFont typeface="Arial"/>
              <a:buChar char="»"/>
              <a:defRPr sz="1600"/>
            </a:lvl9pPr>
          </a:lstStyle>
          <a:p>
            <a:endParaRPr/>
          </a:p>
        </p:txBody>
      </p:sp>
      <p:sp>
        <p:nvSpPr>
          <p:cNvPr id="216" name="Google Shape;216;p74"/>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74"/>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74"/>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9"/>
        <p:cNvGrpSpPr/>
        <p:nvPr/>
      </p:nvGrpSpPr>
      <p:grpSpPr>
        <a:xfrm>
          <a:off x="0" y="0"/>
          <a:ext cx="0" cy="0"/>
          <a:chOff x="0" y="0"/>
          <a:chExt cx="0" cy="0"/>
        </a:xfrm>
      </p:grpSpPr>
      <p:sp>
        <p:nvSpPr>
          <p:cNvPr id="220" name="Google Shape;220;p7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1" name="Google Shape;221;p75"/>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75"/>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3" name="Google Shape;223;p75"/>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24"/>
        <p:cNvGrpSpPr/>
        <p:nvPr/>
      </p:nvGrpSpPr>
      <p:grpSpPr>
        <a:xfrm>
          <a:off x="0" y="0"/>
          <a:ext cx="0" cy="0"/>
          <a:chOff x="0" y="0"/>
          <a:chExt cx="0" cy="0"/>
        </a:xfrm>
      </p:grpSpPr>
      <p:sp>
        <p:nvSpPr>
          <p:cNvPr id="225" name="Google Shape;225;p76"/>
          <p:cNvSpPr txBox="1">
            <a:spLocks noGrp="1"/>
          </p:cNvSpPr>
          <p:nvPr>
            <p:ph type="title"/>
          </p:nvPr>
        </p:nvSpPr>
        <p:spPr>
          <a:xfrm>
            <a:off x="609601"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6" name="Google Shape;226;p76"/>
          <p:cNvSpPr txBox="1">
            <a:spLocks noGrp="1"/>
          </p:cNvSpPr>
          <p:nvPr>
            <p:ph type="body" idx="1"/>
          </p:nvPr>
        </p:nvSpPr>
        <p:spPr>
          <a:xfrm>
            <a:off x="4766733" y="273051"/>
            <a:ext cx="6815700" cy="58530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Arial"/>
              <a:buChar char="•"/>
              <a:defRPr sz="3200"/>
            </a:lvl1pPr>
            <a:lvl2pPr marL="914400" lvl="1" indent="-406400" algn="l">
              <a:lnSpc>
                <a:spcPct val="100000"/>
              </a:lnSpc>
              <a:spcBef>
                <a:spcPts val="560"/>
              </a:spcBef>
              <a:spcAft>
                <a:spcPts val="0"/>
              </a:spcAft>
              <a:buClr>
                <a:schemeClr val="dk1"/>
              </a:buClr>
              <a:buSzPts val="2800"/>
              <a:buFont typeface="Arial"/>
              <a:buChar char="–"/>
              <a:defRPr sz="2800"/>
            </a:lvl2pPr>
            <a:lvl3pPr marL="1371600" lvl="2" indent="-381000" algn="l">
              <a:lnSpc>
                <a:spcPct val="100000"/>
              </a:lnSpc>
              <a:spcBef>
                <a:spcPts val="480"/>
              </a:spcBef>
              <a:spcAft>
                <a:spcPts val="0"/>
              </a:spcAft>
              <a:buClr>
                <a:schemeClr val="dk1"/>
              </a:buClr>
              <a:buSzPts val="2400"/>
              <a:buFont typeface="Arial"/>
              <a:buChar char="•"/>
              <a:defRPr sz="2400"/>
            </a:lvl3pPr>
            <a:lvl4pPr marL="1828800" lvl="3" indent="-355600" algn="l">
              <a:lnSpc>
                <a:spcPct val="100000"/>
              </a:lnSpc>
              <a:spcBef>
                <a:spcPts val="400"/>
              </a:spcBef>
              <a:spcAft>
                <a:spcPts val="0"/>
              </a:spcAft>
              <a:buClr>
                <a:schemeClr val="dk1"/>
              </a:buClr>
              <a:buSzPts val="2000"/>
              <a:buFont typeface="Arial"/>
              <a:buChar char="–"/>
              <a:defRPr sz="2000"/>
            </a:lvl4pPr>
            <a:lvl5pPr marL="2286000" lvl="4" indent="-355600" algn="l">
              <a:lnSpc>
                <a:spcPct val="100000"/>
              </a:lnSpc>
              <a:spcBef>
                <a:spcPts val="400"/>
              </a:spcBef>
              <a:spcAft>
                <a:spcPts val="0"/>
              </a:spcAft>
              <a:buClr>
                <a:schemeClr val="dk1"/>
              </a:buClr>
              <a:buSzPts val="2000"/>
              <a:buFont typeface="Arial"/>
              <a:buChar char="»"/>
              <a:defRPr sz="2000"/>
            </a:lvl5pPr>
            <a:lvl6pPr marL="2743200" lvl="5" indent="-355600" algn="l">
              <a:lnSpc>
                <a:spcPct val="100000"/>
              </a:lnSpc>
              <a:spcBef>
                <a:spcPts val="400"/>
              </a:spcBef>
              <a:spcAft>
                <a:spcPts val="0"/>
              </a:spcAft>
              <a:buClr>
                <a:schemeClr val="dk1"/>
              </a:buClr>
              <a:buSzPts val="2000"/>
              <a:buFont typeface="Arial"/>
              <a:buChar char="»"/>
              <a:defRPr sz="2000"/>
            </a:lvl6pPr>
            <a:lvl7pPr marL="3200400" lvl="6" indent="-355600" algn="l">
              <a:lnSpc>
                <a:spcPct val="100000"/>
              </a:lnSpc>
              <a:spcBef>
                <a:spcPts val="400"/>
              </a:spcBef>
              <a:spcAft>
                <a:spcPts val="0"/>
              </a:spcAft>
              <a:buClr>
                <a:schemeClr val="dk1"/>
              </a:buClr>
              <a:buSzPts val="2000"/>
              <a:buFont typeface="Arial"/>
              <a:buChar char="»"/>
              <a:defRPr sz="2000"/>
            </a:lvl7pPr>
            <a:lvl8pPr marL="3657600" lvl="7" indent="-355600" algn="l">
              <a:lnSpc>
                <a:spcPct val="100000"/>
              </a:lnSpc>
              <a:spcBef>
                <a:spcPts val="400"/>
              </a:spcBef>
              <a:spcAft>
                <a:spcPts val="0"/>
              </a:spcAft>
              <a:buClr>
                <a:schemeClr val="dk1"/>
              </a:buClr>
              <a:buSzPts val="2000"/>
              <a:buFont typeface="Arial"/>
              <a:buChar char="»"/>
              <a:defRPr sz="2000"/>
            </a:lvl8pPr>
            <a:lvl9pPr marL="4114800" lvl="8" indent="-355600" algn="l">
              <a:lnSpc>
                <a:spcPct val="100000"/>
              </a:lnSpc>
              <a:spcBef>
                <a:spcPts val="400"/>
              </a:spcBef>
              <a:spcAft>
                <a:spcPts val="0"/>
              </a:spcAft>
              <a:buClr>
                <a:schemeClr val="dk1"/>
              </a:buClr>
              <a:buSzPts val="2000"/>
              <a:buFont typeface="Arial"/>
              <a:buChar char="»"/>
              <a:defRPr sz="2000"/>
            </a:lvl9pPr>
          </a:lstStyle>
          <a:p>
            <a:endParaRPr/>
          </a:p>
        </p:txBody>
      </p:sp>
      <p:sp>
        <p:nvSpPr>
          <p:cNvPr id="227" name="Google Shape;227;p76"/>
          <p:cNvSpPr txBox="1">
            <a:spLocks noGrp="1"/>
          </p:cNvSpPr>
          <p:nvPr>
            <p:ph type="body" idx="2"/>
          </p:nvPr>
        </p:nvSpPr>
        <p:spPr>
          <a:xfrm>
            <a:off x="609601" y="1435101"/>
            <a:ext cx="4011000" cy="46911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Arial"/>
              <a:buNone/>
              <a:defRPr sz="1400"/>
            </a:lvl1pPr>
            <a:lvl2pPr marL="914400" lvl="1" indent="-228600" algn="l">
              <a:lnSpc>
                <a:spcPct val="100000"/>
              </a:lnSpc>
              <a:spcBef>
                <a:spcPts val="240"/>
              </a:spcBef>
              <a:spcAft>
                <a:spcPts val="0"/>
              </a:spcAft>
              <a:buClr>
                <a:schemeClr val="dk1"/>
              </a:buClr>
              <a:buSzPts val="1200"/>
              <a:buFont typeface="Arial"/>
              <a:buNone/>
              <a:defRPr sz="1200"/>
            </a:lvl2pPr>
            <a:lvl3pPr marL="1371600" lvl="2" indent="-228600" algn="l">
              <a:lnSpc>
                <a:spcPct val="100000"/>
              </a:lnSpc>
              <a:spcBef>
                <a:spcPts val="200"/>
              </a:spcBef>
              <a:spcAft>
                <a:spcPts val="0"/>
              </a:spcAft>
              <a:buClr>
                <a:schemeClr val="dk1"/>
              </a:buClr>
              <a:buSzPts val="1000"/>
              <a:buFont typeface="Arial"/>
              <a:buNone/>
              <a:defRPr sz="1000"/>
            </a:lvl3pPr>
            <a:lvl4pPr marL="1828800" lvl="3" indent="-228600" algn="l">
              <a:lnSpc>
                <a:spcPct val="100000"/>
              </a:lnSpc>
              <a:spcBef>
                <a:spcPts val="180"/>
              </a:spcBef>
              <a:spcAft>
                <a:spcPts val="0"/>
              </a:spcAft>
              <a:buClr>
                <a:schemeClr val="dk1"/>
              </a:buClr>
              <a:buSzPts val="900"/>
              <a:buFont typeface="Arial"/>
              <a:buNone/>
              <a:defRPr sz="900"/>
            </a:lvl4pPr>
            <a:lvl5pPr marL="2286000" lvl="4" indent="-228600" algn="l">
              <a:lnSpc>
                <a:spcPct val="100000"/>
              </a:lnSpc>
              <a:spcBef>
                <a:spcPts val="180"/>
              </a:spcBef>
              <a:spcAft>
                <a:spcPts val="0"/>
              </a:spcAft>
              <a:buClr>
                <a:schemeClr val="dk1"/>
              </a:buClr>
              <a:buSzPts val="900"/>
              <a:buFont typeface="Arial"/>
              <a:buNone/>
              <a:defRPr sz="900"/>
            </a:lvl5pPr>
            <a:lvl6pPr marL="2743200" lvl="5" indent="-228600" algn="l">
              <a:lnSpc>
                <a:spcPct val="100000"/>
              </a:lnSpc>
              <a:spcBef>
                <a:spcPts val="180"/>
              </a:spcBef>
              <a:spcAft>
                <a:spcPts val="0"/>
              </a:spcAft>
              <a:buClr>
                <a:schemeClr val="dk1"/>
              </a:buClr>
              <a:buSzPts val="900"/>
              <a:buFont typeface="Arial"/>
              <a:buNone/>
              <a:defRPr sz="900"/>
            </a:lvl6pPr>
            <a:lvl7pPr marL="3200400" lvl="6" indent="-228600" algn="l">
              <a:lnSpc>
                <a:spcPct val="100000"/>
              </a:lnSpc>
              <a:spcBef>
                <a:spcPts val="180"/>
              </a:spcBef>
              <a:spcAft>
                <a:spcPts val="0"/>
              </a:spcAft>
              <a:buClr>
                <a:schemeClr val="dk1"/>
              </a:buClr>
              <a:buSzPts val="900"/>
              <a:buFont typeface="Arial"/>
              <a:buNone/>
              <a:defRPr sz="900"/>
            </a:lvl7pPr>
            <a:lvl8pPr marL="3657600" lvl="7" indent="-228600" algn="l">
              <a:lnSpc>
                <a:spcPct val="100000"/>
              </a:lnSpc>
              <a:spcBef>
                <a:spcPts val="180"/>
              </a:spcBef>
              <a:spcAft>
                <a:spcPts val="0"/>
              </a:spcAft>
              <a:buClr>
                <a:schemeClr val="dk1"/>
              </a:buClr>
              <a:buSzPts val="900"/>
              <a:buFont typeface="Arial"/>
              <a:buNone/>
              <a:defRPr sz="900"/>
            </a:lvl8pPr>
            <a:lvl9pPr marL="4114800" lvl="8" indent="-228600" algn="l">
              <a:lnSpc>
                <a:spcPct val="100000"/>
              </a:lnSpc>
              <a:spcBef>
                <a:spcPts val="180"/>
              </a:spcBef>
              <a:spcAft>
                <a:spcPts val="0"/>
              </a:spcAft>
              <a:buClr>
                <a:schemeClr val="dk1"/>
              </a:buClr>
              <a:buSzPts val="900"/>
              <a:buFont typeface="Arial"/>
              <a:buNone/>
              <a:defRPr sz="900"/>
            </a:lvl9pPr>
          </a:lstStyle>
          <a:p>
            <a:endParaRPr/>
          </a:p>
        </p:txBody>
      </p:sp>
      <p:sp>
        <p:nvSpPr>
          <p:cNvPr id="228" name="Google Shape;228;p76"/>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76"/>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0" name="Google Shape;230;p76"/>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1"/>
        <p:cNvGrpSpPr/>
        <p:nvPr/>
      </p:nvGrpSpPr>
      <p:grpSpPr>
        <a:xfrm>
          <a:off x="0" y="0"/>
          <a:ext cx="0" cy="0"/>
          <a:chOff x="0" y="0"/>
          <a:chExt cx="0" cy="0"/>
        </a:xfrm>
      </p:grpSpPr>
      <p:sp>
        <p:nvSpPr>
          <p:cNvPr id="232" name="Google Shape;232;p77"/>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3" name="Google Shape;233;p77"/>
          <p:cNvSpPr>
            <a:spLocks noGrp="1"/>
          </p:cNvSpPr>
          <p:nvPr>
            <p:ph type="pic" idx="2"/>
          </p:nvPr>
        </p:nvSpPr>
        <p:spPr>
          <a:xfrm>
            <a:off x="2389717" y="612775"/>
            <a:ext cx="7315200" cy="4114800"/>
          </a:xfrm>
          <a:prstGeom prst="rect">
            <a:avLst/>
          </a:prstGeom>
          <a:noFill/>
          <a:ln>
            <a:noFill/>
          </a:ln>
        </p:spPr>
      </p:sp>
      <p:sp>
        <p:nvSpPr>
          <p:cNvPr id="234" name="Google Shape;234;p77"/>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Arial"/>
              <a:buNone/>
              <a:defRPr sz="1400"/>
            </a:lvl1pPr>
            <a:lvl2pPr marL="914400" lvl="1" indent="-228600" algn="l">
              <a:lnSpc>
                <a:spcPct val="100000"/>
              </a:lnSpc>
              <a:spcBef>
                <a:spcPts val="240"/>
              </a:spcBef>
              <a:spcAft>
                <a:spcPts val="0"/>
              </a:spcAft>
              <a:buClr>
                <a:schemeClr val="dk1"/>
              </a:buClr>
              <a:buSzPts val="1200"/>
              <a:buFont typeface="Arial"/>
              <a:buNone/>
              <a:defRPr sz="1200"/>
            </a:lvl2pPr>
            <a:lvl3pPr marL="1371600" lvl="2" indent="-228600" algn="l">
              <a:lnSpc>
                <a:spcPct val="100000"/>
              </a:lnSpc>
              <a:spcBef>
                <a:spcPts val="200"/>
              </a:spcBef>
              <a:spcAft>
                <a:spcPts val="0"/>
              </a:spcAft>
              <a:buClr>
                <a:schemeClr val="dk1"/>
              </a:buClr>
              <a:buSzPts val="1000"/>
              <a:buFont typeface="Arial"/>
              <a:buNone/>
              <a:defRPr sz="1000"/>
            </a:lvl3pPr>
            <a:lvl4pPr marL="1828800" lvl="3" indent="-228600" algn="l">
              <a:lnSpc>
                <a:spcPct val="100000"/>
              </a:lnSpc>
              <a:spcBef>
                <a:spcPts val="180"/>
              </a:spcBef>
              <a:spcAft>
                <a:spcPts val="0"/>
              </a:spcAft>
              <a:buClr>
                <a:schemeClr val="dk1"/>
              </a:buClr>
              <a:buSzPts val="900"/>
              <a:buFont typeface="Arial"/>
              <a:buNone/>
              <a:defRPr sz="900"/>
            </a:lvl4pPr>
            <a:lvl5pPr marL="2286000" lvl="4" indent="-228600" algn="l">
              <a:lnSpc>
                <a:spcPct val="100000"/>
              </a:lnSpc>
              <a:spcBef>
                <a:spcPts val="180"/>
              </a:spcBef>
              <a:spcAft>
                <a:spcPts val="0"/>
              </a:spcAft>
              <a:buClr>
                <a:schemeClr val="dk1"/>
              </a:buClr>
              <a:buSzPts val="900"/>
              <a:buFont typeface="Arial"/>
              <a:buNone/>
              <a:defRPr sz="900"/>
            </a:lvl5pPr>
            <a:lvl6pPr marL="2743200" lvl="5" indent="-228600" algn="l">
              <a:lnSpc>
                <a:spcPct val="100000"/>
              </a:lnSpc>
              <a:spcBef>
                <a:spcPts val="180"/>
              </a:spcBef>
              <a:spcAft>
                <a:spcPts val="0"/>
              </a:spcAft>
              <a:buClr>
                <a:schemeClr val="dk1"/>
              </a:buClr>
              <a:buSzPts val="900"/>
              <a:buFont typeface="Arial"/>
              <a:buNone/>
              <a:defRPr sz="900"/>
            </a:lvl6pPr>
            <a:lvl7pPr marL="3200400" lvl="6" indent="-228600" algn="l">
              <a:lnSpc>
                <a:spcPct val="100000"/>
              </a:lnSpc>
              <a:spcBef>
                <a:spcPts val="180"/>
              </a:spcBef>
              <a:spcAft>
                <a:spcPts val="0"/>
              </a:spcAft>
              <a:buClr>
                <a:schemeClr val="dk1"/>
              </a:buClr>
              <a:buSzPts val="900"/>
              <a:buFont typeface="Arial"/>
              <a:buNone/>
              <a:defRPr sz="900"/>
            </a:lvl7pPr>
            <a:lvl8pPr marL="3657600" lvl="7" indent="-228600" algn="l">
              <a:lnSpc>
                <a:spcPct val="100000"/>
              </a:lnSpc>
              <a:spcBef>
                <a:spcPts val="180"/>
              </a:spcBef>
              <a:spcAft>
                <a:spcPts val="0"/>
              </a:spcAft>
              <a:buClr>
                <a:schemeClr val="dk1"/>
              </a:buClr>
              <a:buSzPts val="900"/>
              <a:buFont typeface="Arial"/>
              <a:buNone/>
              <a:defRPr sz="900"/>
            </a:lvl8pPr>
            <a:lvl9pPr marL="4114800" lvl="8" indent="-228600" algn="l">
              <a:lnSpc>
                <a:spcPct val="100000"/>
              </a:lnSpc>
              <a:spcBef>
                <a:spcPts val="180"/>
              </a:spcBef>
              <a:spcAft>
                <a:spcPts val="0"/>
              </a:spcAft>
              <a:buClr>
                <a:schemeClr val="dk1"/>
              </a:buClr>
              <a:buSzPts val="900"/>
              <a:buFont typeface="Arial"/>
              <a:buNone/>
              <a:defRPr sz="900"/>
            </a:lvl9pPr>
          </a:lstStyle>
          <a:p>
            <a:endParaRPr/>
          </a:p>
        </p:txBody>
      </p:sp>
      <p:sp>
        <p:nvSpPr>
          <p:cNvPr id="235" name="Google Shape;235;p77"/>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77"/>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77"/>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38"/>
        <p:cNvGrpSpPr/>
        <p:nvPr/>
      </p:nvGrpSpPr>
      <p:grpSpPr>
        <a:xfrm>
          <a:off x="0" y="0"/>
          <a:ext cx="0" cy="0"/>
          <a:chOff x="0" y="0"/>
          <a:chExt cx="0" cy="0"/>
        </a:xfrm>
      </p:grpSpPr>
      <p:sp>
        <p:nvSpPr>
          <p:cNvPr id="239" name="Google Shape;239;p7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0" name="Google Shape;240;p78"/>
          <p:cNvSpPr txBox="1">
            <a:spLocks noGrp="1"/>
          </p:cNvSpPr>
          <p:nvPr>
            <p:ph type="body" idx="1"/>
          </p:nvPr>
        </p:nvSpPr>
        <p:spPr>
          <a:xfrm rot="5400000">
            <a:off x="3832951" y="-1623150"/>
            <a:ext cx="4526100"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1" name="Google Shape;241;p78"/>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78"/>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3" name="Google Shape;243;p78"/>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44"/>
        <p:cNvGrpSpPr/>
        <p:nvPr/>
      </p:nvGrpSpPr>
      <p:grpSpPr>
        <a:xfrm>
          <a:off x="0" y="0"/>
          <a:ext cx="0" cy="0"/>
          <a:chOff x="0" y="0"/>
          <a:chExt cx="0" cy="0"/>
        </a:xfrm>
      </p:grpSpPr>
      <p:sp>
        <p:nvSpPr>
          <p:cNvPr id="245" name="Google Shape;245;p79"/>
          <p:cNvSpPr txBox="1">
            <a:spLocks noGrp="1"/>
          </p:cNvSpPr>
          <p:nvPr>
            <p:ph type="title"/>
          </p:nvPr>
        </p:nvSpPr>
        <p:spPr>
          <a:xfrm rot="5400000">
            <a:off x="7285051" y="1828790"/>
            <a:ext cx="5851500"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6" name="Google Shape;246;p79"/>
          <p:cNvSpPr txBox="1">
            <a:spLocks noGrp="1"/>
          </p:cNvSpPr>
          <p:nvPr>
            <p:ph type="body" idx="1"/>
          </p:nvPr>
        </p:nvSpPr>
        <p:spPr>
          <a:xfrm rot="5400000">
            <a:off x="1697001" y="-812861"/>
            <a:ext cx="5851500" cy="8026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7" name="Google Shape;247;p79"/>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79"/>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9" name="Google Shape;249;p79"/>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ntent" type="objOnly">
  <p:cSld name="OBJECT_ONLY">
    <p:spTree>
      <p:nvGrpSpPr>
        <p:cNvPr id="1" name="Shape 250"/>
        <p:cNvGrpSpPr/>
        <p:nvPr/>
      </p:nvGrpSpPr>
      <p:grpSpPr>
        <a:xfrm>
          <a:off x="0" y="0"/>
          <a:ext cx="0" cy="0"/>
          <a:chOff x="0" y="0"/>
          <a:chExt cx="0" cy="0"/>
        </a:xfrm>
      </p:grpSpPr>
      <p:sp>
        <p:nvSpPr>
          <p:cNvPr id="251" name="Google Shape;251;p80"/>
          <p:cNvSpPr txBox="1">
            <a:spLocks noGrp="1"/>
          </p:cNvSpPr>
          <p:nvPr>
            <p:ph type="body" idx="1"/>
          </p:nvPr>
        </p:nvSpPr>
        <p:spPr>
          <a:xfrm>
            <a:off x="609600" y="274639"/>
            <a:ext cx="10972800" cy="5851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2" name="Google Shape;252;p80"/>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80"/>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4" name="Google Shape;254;p80"/>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1"/>
        <p:cNvGrpSpPr/>
        <p:nvPr/>
      </p:nvGrpSpPr>
      <p:grpSpPr>
        <a:xfrm>
          <a:off x="0" y="0"/>
          <a:ext cx="0" cy="0"/>
          <a:chOff x="0" y="0"/>
          <a:chExt cx="0" cy="0"/>
        </a:xfrm>
      </p:grpSpPr>
      <p:sp>
        <p:nvSpPr>
          <p:cNvPr id="262" name="Google Shape;262;p36"/>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3" name="Google Shape;263;p36"/>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36"/>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5"/>
        <p:cNvGrpSpPr/>
        <p:nvPr/>
      </p:nvGrpSpPr>
      <p:grpSpPr>
        <a:xfrm>
          <a:off x="0" y="0"/>
          <a:ext cx="0" cy="0"/>
          <a:chOff x="0" y="0"/>
          <a:chExt cx="0" cy="0"/>
        </a:xfrm>
      </p:grpSpPr>
      <p:sp>
        <p:nvSpPr>
          <p:cNvPr id="266" name="Google Shape;266;p59"/>
          <p:cNvSpPr txBox="1">
            <a:spLocks noGrp="1"/>
          </p:cNvSpPr>
          <p:nvPr>
            <p:ph type="ctrTitle"/>
          </p:nvPr>
        </p:nvSpPr>
        <p:spPr>
          <a:xfrm>
            <a:off x="914400" y="2130426"/>
            <a:ext cx="10363200" cy="1470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67" name="Google Shape;267;p59"/>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a:endParaRPr/>
          </a:p>
        </p:txBody>
      </p:sp>
      <p:sp>
        <p:nvSpPr>
          <p:cNvPr id="268" name="Google Shape;268;p59"/>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9" name="Google Shape;269;p59"/>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0" name="Google Shape;270;p59"/>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1"/>
        <p:cNvGrpSpPr/>
        <p:nvPr/>
      </p:nvGrpSpPr>
      <p:grpSpPr>
        <a:xfrm>
          <a:off x="0" y="0"/>
          <a:ext cx="0" cy="0"/>
          <a:chOff x="0" y="0"/>
          <a:chExt cx="0" cy="0"/>
        </a:xfrm>
      </p:grpSpPr>
      <p:sp>
        <p:nvSpPr>
          <p:cNvPr id="272" name="Google Shape;272;p6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3" name="Google Shape;273;p60"/>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4" name="Google Shape;274;p60"/>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5" name="Google Shape;275;p60"/>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6" name="Google Shape;276;p60"/>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7"/>
        <p:cNvGrpSpPr/>
        <p:nvPr/>
      </p:nvGrpSpPr>
      <p:grpSpPr>
        <a:xfrm>
          <a:off x="0" y="0"/>
          <a:ext cx="0" cy="0"/>
          <a:chOff x="0" y="0"/>
          <a:chExt cx="0" cy="0"/>
        </a:xfrm>
      </p:grpSpPr>
      <p:sp>
        <p:nvSpPr>
          <p:cNvPr id="278" name="Google Shape;278;p61"/>
          <p:cNvSpPr txBox="1">
            <a:spLocks noGrp="1"/>
          </p:cNvSpPr>
          <p:nvPr>
            <p:ph type="title"/>
          </p:nvPr>
        </p:nvSpPr>
        <p:spPr>
          <a:xfrm>
            <a:off x="963084" y="4406901"/>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9" name="Google Shape;279;p61"/>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chemeClr val="dk1"/>
              </a:buClr>
              <a:buSzPts val="2000"/>
              <a:buFont typeface="Arial"/>
              <a:buNone/>
              <a:defRPr sz="2000"/>
            </a:lvl1pPr>
            <a:lvl2pPr marL="914400" lvl="1" indent="-228600" algn="l">
              <a:lnSpc>
                <a:spcPct val="100000"/>
              </a:lnSpc>
              <a:spcBef>
                <a:spcPts val="360"/>
              </a:spcBef>
              <a:spcAft>
                <a:spcPts val="0"/>
              </a:spcAft>
              <a:buClr>
                <a:schemeClr val="dk1"/>
              </a:buClr>
              <a:buSzPts val="1800"/>
              <a:buFont typeface="Arial"/>
              <a:buNone/>
              <a:defRPr sz="1800"/>
            </a:lvl2pPr>
            <a:lvl3pPr marL="1371600" lvl="2" indent="-228600" algn="l">
              <a:lnSpc>
                <a:spcPct val="100000"/>
              </a:lnSpc>
              <a:spcBef>
                <a:spcPts val="320"/>
              </a:spcBef>
              <a:spcAft>
                <a:spcPts val="0"/>
              </a:spcAft>
              <a:buClr>
                <a:schemeClr val="dk1"/>
              </a:buClr>
              <a:buSzPts val="1600"/>
              <a:buFont typeface="Arial"/>
              <a:buNone/>
              <a:defRPr sz="1600"/>
            </a:lvl3pPr>
            <a:lvl4pPr marL="1828800" lvl="3" indent="-228600" algn="l">
              <a:lnSpc>
                <a:spcPct val="100000"/>
              </a:lnSpc>
              <a:spcBef>
                <a:spcPts val="280"/>
              </a:spcBef>
              <a:spcAft>
                <a:spcPts val="0"/>
              </a:spcAft>
              <a:buClr>
                <a:schemeClr val="dk1"/>
              </a:buClr>
              <a:buSzPts val="1400"/>
              <a:buFont typeface="Arial"/>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228600" algn="l">
              <a:lnSpc>
                <a:spcPct val="100000"/>
              </a:lnSpc>
              <a:spcBef>
                <a:spcPts val="280"/>
              </a:spcBef>
              <a:spcAft>
                <a:spcPts val="0"/>
              </a:spcAft>
              <a:buClr>
                <a:schemeClr val="dk1"/>
              </a:buClr>
              <a:buSzPts val="1400"/>
              <a:buFont typeface="Arial"/>
              <a:buNone/>
              <a:defRPr sz="1400"/>
            </a:lvl6pPr>
            <a:lvl7pPr marL="3200400" lvl="6" indent="-228600" algn="l">
              <a:lnSpc>
                <a:spcPct val="100000"/>
              </a:lnSpc>
              <a:spcBef>
                <a:spcPts val="280"/>
              </a:spcBef>
              <a:spcAft>
                <a:spcPts val="0"/>
              </a:spcAft>
              <a:buClr>
                <a:schemeClr val="dk1"/>
              </a:buClr>
              <a:buSzPts val="1400"/>
              <a:buFont typeface="Arial"/>
              <a:buNone/>
              <a:defRPr sz="1400"/>
            </a:lvl7pPr>
            <a:lvl8pPr marL="3657600" lvl="7" indent="-228600" algn="l">
              <a:lnSpc>
                <a:spcPct val="100000"/>
              </a:lnSpc>
              <a:spcBef>
                <a:spcPts val="280"/>
              </a:spcBef>
              <a:spcAft>
                <a:spcPts val="0"/>
              </a:spcAft>
              <a:buClr>
                <a:schemeClr val="dk1"/>
              </a:buClr>
              <a:buSzPts val="1400"/>
              <a:buFont typeface="Arial"/>
              <a:buNone/>
              <a:defRPr sz="1400"/>
            </a:lvl8pPr>
            <a:lvl9pPr marL="4114800" lvl="8" indent="-228600" algn="l">
              <a:lnSpc>
                <a:spcPct val="100000"/>
              </a:lnSpc>
              <a:spcBef>
                <a:spcPts val="280"/>
              </a:spcBef>
              <a:spcAft>
                <a:spcPts val="0"/>
              </a:spcAft>
              <a:buClr>
                <a:schemeClr val="dk1"/>
              </a:buClr>
              <a:buSzPts val="1400"/>
              <a:buFont typeface="Arial"/>
              <a:buNone/>
              <a:defRPr sz="1400"/>
            </a:lvl9pPr>
          </a:lstStyle>
          <a:p>
            <a:endParaRPr/>
          </a:p>
        </p:txBody>
      </p:sp>
      <p:sp>
        <p:nvSpPr>
          <p:cNvPr id="280" name="Google Shape;280;p61"/>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1" name="Google Shape;281;p61"/>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2" name="Google Shape;282;p61"/>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3"/>
        <p:cNvGrpSpPr/>
        <p:nvPr/>
      </p:nvGrpSpPr>
      <p:grpSpPr>
        <a:xfrm>
          <a:off x="0" y="0"/>
          <a:ext cx="0" cy="0"/>
          <a:chOff x="0" y="0"/>
          <a:chExt cx="0" cy="0"/>
        </a:xfrm>
      </p:grpSpPr>
      <p:sp>
        <p:nvSpPr>
          <p:cNvPr id="284" name="Google Shape;284;p6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5" name="Google Shape;285;p62"/>
          <p:cNvSpPr txBox="1">
            <a:spLocks noGrp="1"/>
          </p:cNvSpPr>
          <p:nvPr>
            <p:ph type="body" idx="1"/>
          </p:nvPr>
        </p:nvSpPr>
        <p:spPr>
          <a:xfrm>
            <a:off x="609600" y="1600201"/>
            <a:ext cx="53847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480"/>
              </a:spcBef>
              <a:spcAft>
                <a:spcPts val="0"/>
              </a:spcAft>
              <a:buClr>
                <a:schemeClr val="dk1"/>
              </a:buClr>
              <a:buSzPts val="2400"/>
              <a:buFont typeface="Arial"/>
              <a:buChar char="–"/>
              <a:defRPr sz="2400"/>
            </a:lvl2pPr>
            <a:lvl3pPr marL="1371600" lvl="2" indent="-355600" algn="l">
              <a:lnSpc>
                <a:spcPct val="100000"/>
              </a:lnSpc>
              <a:spcBef>
                <a:spcPts val="400"/>
              </a:spcBef>
              <a:spcAft>
                <a:spcPts val="0"/>
              </a:spcAft>
              <a:buClr>
                <a:schemeClr val="dk1"/>
              </a:buClr>
              <a:buSzPts val="2000"/>
              <a:buFont typeface="Arial"/>
              <a:buChar char="•"/>
              <a:defRPr sz="2000"/>
            </a:lvl3pPr>
            <a:lvl4pPr marL="1828800" lvl="3" indent="-342900" algn="l">
              <a:lnSpc>
                <a:spcPct val="100000"/>
              </a:lnSpc>
              <a:spcBef>
                <a:spcPts val="360"/>
              </a:spcBef>
              <a:spcAft>
                <a:spcPts val="0"/>
              </a:spcAft>
              <a:buClr>
                <a:schemeClr val="dk1"/>
              </a:buClr>
              <a:buSzPts val="1800"/>
              <a:buFont typeface="Arial"/>
              <a:buChar char="–"/>
              <a:defRPr sz="1800"/>
            </a:lvl4pPr>
            <a:lvl5pPr marL="2286000" lvl="4" indent="-342900" algn="l">
              <a:lnSpc>
                <a:spcPct val="100000"/>
              </a:lnSpc>
              <a:spcBef>
                <a:spcPts val="360"/>
              </a:spcBef>
              <a:spcAft>
                <a:spcPts val="0"/>
              </a:spcAft>
              <a:buClr>
                <a:schemeClr val="dk1"/>
              </a:buClr>
              <a:buSzPts val="1800"/>
              <a:buFont typeface="Arial"/>
              <a:buChar char="»"/>
              <a:defRPr sz="1800"/>
            </a:lvl5pPr>
            <a:lvl6pPr marL="2743200" lvl="5" indent="-342900" algn="l">
              <a:lnSpc>
                <a:spcPct val="100000"/>
              </a:lnSpc>
              <a:spcBef>
                <a:spcPts val="360"/>
              </a:spcBef>
              <a:spcAft>
                <a:spcPts val="0"/>
              </a:spcAft>
              <a:buClr>
                <a:schemeClr val="dk1"/>
              </a:buClr>
              <a:buSzPts val="1800"/>
              <a:buFont typeface="Arial"/>
              <a:buChar char="»"/>
              <a:defRPr sz="1800"/>
            </a:lvl6pPr>
            <a:lvl7pPr marL="3200400" lvl="6" indent="-342900" algn="l">
              <a:lnSpc>
                <a:spcPct val="100000"/>
              </a:lnSpc>
              <a:spcBef>
                <a:spcPts val="360"/>
              </a:spcBef>
              <a:spcAft>
                <a:spcPts val="0"/>
              </a:spcAft>
              <a:buClr>
                <a:schemeClr val="dk1"/>
              </a:buClr>
              <a:buSzPts val="1800"/>
              <a:buFont typeface="Arial"/>
              <a:buChar char="»"/>
              <a:defRPr sz="1800"/>
            </a:lvl7pPr>
            <a:lvl8pPr marL="3657600" lvl="7" indent="-342900" algn="l">
              <a:lnSpc>
                <a:spcPct val="100000"/>
              </a:lnSpc>
              <a:spcBef>
                <a:spcPts val="360"/>
              </a:spcBef>
              <a:spcAft>
                <a:spcPts val="0"/>
              </a:spcAft>
              <a:buClr>
                <a:schemeClr val="dk1"/>
              </a:buClr>
              <a:buSzPts val="1800"/>
              <a:buFont typeface="Arial"/>
              <a:buChar char="»"/>
              <a:defRPr sz="1800"/>
            </a:lvl8pPr>
            <a:lvl9pPr marL="4114800" lvl="8" indent="-342900" algn="l">
              <a:lnSpc>
                <a:spcPct val="100000"/>
              </a:lnSpc>
              <a:spcBef>
                <a:spcPts val="360"/>
              </a:spcBef>
              <a:spcAft>
                <a:spcPts val="0"/>
              </a:spcAft>
              <a:buClr>
                <a:schemeClr val="dk1"/>
              </a:buClr>
              <a:buSzPts val="1800"/>
              <a:buFont typeface="Arial"/>
              <a:buChar char="»"/>
              <a:defRPr sz="1800"/>
            </a:lvl9pPr>
          </a:lstStyle>
          <a:p>
            <a:endParaRPr/>
          </a:p>
        </p:txBody>
      </p:sp>
      <p:sp>
        <p:nvSpPr>
          <p:cNvPr id="286" name="Google Shape;286;p62"/>
          <p:cNvSpPr txBox="1">
            <a:spLocks noGrp="1"/>
          </p:cNvSpPr>
          <p:nvPr>
            <p:ph type="body" idx="2"/>
          </p:nvPr>
        </p:nvSpPr>
        <p:spPr>
          <a:xfrm>
            <a:off x="6197600" y="1600201"/>
            <a:ext cx="5384700" cy="45261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480"/>
              </a:spcBef>
              <a:spcAft>
                <a:spcPts val="0"/>
              </a:spcAft>
              <a:buClr>
                <a:schemeClr val="dk1"/>
              </a:buClr>
              <a:buSzPts val="2400"/>
              <a:buFont typeface="Arial"/>
              <a:buChar char="–"/>
              <a:defRPr sz="2400"/>
            </a:lvl2pPr>
            <a:lvl3pPr marL="1371600" lvl="2" indent="-355600" algn="l">
              <a:lnSpc>
                <a:spcPct val="100000"/>
              </a:lnSpc>
              <a:spcBef>
                <a:spcPts val="400"/>
              </a:spcBef>
              <a:spcAft>
                <a:spcPts val="0"/>
              </a:spcAft>
              <a:buClr>
                <a:schemeClr val="dk1"/>
              </a:buClr>
              <a:buSzPts val="2000"/>
              <a:buFont typeface="Arial"/>
              <a:buChar char="•"/>
              <a:defRPr sz="2000"/>
            </a:lvl3pPr>
            <a:lvl4pPr marL="1828800" lvl="3" indent="-342900" algn="l">
              <a:lnSpc>
                <a:spcPct val="100000"/>
              </a:lnSpc>
              <a:spcBef>
                <a:spcPts val="360"/>
              </a:spcBef>
              <a:spcAft>
                <a:spcPts val="0"/>
              </a:spcAft>
              <a:buClr>
                <a:schemeClr val="dk1"/>
              </a:buClr>
              <a:buSzPts val="1800"/>
              <a:buFont typeface="Arial"/>
              <a:buChar char="–"/>
              <a:defRPr sz="1800"/>
            </a:lvl4pPr>
            <a:lvl5pPr marL="2286000" lvl="4" indent="-342900" algn="l">
              <a:lnSpc>
                <a:spcPct val="100000"/>
              </a:lnSpc>
              <a:spcBef>
                <a:spcPts val="360"/>
              </a:spcBef>
              <a:spcAft>
                <a:spcPts val="0"/>
              </a:spcAft>
              <a:buClr>
                <a:schemeClr val="dk1"/>
              </a:buClr>
              <a:buSzPts val="1800"/>
              <a:buFont typeface="Arial"/>
              <a:buChar char="»"/>
              <a:defRPr sz="1800"/>
            </a:lvl5pPr>
            <a:lvl6pPr marL="2743200" lvl="5" indent="-342900" algn="l">
              <a:lnSpc>
                <a:spcPct val="100000"/>
              </a:lnSpc>
              <a:spcBef>
                <a:spcPts val="360"/>
              </a:spcBef>
              <a:spcAft>
                <a:spcPts val="0"/>
              </a:spcAft>
              <a:buClr>
                <a:schemeClr val="dk1"/>
              </a:buClr>
              <a:buSzPts val="1800"/>
              <a:buFont typeface="Arial"/>
              <a:buChar char="»"/>
              <a:defRPr sz="1800"/>
            </a:lvl6pPr>
            <a:lvl7pPr marL="3200400" lvl="6" indent="-342900" algn="l">
              <a:lnSpc>
                <a:spcPct val="100000"/>
              </a:lnSpc>
              <a:spcBef>
                <a:spcPts val="360"/>
              </a:spcBef>
              <a:spcAft>
                <a:spcPts val="0"/>
              </a:spcAft>
              <a:buClr>
                <a:schemeClr val="dk1"/>
              </a:buClr>
              <a:buSzPts val="1800"/>
              <a:buFont typeface="Arial"/>
              <a:buChar char="»"/>
              <a:defRPr sz="1800"/>
            </a:lvl7pPr>
            <a:lvl8pPr marL="3657600" lvl="7" indent="-342900" algn="l">
              <a:lnSpc>
                <a:spcPct val="100000"/>
              </a:lnSpc>
              <a:spcBef>
                <a:spcPts val="360"/>
              </a:spcBef>
              <a:spcAft>
                <a:spcPts val="0"/>
              </a:spcAft>
              <a:buClr>
                <a:schemeClr val="dk1"/>
              </a:buClr>
              <a:buSzPts val="1800"/>
              <a:buFont typeface="Arial"/>
              <a:buChar char="»"/>
              <a:defRPr sz="1800"/>
            </a:lvl8pPr>
            <a:lvl9pPr marL="4114800" lvl="8" indent="-342900" algn="l">
              <a:lnSpc>
                <a:spcPct val="100000"/>
              </a:lnSpc>
              <a:spcBef>
                <a:spcPts val="360"/>
              </a:spcBef>
              <a:spcAft>
                <a:spcPts val="0"/>
              </a:spcAft>
              <a:buClr>
                <a:schemeClr val="dk1"/>
              </a:buClr>
              <a:buSzPts val="1800"/>
              <a:buFont typeface="Arial"/>
              <a:buChar char="»"/>
              <a:defRPr sz="1800"/>
            </a:lvl9pPr>
          </a:lstStyle>
          <a:p>
            <a:endParaRPr/>
          </a:p>
        </p:txBody>
      </p:sp>
      <p:sp>
        <p:nvSpPr>
          <p:cNvPr id="287" name="Google Shape;287;p62"/>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8" name="Google Shape;288;p62"/>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9" name="Google Shape;289;p62"/>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90"/>
        <p:cNvGrpSpPr/>
        <p:nvPr/>
      </p:nvGrpSpPr>
      <p:grpSpPr>
        <a:xfrm>
          <a:off x="0" y="0"/>
          <a:ext cx="0" cy="0"/>
          <a:chOff x="0" y="0"/>
          <a:chExt cx="0" cy="0"/>
        </a:xfrm>
      </p:grpSpPr>
      <p:sp>
        <p:nvSpPr>
          <p:cNvPr id="291" name="Google Shape;291;p6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2" name="Google Shape;292;p63"/>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100000"/>
              </a:lnSpc>
              <a:spcBef>
                <a:spcPts val="320"/>
              </a:spcBef>
              <a:spcAft>
                <a:spcPts val="0"/>
              </a:spcAft>
              <a:buClr>
                <a:schemeClr val="dk1"/>
              </a:buClr>
              <a:buSzPts val="1600"/>
              <a:buFont typeface="Arial"/>
              <a:buNone/>
              <a:defRPr sz="1600" b="1"/>
            </a:lvl6pPr>
            <a:lvl7pPr marL="3200400" lvl="6" indent="-228600" algn="l">
              <a:lnSpc>
                <a:spcPct val="100000"/>
              </a:lnSpc>
              <a:spcBef>
                <a:spcPts val="320"/>
              </a:spcBef>
              <a:spcAft>
                <a:spcPts val="0"/>
              </a:spcAft>
              <a:buClr>
                <a:schemeClr val="dk1"/>
              </a:buClr>
              <a:buSzPts val="1600"/>
              <a:buFont typeface="Arial"/>
              <a:buNone/>
              <a:defRPr sz="1600" b="1"/>
            </a:lvl7pPr>
            <a:lvl8pPr marL="3657600" lvl="7" indent="-228600" algn="l">
              <a:lnSpc>
                <a:spcPct val="100000"/>
              </a:lnSpc>
              <a:spcBef>
                <a:spcPts val="320"/>
              </a:spcBef>
              <a:spcAft>
                <a:spcPts val="0"/>
              </a:spcAft>
              <a:buClr>
                <a:schemeClr val="dk1"/>
              </a:buClr>
              <a:buSzPts val="1600"/>
              <a:buFont typeface="Arial"/>
              <a:buNone/>
              <a:defRPr sz="1600" b="1"/>
            </a:lvl8pPr>
            <a:lvl9pPr marL="4114800" lvl="8" indent="-228600" algn="l">
              <a:lnSpc>
                <a:spcPct val="100000"/>
              </a:lnSpc>
              <a:spcBef>
                <a:spcPts val="320"/>
              </a:spcBef>
              <a:spcAft>
                <a:spcPts val="0"/>
              </a:spcAft>
              <a:buClr>
                <a:schemeClr val="dk1"/>
              </a:buClr>
              <a:buSzPts val="1600"/>
              <a:buFont typeface="Arial"/>
              <a:buNone/>
              <a:defRPr sz="1600" b="1"/>
            </a:lvl9pPr>
          </a:lstStyle>
          <a:p>
            <a:endParaRPr/>
          </a:p>
        </p:txBody>
      </p:sp>
      <p:sp>
        <p:nvSpPr>
          <p:cNvPr id="293" name="Google Shape;293;p63"/>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55600" algn="l">
              <a:lnSpc>
                <a:spcPct val="100000"/>
              </a:lnSpc>
              <a:spcBef>
                <a:spcPts val="400"/>
              </a:spcBef>
              <a:spcAft>
                <a:spcPts val="0"/>
              </a:spcAft>
              <a:buClr>
                <a:schemeClr val="dk1"/>
              </a:buClr>
              <a:buSzPts val="2000"/>
              <a:buFont typeface="Arial"/>
              <a:buChar char="–"/>
              <a:defRPr sz="20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30200" algn="l">
              <a:lnSpc>
                <a:spcPct val="100000"/>
              </a:lnSpc>
              <a:spcBef>
                <a:spcPts val="320"/>
              </a:spcBef>
              <a:spcAft>
                <a:spcPts val="0"/>
              </a:spcAft>
              <a:buClr>
                <a:schemeClr val="dk1"/>
              </a:buClr>
              <a:buSzPts val="1600"/>
              <a:buFont typeface="Arial"/>
              <a:buChar char="–"/>
              <a:defRPr sz="1600"/>
            </a:lvl4pPr>
            <a:lvl5pPr marL="2286000" lvl="4" indent="-330200" algn="l">
              <a:lnSpc>
                <a:spcPct val="100000"/>
              </a:lnSpc>
              <a:spcBef>
                <a:spcPts val="320"/>
              </a:spcBef>
              <a:spcAft>
                <a:spcPts val="0"/>
              </a:spcAft>
              <a:buClr>
                <a:schemeClr val="dk1"/>
              </a:buClr>
              <a:buSzPts val="1600"/>
              <a:buFont typeface="Arial"/>
              <a:buChar char="»"/>
              <a:defRPr sz="1600"/>
            </a:lvl5pPr>
            <a:lvl6pPr marL="2743200" lvl="5" indent="-330200" algn="l">
              <a:lnSpc>
                <a:spcPct val="100000"/>
              </a:lnSpc>
              <a:spcBef>
                <a:spcPts val="320"/>
              </a:spcBef>
              <a:spcAft>
                <a:spcPts val="0"/>
              </a:spcAft>
              <a:buClr>
                <a:schemeClr val="dk1"/>
              </a:buClr>
              <a:buSzPts val="1600"/>
              <a:buFont typeface="Arial"/>
              <a:buChar char="»"/>
              <a:defRPr sz="1600"/>
            </a:lvl6pPr>
            <a:lvl7pPr marL="3200400" lvl="6" indent="-330200" algn="l">
              <a:lnSpc>
                <a:spcPct val="100000"/>
              </a:lnSpc>
              <a:spcBef>
                <a:spcPts val="320"/>
              </a:spcBef>
              <a:spcAft>
                <a:spcPts val="0"/>
              </a:spcAft>
              <a:buClr>
                <a:schemeClr val="dk1"/>
              </a:buClr>
              <a:buSzPts val="1600"/>
              <a:buFont typeface="Arial"/>
              <a:buChar char="»"/>
              <a:defRPr sz="1600"/>
            </a:lvl7pPr>
            <a:lvl8pPr marL="3657600" lvl="7" indent="-330200" algn="l">
              <a:lnSpc>
                <a:spcPct val="100000"/>
              </a:lnSpc>
              <a:spcBef>
                <a:spcPts val="320"/>
              </a:spcBef>
              <a:spcAft>
                <a:spcPts val="0"/>
              </a:spcAft>
              <a:buClr>
                <a:schemeClr val="dk1"/>
              </a:buClr>
              <a:buSzPts val="1600"/>
              <a:buFont typeface="Arial"/>
              <a:buChar char="»"/>
              <a:defRPr sz="1600"/>
            </a:lvl8pPr>
            <a:lvl9pPr marL="4114800" lvl="8" indent="-330200" algn="l">
              <a:lnSpc>
                <a:spcPct val="100000"/>
              </a:lnSpc>
              <a:spcBef>
                <a:spcPts val="320"/>
              </a:spcBef>
              <a:spcAft>
                <a:spcPts val="0"/>
              </a:spcAft>
              <a:buClr>
                <a:schemeClr val="dk1"/>
              </a:buClr>
              <a:buSzPts val="1600"/>
              <a:buFont typeface="Arial"/>
              <a:buChar char="»"/>
              <a:defRPr sz="1600"/>
            </a:lvl9pPr>
          </a:lstStyle>
          <a:p>
            <a:endParaRPr/>
          </a:p>
        </p:txBody>
      </p:sp>
      <p:sp>
        <p:nvSpPr>
          <p:cNvPr id="294" name="Google Shape;294;p63"/>
          <p:cNvSpPr txBox="1">
            <a:spLocks noGrp="1"/>
          </p:cNvSpPr>
          <p:nvPr>
            <p:ph type="body" idx="3"/>
          </p:nvPr>
        </p:nvSpPr>
        <p:spPr>
          <a:xfrm>
            <a:off x="6193368" y="1535113"/>
            <a:ext cx="5388900" cy="6399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100000"/>
              </a:lnSpc>
              <a:spcBef>
                <a:spcPts val="320"/>
              </a:spcBef>
              <a:spcAft>
                <a:spcPts val="0"/>
              </a:spcAft>
              <a:buClr>
                <a:schemeClr val="dk1"/>
              </a:buClr>
              <a:buSzPts val="1600"/>
              <a:buFont typeface="Arial"/>
              <a:buNone/>
              <a:defRPr sz="1600" b="1"/>
            </a:lvl6pPr>
            <a:lvl7pPr marL="3200400" lvl="6" indent="-228600" algn="l">
              <a:lnSpc>
                <a:spcPct val="100000"/>
              </a:lnSpc>
              <a:spcBef>
                <a:spcPts val="320"/>
              </a:spcBef>
              <a:spcAft>
                <a:spcPts val="0"/>
              </a:spcAft>
              <a:buClr>
                <a:schemeClr val="dk1"/>
              </a:buClr>
              <a:buSzPts val="1600"/>
              <a:buFont typeface="Arial"/>
              <a:buNone/>
              <a:defRPr sz="1600" b="1"/>
            </a:lvl7pPr>
            <a:lvl8pPr marL="3657600" lvl="7" indent="-228600" algn="l">
              <a:lnSpc>
                <a:spcPct val="100000"/>
              </a:lnSpc>
              <a:spcBef>
                <a:spcPts val="320"/>
              </a:spcBef>
              <a:spcAft>
                <a:spcPts val="0"/>
              </a:spcAft>
              <a:buClr>
                <a:schemeClr val="dk1"/>
              </a:buClr>
              <a:buSzPts val="1600"/>
              <a:buFont typeface="Arial"/>
              <a:buNone/>
              <a:defRPr sz="1600" b="1"/>
            </a:lvl8pPr>
            <a:lvl9pPr marL="4114800" lvl="8" indent="-228600" algn="l">
              <a:lnSpc>
                <a:spcPct val="100000"/>
              </a:lnSpc>
              <a:spcBef>
                <a:spcPts val="320"/>
              </a:spcBef>
              <a:spcAft>
                <a:spcPts val="0"/>
              </a:spcAft>
              <a:buClr>
                <a:schemeClr val="dk1"/>
              </a:buClr>
              <a:buSzPts val="1600"/>
              <a:buFont typeface="Arial"/>
              <a:buNone/>
              <a:defRPr sz="1600" b="1"/>
            </a:lvl9pPr>
          </a:lstStyle>
          <a:p>
            <a:endParaRPr/>
          </a:p>
        </p:txBody>
      </p:sp>
      <p:sp>
        <p:nvSpPr>
          <p:cNvPr id="295" name="Google Shape;295;p63"/>
          <p:cNvSpPr txBox="1">
            <a:spLocks noGrp="1"/>
          </p:cNvSpPr>
          <p:nvPr>
            <p:ph type="body" idx="4"/>
          </p:nvPr>
        </p:nvSpPr>
        <p:spPr>
          <a:xfrm>
            <a:off x="6193368" y="2174875"/>
            <a:ext cx="5388900" cy="39513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55600" algn="l">
              <a:lnSpc>
                <a:spcPct val="100000"/>
              </a:lnSpc>
              <a:spcBef>
                <a:spcPts val="400"/>
              </a:spcBef>
              <a:spcAft>
                <a:spcPts val="0"/>
              </a:spcAft>
              <a:buClr>
                <a:schemeClr val="dk1"/>
              </a:buClr>
              <a:buSzPts val="2000"/>
              <a:buFont typeface="Arial"/>
              <a:buChar char="–"/>
              <a:defRPr sz="20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30200" algn="l">
              <a:lnSpc>
                <a:spcPct val="100000"/>
              </a:lnSpc>
              <a:spcBef>
                <a:spcPts val="320"/>
              </a:spcBef>
              <a:spcAft>
                <a:spcPts val="0"/>
              </a:spcAft>
              <a:buClr>
                <a:schemeClr val="dk1"/>
              </a:buClr>
              <a:buSzPts val="1600"/>
              <a:buFont typeface="Arial"/>
              <a:buChar char="–"/>
              <a:defRPr sz="1600"/>
            </a:lvl4pPr>
            <a:lvl5pPr marL="2286000" lvl="4" indent="-330200" algn="l">
              <a:lnSpc>
                <a:spcPct val="100000"/>
              </a:lnSpc>
              <a:spcBef>
                <a:spcPts val="320"/>
              </a:spcBef>
              <a:spcAft>
                <a:spcPts val="0"/>
              </a:spcAft>
              <a:buClr>
                <a:schemeClr val="dk1"/>
              </a:buClr>
              <a:buSzPts val="1600"/>
              <a:buFont typeface="Arial"/>
              <a:buChar char="»"/>
              <a:defRPr sz="1600"/>
            </a:lvl5pPr>
            <a:lvl6pPr marL="2743200" lvl="5" indent="-330200" algn="l">
              <a:lnSpc>
                <a:spcPct val="100000"/>
              </a:lnSpc>
              <a:spcBef>
                <a:spcPts val="320"/>
              </a:spcBef>
              <a:spcAft>
                <a:spcPts val="0"/>
              </a:spcAft>
              <a:buClr>
                <a:schemeClr val="dk1"/>
              </a:buClr>
              <a:buSzPts val="1600"/>
              <a:buFont typeface="Arial"/>
              <a:buChar char="»"/>
              <a:defRPr sz="1600"/>
            </a:lvl6pPr>
            <a:lvl7pPr marL="3200400" lvl="6" indent="-330200" algn="l">
              <a:lnSpc>
                <a:spcPct val="100000"/>
              </a:lnSpc>
              <a:spcBef>
                <a:spcPts val="320"/>
              </a:spcBef>
              <a:spcAft>
                <a:spcPts val="0"/>
              </a:spcAft>
              <a:buClr>
                <a:schemeClr val="dk1"/>
              </a:buClr>
              <a:buSzPts val="1600"/>
              <a:buFont typeface="Arial"/>
              <a:buChar char="»"/>
              <a:defRPr sz="1600"/>
            </a:lvl7pPr>
            <a:lvl8pPr marL="3657600" lvl="7" indent="-330200" algn="l">
              <a:lnSpc>
                <a:spcPct val="100000"/>
              </a:lnSpc>
              <a:spcBef>
                <a:spcPts val="320"/>
              </a:spcBef>
              <a:spcAft>
                <a:spcPts val="0"/>
              </a:spcAft>
              <a:buClr>
                <a:schemeClr val="dk1"/>
              </a:buClr>
              <a:buSzPts val="1600"/>
              <a:buFont typeface="Arial"/>
              <a:buChar char="»"/>
              <a:defRPr sz="1600"/>
            </a:lvl8pPr>
            <a:lvl9pPr marL="4114800" lvl="8" indent="-330200" algn="l">
              <a:lnSpc>
                <a:spcPct val="100000"/>
              </a:lnSpc>
              <a:spcBef>
                <a:spcPts val="320"/>
              </a:spcBef>
              <a:spcAft>
                <a:spcPts val="0"/>
              </a:spcAft>
              <a:buClr>
                <a:schemeClr val="dk1"/>
              </a:buClr>
              <a:buSzPts val="1600"/>
              <a:buFont typeface="Arial"/>
              <a:buChar char="»"/>
              <a:defRPr sz="1600"/>
            </a:lvl9pPr>
          </a:lstStyle>
          <a:p>
            <a:endParaRPr/>
          </a:p>
        </p:txBody>
      </p:sp>
      <p:sp>
        <p:nvSpPr>
          <p:cNvPr id="296" name="Google Shape;296;p63"/>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7" name="Google Shape;297;p63"/>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63"/>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9"/>
        <p:cNvGrpSpPr/>
        <p:nvPr/>
      </p:nvGrpSpPr>
      <p:grpSpPr>
        <a:xfrm>
          <a:off x="0" y="0"/>
          <a:ext cx="0" cy="0"/>
          <a:chOff x="0" y="0"/>
          <a:chExt cx="0" cy="0"/>
        </a:xfrm>
      </p:grpSpPr>
      <p:sp>
        <p:nvSpPr>
          <p:cNvPr id="300" name="Google Shape;300;p6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1" name="Google Shape;301;p64"/>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2" name="Google Shape;302;p64"/>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3" name="Google Shape;303;p64"/>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04"/>
        <p:cNvGrpSpPr/>
        <p:nvPr/>
      </p:nvGrpSpPr>
      <p:grpSpPr>
        <a:xfrm>
          <a:off x="0" y="0"/>
          <a:ext cx="0" cy="0"/>
          <a:chOff x="0" y="0"/>
          <a:chExt cx="0" cy="0"/>
        </a:xfrm>
      </p:grpSpPr>
      <p:sp>
        <p:nvSpPr>
          <p:cNvPr id="305" name="Google Shape;305;p65"/>
          <p:cNvSpPr txBox="1">
            <a:spLocks noGrp="1"/>
          </p:cNvSpPr>
          <p:nvPr>
            <p:ph type="title"/>
          </p:nvPr>
        </p:nvSpPr>
        <p:spPr>
          <a:xfrm>
            <a:off x="609601"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6" name="Google Shape;306;p65"/>
          <p:cNvSpPr txBox="1">
            <a:spLocks noGrp="1"/>
          </p:cNvSpPr>
          <p:nvPr>
            <p:ph type="body" idx="1"/>
          </p:nvPr>
        </p:nvSpPr>
        <p:spPr>
          <a:xfrm>
            <a:off x="4766733" y="273051"/>
            <a:ext cx="6815700" cy="5853000"/>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Arial"/>
              <a:buChar char="•"/>
              <a:defRPr sz="3200"/>
            </a:lvl1pPr>
            <a:lvl2pPr marL="914400" lvl="1" indent="-406400" algn="l">
              <a:lnSpc>
                <a:spcPct val="100000"/>
              </a:lnSpc>
              <a:spcBef>
                <a:spcPts val="560"/>
              </a:spcBef>
              <a:spcAft>
                <a:spcPts val="0"/>
              </a:spcAft>
              <a:buClr>
                <a:schemeClr val="dk1"/>
              </a:buClr>
              <a:buSzPts val="2800"/>
              <a:buFont typeface="Arial"/>
              <a:buChar char="–"/>
              <a:defRPr sz="2800"/>
            </a:lvl2pPr>
            <a:lvl3pPr marL="1371600" lvl="2" indent="-381000" algn="l">
              <a:lnSpc>
                <a:spcPct val="100000"/>
              </a:lnSpc>
              <a:spcBef>
                <a:spcPts val="480"/>
              </a:spcBef>
              <a:spcAft>
                <a:spcPts val="0"/>
              </a:spcAft>
              <a:buClr>
                <a:schemeClr val="dk1"/>
              </a:buClr>
              <a:buSzPts val="2400"/>
              <a:buFont typeface="Arial"/>
              <a:buChar char="•"/>
              <a:defRPr sz="2400"/>
            </a:lvl3pPr>
            <a:lvl4pPr marL="1828800" lvl="3" indent="-355600" algn="l">
              <a:lnSpc>
                <a:spcPct val="100000"/>
              </a:lnSpc>
              <a:spcBef>
                <a:spcPts val="400"/>
              </a:spcBef>
              <a:spcAft>
                <a:spcPts val="0"/>
              </a:spcAft>
              <a:buClr>
                <a:schemeClr val="dk1"/>
              </a:buClr>
              <a:buSzPts val="2000"/>
              <a:buFont typeface="Arial"/>
              <a:buChar char="–"/>
              <a:defRPr sz="2000"/>
            </a:lvl4pPr>
            <a:lvl5pPr marL="2286000" lvl="4" indent="-355600" algn="l">
              <a:lnSpc>
                <a:spcPct val="100000"/>
              </a:lnSpc>
              <a:spcBef>
                <a:spcPts val="400"/>
              </a:spcBef>
              <a:spcAft>
                <a:spcPts val="0"/>
              </a:spcAft>
              <a:buClr>
                <a:schemeClr val="dk1"/>
              </a:buClr>
              <a:buSzPts val="2000"/>
              <a:buFont typeface="Arial"/>
              <a:buChar char="»"/>
              <a:defRPr sz="2000"/>
            </a:lvl5pPr>
            <a:lvl6pPr marL="2743200" lvl="5" indent="-355600" algn="l">
              <a:lnSpc>
                <a:spcPct val="100000"/>
              </a:lnSpc>
              <a:spcBef>
                <a:spcPts val="400"/>
              </a:spcBef>
              <a:spcAft>
                <a:spcPts val="0"/>
              </a:spcAft>
              <a:buClr>
                <a:schemeClr val="dk1"/>
              </a:buClr>
              <a:buSzPts val="2000"/>
              <a:buFont typeface="Arial"/>
              <a:buChar char="»"/>
              <a:defRPr sz="2000"/>
            </a:lvl6pPr>
            <a:lvl7pPr marL="3200400" lvl="6" indent="-355600" algn="l">
              <a:lnSpc>
                <a:spcPct val="100000"/>
              </a:lnSpc>
              <a:spcBef>
                <a:spcPts val="400"/>
              </a:spcBef>
              <a:spcAft>
                <a:spcPts val="0"/>
              </a:spcAft>
              <a:buClr>
                <a:schemeClr val="dk1"/>
              </a:buClr>
              <a:buSzPts val="2000"/>
              <a:buFont typeface="Arial"/>
              <a:buChar char="»"/>
              <a:defRPr sz="2000"/>
            </a:lvl7pPr>
            <a:lvl8pPr marL="3657600" lvl="7" indent="-355600" algn="l">
              <a:lnSpc>
                <a:spcPct val="100000"/>
              </a:lnSpc>
              <a:spcBef>
                <a:spcPts val="400"/>
              </a:spcBef>
              <a:spcAft>
                <a:spcPts val="0"/>
              </a:spcAft>
              <a:buClr>
                <a:schemeClr val="dk1"/>
              </a:buClr>
              <a:buSzPts val="2000"/>
              <a:buFont typeface="Arial"/>
              <a:buChar char="»"/>
              <a:defRPr sz="2000"/>
            </a:lvl8pPr>
            <a:lvl9pPr marL="4114800" lvl="8" indent="-355600" algn="l">
              <a:lnSpc>
                <a:spcPct val="100000"/>
              </a:lnSpc>
              <a:spcBef>
                <a:spcPts val="400"/>
              </a:spcBef>
              <a:spcAft>
                <a:spcPts val="0"/>
              </a:spcAft>
              <a:buClr>
                <a:schemeClr val="dk1"/>
              </a:buClr>
              <a:buSzPts val="2000"/>
              <a:buFont typeface="Arial"/>
              <a:buChar char="»"/>
              <a:defRPr sz="2000"/>
            </a:lvl9pPr>
          </a:lstStyle>
          <a:p>
            <a:endParaRPr/>
          </a:p>
        </p:txBody>
      </p:sp>
      <p:sp>
        <p:nvSpPr>
          <p:cNvPr id="307" name="Google Shape;307;p65"/>
          <p:cNvSpPr txBox="1">
            <a:spLocks noGrp="1"/>
          </p:cNvSpPr>
          <p:nvPr>
            <p:ph type="body" idx="2"/>
          </p:nvPr>
        </p:nvSpPr>
        <p:spPr>
          <a:xfrm>
            <a:off x="609601" y="1435101"/>
            <a:ext cx="4011000" cy="46911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Arial"/>
              <a:buNone/>
              <a:defRPr sz="1400"/>
            </a:lvl1pPr>
            <a:lvl2pPr marL="914400" lvl="1" indent="-228600" algn="l">
              <a:lnSpc>
                <a:spcPct val="100000"/>
              </a:lnSpc>
              <a:spcBef>
                <a:spcPts val="240"/>
              </a:spcBef>
              <a:spcAft>
                <a:spcPts val="0"/>
              </a:spcAft>
              <a:buClr>
                <a:schemeClr val="dk1"/>
              </a:buClr>
              <a:buSzPts val="1200"/>
              <a:buFont typeface="Arial"/>
              <a:buNone/>
              <a:defRPr sz="1200"/>
            </a:lvl2pPr>
            <a:lvl3pPr marL="1371600" lvl="2" indent="-228600" algn="l">
              <a:lnSpc>
                <a:spcPct val="100000"/>
              </a:lnSpc>
              <a:spcBef>
                <a:spcPts val="200"/>
              </a:spcBef>
              <a:spcAft>
                <a:spcPts val="0"/>
              </a:spcAft>
              <a:buClr>
                <a:schemeClr val="dk1"/>
              </a:buClr>
              <a:buSzPts val="1000"/>
              <a:buFont typeface="Arial"/>
              <a:buNone/>
              <a:defRPr sz="1000"/>
            </a:lvl3pPr>
            <a:lvl4pPr marL="1828800" lvl="3" indent="-228600" algn="l">
              <a:lnSpc>
                <a:spcPct val="100000"/>
              </a:lnSpc>
              <a:spcBef>
                <a:spcPts val="180"/>
              </a:spcBef>
              <a:spcAft>
                <a:spcPts val="0"/>
              </a:spcAft>
              <a:buClr>
                <a:schemeClr val="dk1"/>
              </a:buClr>
              <a:buSzPts val="900"/>
              <a:buFont typeface="Arial"/>
              <a:buNone/>
              <a:defRPr sz="900"/>
            </a:lvl4pPr>
            <a:lvl5pPr marL="2286000" lvl="4" indent="-228600" algn="l">
              <a:lnSpc>
                <a:spcPct val="100000"/>
              </a:lnSpc>
              <a:spcBef>
                <a:spcPts val="180"/>
              </a:spcBef>
              <a:spcAft>
                <a:spcPts val="0"/>
              </a:spcAft>
              <a:buClr>
                <a:schemeClr val="dk1"/>
              </a:buClr>
              <a:buSzPts val="900"/>
              <a:buFont typeface="Arial"/>
              <a:buNone/>
              <a:defRPr sz="900"/>
            </a:lvl5pPr>
            <a:lvl6pPr marL="2743200" lvl="5" indent="-228600" algn="l">
              <a:lnSpc>
                <a:spcPct val="100000"/>
              </a:lnSpc>
              <a:spcBef>
                <a:spcPts val="180"/>
              </a:spcBef>
              <a:spcAft>
                <a:spcPts val="0"/>
              </a:spcAft>
              <a:buClr>
                <a:schemeClr val="dk1"/>
              </a:buClr>
              <a:buSzPts val="900"/>
              <a:buFont typeface="Arial"/>
              <a:buNone/>
              <a:defRPr sz="900"/>
            </a:lvl6pPr>
            <a:lvl7pPr marL="3200400" lvl="6" indent="-228600" algn="l">
              <a:lnSpc>
                <a:spcPct val="100000"/>
              </a:lnSpc>
              <a:spcBef>
                <a:spcPts val="180"/>
              </a:spcBef>
              <a:spcAft>
                <a:spcPts val="0"/>
              </a:spcAft>
              <a:buClr>
                <a:schemeClr val="dk1"/>
              </a:buClr>
              <a:buSzPts val="900"/>
              <a:buFont typeface="Arial"/>
              <a:buNone/>
              <a:defRPr sz="900"/>
            </a:lvl7pPr>
            <a:lvl8pPr marL="3657600" lvl="7" indent="-228600" algn="l">
              <a:lnSpc>
                <a:spcPct val="100000"/>
              </a:lnSpc>
              <a:spcBef>
                <a:spcPts val="180"/>
              </a:spcBef>
              <a:spcAft>
                <a:spcPts val="0"/>
              </a:spcAft>
              <a:buClr>
                <a:schemeClr val="dk1"/>
              </a:buClr>
              <a:buSzPts val="900"/>
              <a:buFont typeface="Arial"/>
              <a:buNone/>
              <a:defRPr sz="900"/>
            </a:lvl8pPr>
            <a:lvl9pPr marL="4114800" lvl="8" indent="-228600" algn="l">
              <a:lnSpc>
                <a:spcPct val="100000"/>
              </a:lnSpc>
              <a:spcBef>
                <a:spcPts val="180"/>
              </a:spcBef>
              <a:spcAft>
                <a:spcPts val="0"/>
              </a:spcAft>
              <a:buClr>
                <a:schemeClr val="dk1"/>
              </a:buClr>
              <a:buSzPts val="900"/>
              <a:buFont typeface="Arial"/>
              <a:buNone/>
              <a:defRPr sz="900"/>
            </a:lvl9pPr>
          </a:lstStyle>
          <a:p>
            <a:endParaRPr/>
          </a:p>
        </p:txBody>
      </p:sp>
      <p:sp>
        <p:nvSpPr>
          <p:cNvPr id="308" name="Google Shape;308;p65"/>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9" name="Google Shape;309;p65"/>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0" name="Google Shape;310;p65"/>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11"/>
        <p:cNvGrpSpPr/>
        <p:nvPr/>
      </p:nvGrpSpPr>
      <p:grpSpPr>
        <a:xfrm>
          <a:off x="0" y="0"/>
          <a:ext cx="0" cy="0"/>
          <a:chOff x="0" y="0"/>
          <a:chExt cx="0" cy="0"/>
        </a:xfrm>
      </p:grpSpPr>
      <p:sp>
        <p:nvSpPr>
          <p:cNvPr id="312" name="Google Shape;312;p66"/>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3" name="Google Shape;313;p66"/>
          <p:cNvSpPr>
            <a:spLocks noGrp="1"/>
          </p:cNvSpPr>
          <p:nvPr>
            <p:ph type="pic" idx="2"/>
          </p:nvPr>
        </p:nvSpPr>
        <p:spPr>
          <a:xfrm>
            <a:off x="2389717" y="612775"/>
            <a:ext cx="7315200" cy="4114800"/>
          </a:xfrm>
          <a:prstGeom prst="rect">
            <a:avLst/>
          </a:prstGeom>
          <a:noFill/>
          <a:ln>
            <a:noFill/>
          </a:ln>
        </p:spPr>
      </p:sp>
      <p:sp>
        <p:nvSpPr>
          <p:cNvPr id="314" name="Google Shape;314;p66"/>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Arial"/>
              <a:buNone/>
              <a:defRPr sz="1400"/>
            </a:lvl1pPr>
            <a:lvl2pPr marL="914400" lvl="1" indent="-228600" algn="l">
              <a:lnSpc>
                <a:spcPct val="100000"/>
              </a:lnSpc>
              <a:spcBef>
                <a:spcPts val="240"/>
              </a:spcBef>
              <a:spcAft>
                <a:spcPts val="0"/>
              </a:spcAft>
              <a:buClr>
                <a:schemeClr val="dk1"/>
              </a:buClr>
              <a:buSzPts val="1200"/>
              <a:buFont typeface="Arial"/>
              <a:buNone/>
              <a:defRPr sz="1200"/>
            </a:lvl2pPr>
            <a:lvl3pPr marL="1371600" lvl="2" indent="-228600" algn="l">
              <a:lnSpc>
                <a:spcPct val="100000"/>
              </a:lnSpc>
              <a:spcBef>
                <a:spcPts val="200"/>
              </a:spcBef>
              <a:spcAft>
                <a:spcPts val="0"/>
              </a:spcAft>
              <a:buClr>
                <a:schemeClr val="dk1"/>
              </a:buClr>
              <a:buSzPts val="1000"/>
              <a:buFont typeface="Arial"/>
              <a:buNone/>
              <a:defRPr sz="1000"/>
            </a:lvl3pPr>
            <a:lvl4pPr marL="1828800" lvl="3" indent="-228600" algn="l">
              <a:lnSpc>
                <a:spcPct val="100000"/>
              </a:lnSpc>
              <a:spcBef>
                <a:spcPts val="180"/>
              </a:spcBef>
              <a:spcAft>
                <a:spcPts val="0"/>
              </a:spcAft>
              <a:buClr>
                <a:schemeClr val="dk1"/>
              </a:buClr>
              <a:buSzPts val="900"/>
              <a:buFont typeface="Arial"/>
              <a:buNone/>
              <a:defRPr sz="900"/>
            </a:lvl4pPr>
            <a:lvl5pPr marL="2286000" lvl="4" indent="-228600" algn="l">
              <a:lnSpc>
                <a:spcPct val="100000"/>
              </a:lnSpc>
              <a:spcBef>
                <a:spcPts val="180"/>
              </a:spcBef>
              <a:spcAft>
                <a:spcPts val="0"/>
              </a:spcAft>
              <a:buClr>
                <a:schemeClr val="dk1"/>
              </a:buClr>
              <a:buSzPts val="900"/>
              <a:buFont typeface="Arial"/>
              <a:buNone/>
              <a:defRPr sz="900"/>
            </a:lvl5pPr>
            <a:lvl6pPr marL="2743200" lvl="5" indent="-228600" algn="l">
              <a:lnSpc>
                <a:spcPct val="100000"/>
              </a:lnSpc>
              <a:spcBef>
                <a:spcPts val="180"/>
              </a:spcBef>
              <a:spcAft>
                <a:spcPts val="0"/>
              </a:spcAft>
              <a:buClr>
                <a:schemeClr val="dk1"/>
              </a:buClr>
              <a:buSzPts val="900"/>
              <a:buFont typeface="Arial"/>
              <a:buNone/>
              <a:defRPr sz="900"/>
            </a:lvl6pPr>
            <a:lvl7pPr marL="3200400" lvl="6" indent="-228600" algn="l">
              <a:lnSpc>
                <a:spcPct val="100000"/>
              </a:lnSpc>
              <a:spcBef>
                <a:spcPts val="180"/>
              </a:spcBef>
              <a:spcAft>
                <a:spcPts val="0"/>
              </a:spcAft>
              <a:buClr>
                <a:schemeClr val="dk1"/>
              </a:buClr>
              <a:buSzPts val="900"/>
              <a:buFont typeface="Arial"/>
              <a:buNone/>
              <a:defRPr sz="900"/>
            </a:lvl7pPr>
            <a:lvl8pPr marL="3657600" lvl="7" indent="-228600" algn="l">
              <a:lnSpc>
                <a:spcPct val="100000"/>
              </a:lnSpc>
              <a:spcBef>
                <a:spcPts val="180"/>
              </a:spcBef>
              <a:spcAft>
                <a:spcPts val="0"/>
              </a:spcAft>
              <a:buClr>
                <a:schemeClr val="dk1"/>
              </a:buClr>
              <a:buSzPts val="900"/>
              <a:buFont typeface="Arial"/>
              <a:buNone/>
              <a:defRPr sz="900"/>
            </a:lvl8pPr>
            <a:lvl9pPr marL="4114800" lvl="8" indent="-228600" algn="l">
              <a:lnSpc>
                <a:spcPct val="100000"/>
              </a:lnSpc>
              <a:spcBef>
                <a:spcPts val="180"/>
              </a:spcBef>
              <a:spcAft>
                <a:spcPts val="0"/>
              </a:spcAft>
              <a:buClr>
                <a:schemeClr val="dk1"/>
              </a:buClr>
              <a:buSzPts val="900"/>
              <a:buFont typeface="Arial"/>
              <a:buNone/>
              <a:defRPr sz="900"/>
            </a:lvl9pPr>
          </a:lstStyle>
          <a:p>
            <a:endParaRPr/>
          </a:p>
        </p:txBody>
      </p:sp>
      <p:sp>
        <p:nvSpPr>
          <p:cNvPr id="315" name="Google Shape;315;p66"/>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6" name="Google Shape;316;p66"/>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7" name="Google Shape;317;p66"/>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8"/>
        <p:cNvGrpSpPr/>
        <p:nvPr/>
      </p:nvGrpSpPr>
      <p:grpSpPr>
        <a:xfrm>
          <a:off x="0" y="0"/>
          <a:ext cx="0" cy="0"/>
          <a:chOff x="0" y="0"/>
          <a:chExt cx="0" cy="0"/>
        </a:xfrm>
      </p:grpSpPr>
      <p:sp>
        <p:nvSpPr>
          <p:cNvPr id="319" name="Google Shape;319;p6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0" name="Google Shape;320;p67"/>
          <p:cNvSpPr txBox="1">
            <a:spLocks noGrp="1"/>
          </p:cNvSpPr>
          <p:nvPr>
            <p:ph type="body" idx="1"/>
          </p:nvPr>
        </p:nvSpPr>
        <p:spPr>
          <a:xfrm rot="5400000">
            <a:off x="3832951" y="-1623150"/>
            <a:ext cx="4526100"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1" name="Google Shape;321;p67"/>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2" name="Google Shape;322;p67"/>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3" name="Google Shape;323;p67"/>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24"/>
        <p:cNvGrpSpPr/>
        <p:nvPr/>
      </p:nvGrpSpPr>
      <p:grpSpPr>
        <a:xfrm>
          <a:off x="0" y="0"/>
          <a:ext cx="0" cy="0"/>
          <a:chOff x="0" y="0"/>
          <a:chExt cx="0" cy="0"/>
        </a:xfrm>
      </p:grpSpPr>
      <p:sp>
        <p:nvSpPr>
          <p:cNvPr id="325" name="Google Shape;325;p68"/>
          <p:cNvSpPr txBox="1">
            <a:spLocks noGrp="1"/>
          </p:cNvSpPr>
          <p:nvPr>
            <p:ph type="title"/>
          </p:nvPr>
        </p:nvSpPr>
        <p:spPr>
          <a:xfrm rot="5400000">
            <a:off x="7285051" y="1828790"/>
            <a:ext cx="5851500"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6" name="Google Shape;326;p68"/>
          <p:cNvSpPr txBox="1">
            <a:spLocks noGrp="1"/>
          </p:cNvSpPr>
          <p:nvPr>
            <p:ph type="body" idx="1"/>
          </p:nvPr>
        </p:nvSpPr>
        <p:spPr>
          <a:xfrm rot="5400000">
            <a:off x="1697001" y="-812861"/>
            <a:ext cx="5851500" cy="8026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7" name="Google Shape;327;p68"/>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8" name="Google Shape;328;p68"/>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9" name="Google Shape;329;p68"/>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type="objOnly">
  <p:cSld name="OBJECT_ONLY">
    <p:spTree>
      <p:nvGrpSpPr>
        <p:cNvPr id="1" name="Shape 330"/>
        <p:cNvGrpSpPr/>
        <p:nvPr/>
      </p:nvGrpSpPr>
      <p:grpSpPr>
        <a:xfrm>
          <a:off x="0" y="0"/>
          <a:ext cx="0" cy="0"/>
          <a:chOff x="0" y="0"/>
          <a:chExt cx="0" cy="0"/>
        </a:xfrm>
      </p:grpSpPr>
      <p:sp>
        <p:nvSpPr>
          <p:cNvPr id="331" name="Google Shape;331;p69"/>
          <p:cNvSpPr txBox="1">
            <a:spLocks noGrp="1"/>
          </p:cNvSpPr>
          <p:nvPr>
            <p:ph type="body" idx="1"/>
          </p:nvPr>
        </p:nvSpPr>
        <p:spPr>
          <a:xfrm>
            <a:off x="609600" y="274639"/>
            <a:ext cx="10972800" cy="58515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2" name="Google Shape;332;p69"/>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3" name="Google Shape;333;p69"/>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4" name="Google Shape;334;p69"/>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SG"/>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
        <p:cNvGrpSpPr/>
        <p:nvPr/>
      </p:nvGrpSpPr>
      <p:grpSpPr>
        <a:xfrm>
          <a:off x="0" y="0"/>
          <a:ext cx="0" cy="0"/>
          <a:chOff x="0" y="0"/>
          <a:chExt cx="0" cy="0"/>
        </a:xfrm>
      </p:grpSpPr>
      <p:sp>
        <p:nvSpPr>
          <p:cNvPr id="94" name="Google Shape;94;p33"/>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1pPr>
            <a:lvl2pPr marR="0" lvl="1"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2pPr>
            <a:lvl3pPr marR="0" lvl="2"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3pPr>
            <a:lvl4pPr marR="0" lvl="3"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4pPr>
            <a:lvl5pPr marR="0" lvl="4"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5pPr>
            <a:lvl6pPr marR="0" lvl="5"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6pPr>
            <a:lvl7pPr marR="0" lvl="6"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7pPr>
            <a:lvl8pPr marR="0" lvl="7"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8pPr>
            <a:lvl9pPr marR="0" lvl="8" algn="l">
              <a:lnSpc>
                <a:spcPct val="100000"/>
              </a:lnSpc>
              <a:spcBef>
                <a:spcPts val="0"/>
              </a:spcBef>
              <a:spcAft>
                <a:spcPts val="0"/>
              </a:spcAft>
              <a:buClr>
                <a:srgbClr val="000000"/>
              </a:buClr>
              <a:buSzPts val="1400"/>
              <a:buFont typeface="Arial"/>
              <a:buNone/>
              <a:defRPr sz="3600" b="0" i="0" u="none" strike="noStrike" cap="none">
                <a:solidFill>
                  <a:schemeClr val="dk2"/>
                </a:solidFill>
                <a:latin typeface="Arial Black"/>
                <a:ea typeface="Arial Black"/>
                <a:cs typeface="Arial Black"/>
                <a:sym typeface="Arial Black"/>
              </a:defRPr>
            </a:lvl9pPr>
          </a:lstStyle>
          <a:p>
            <a:endParaRPr/>
          </a:p>
        </p:txBody>
      </p:sp>
      <p:sp>
        <p:nvSpPr>
          <p:cNvPr id="95" name="Google Shape;95;p33"/>
          <p:cNvSpPr txBox="1">
            <a:spLocks noGrp="1"/>
          </p:cNvSpPr>
          <p:nvPr>
            <p:ph type="body" idx="1"/>
          </p:nvPr>
        </p:nvSpPr>
        <p:spPr>
          <a:xfrm>
            <a:off x="609600" y="1371600"/>
            <a:ext cx="10905000" cy="4686300"/>
          </a:xfrm>
          <a:prstGeom prst="rect">
            <a:avLst/>
          </a:prstGeom>
          <a:noFill/>
          <a:ln>
            <a:noFill/>
          </a:ln>
        </p:spPr>
        <p:txBody>
          <a:bodyPr spcFirstLastPara="1" wrap="square" lIns="91425" tIns="45700" rIns="91425" bIns="45700" anchor="t" anchorCtr="0">
            <a:noAutofit/>
          </a:bodyPr>
          <a:lstStyle>
            <a:lvl1pPr marL="457200" marR="0" lvl="0" indent="-406400" algn="l">
              <a:lnSpc>
                <a:spcPct val="100000"/>
              </a:lnSpc>
              <a:spcBef>
                <a:spcPts val="560"/>
              </a:spcBef>
              <a:spcAft>
                <a:spcPts val="0"/>
              </a:spcAft>
              <a:buClr>
                <a:srgbClr val="0000FF"/>
              </a:buClr>
              <a:buSzPts val="2800"/>
              <a:buFont typeface="Tahoma"/>
              <a:buChar char="•"/>
              <a:defRPr sz="2800" b="0" i="0" u="none" strike="noStrike" cap="none">
                <a:solidFill>
                  <a:schemeClr val="dk1"/>
                </a:solidFill>
                <a:latin typeface="Tahoma"/>
                <a:ea typeface="Tahoma"/>
                <a:cs typeface="Tahoma"/>
                <a:sym typeface="Tahoma"/>
              </a:defRPr>
            </a:lvl1pPr>
            <a:lvl2pPr marL="914400" marR="0" lvl="1" indent="-381000" algn="l">
              <a:lnSpc>
                <a:spcPct val="100000"/>
              </a:lnSpc>
              <a:spcBef>
                <a:spcPts val="480"/>
              </a:spcBef>
              <a:spcAft>
                <a:spcPts val="0"/>
              </a:spcAft>
              <a:buClr>
                <a:srgbClr val="0000FF"/>
              </a:buClr>
              <a:buSzPts val="2400"/>
              <a:buFont typeface="Tahoma"/>
              <a:buChar char="—"/>
              <a:defRPr sz="2400" b="0" i="0" u="none" strike="noStrike" cap="none">
                <a:solidFill>
                  <a:schemeClr val="dk1"/>
                </a:solidFill>
                <a:latin typeface="Tahoma"/>
                <a:ea typeface="Tahoma"/>
                <a:cs typeface="Tahoma"/>
                <a:sym typeface="Tahoma"/>
              </a:defRPr>
            </a:lvl2pPr>
            <a:lvl3pPr marL="1371600" marR="0" lvl="2" indent="-355600" algn="l">
              <a:lnSpc>
                <a:spcPct val="100000"/>
              </a:lnSpc>
              <a:spcBef>
                <a:spcPts val="400"/>
              </a:spcBef>
              <a:spcAft>
                <a:spcPts val="0"/>
              </a:spcAft>
              <a:buClr>
                <a:srgbClr val="0000FF"/>
              </a:buClr>
              <a:buSzPts val="2000"/>
              <a:buFont typeface="Tahoma"/>
              <a:buChar char="•"/>
              <a:defRPr sz="2000" b="0" i="0" u="none" strike="noStrike" cap="none">
                <a:solidFill>
                  <a:schemeClr val="dk1"/>
                </a:solidFill>
                <a:latin typeface="Tahoma"/>
                <a:ea typeface="Tahoma"/>
                <a:cs typeface="Tahoma"/>
                <a:sym typeface="Tahoma"/>
              </a:defRPr>
            </a:lvl3pPr>
            <a:lvl4pPr marL="1828800" marR="0" lvl="3" indent="-342900" algn="l">
              <a:lnSpc>
                <a:spcPct val="100000"/>
              </a:lnSpc>
              <a:spcBef>
                <a:spcPts val="360"/>
              </a:spcBef>
              <a:spcAft>
                <a:spcPts val="0"/>
              </a:spcAft>
              <a:buClr>
                <a:srgbClr val="0000FF"/>
              </a:buClr>
              <a:buSzPts val="1800"/>
              <a:buFont typeface="Tahoma"/>
              <a:buChar char="–"/>
              <a:defRPr sz="1800" b="0" i="0" u="none" strike="noStrike" cap="none">
                <a:solidFill>
                  <a:schemeClr val="dk1"/>
                </a:solidFill>
                <a:latin typeface="Tahoma"/>
                <a:ea typeface="Tahoma"/>
                <a:cs typeface="Tahoma"/>
                <a:sym typeface="Tahoma"/>
              </a:defRPr>
            </a:lvl4pPr>
            <a:lvl5pPr marL="2286000" marR="0" lvl="4" indent="-342900" algn="l">
              <a:lnSpc>
                <a:spcPct val="100000"/>
              </a:lnSpc>
              <a:spcBef>
                <a:spcPts val="360"/>
              </a:spcBef>
              <a:spcAft>
                <a:spcPts val="0"/>
              </a:spcAft>
              <a:buClr>
                <a:srgbClr val="0000FF"/>
              </a:buClr>
              <a:buSzPts val="1800"/>
              <a:buFont typeface="Tahoma"/>
              <a:buChar char="•"/>
              <a:defRPr sz="1800" b="0" i="0" u="none" strike="noStrike" cap="none">
                <a:solidFill>
                  <a:schemeClr val="dk1"/>
                </a:solidFill>
                <a:latin typeface="Tahoma"/>
                <a:ea typeface="Tahoma"/>
                <a:cs typeface="Tahoma"/>
                <a:sym typeface="Tahoma"/>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ahoma"/>
                <a:ea typeface="Tahoma"/>
                <a:cs typeface="Tahoma"/>
                <a:sym typeface="Tahoma"/>
              </a:defRPr>
            </a:lvl9pPr>
          </a:lstStyle>
          <a:p>
            <a:endParaRPr/>
          </a:p>
        </p:txBody>
      </p:sp>
      <p:sp>
        <p:nvSpPr>
          <p:cNvPr id="96" name="Google Shape;96;p33"/>
          <p:cNvSpPr txBox="1">
            <a:spLocks noGrp="1"/>
          </p:cNvSpPr>
          <p:nvPr>
            <p:ph type="dt" idx="10"/>
          </p:nvPr>
        </p:nvSpPr>
        <p:spPr>
          <a:xfrm>
            <a:off x="575733" y="6229350"/>
            <a:ext cx="2540100" cy="457200"/>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70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97" name="Google Shape;97;p33"/>
          <p:cNvSpPr txBox="1">
            <a:spLocks noGrp="1"/>
          </p:cNvSpPr>
          <p:nvPr>
            <p:ph type="ftr" idx="11"/>
          </p:nvPr>
        </p:nvSpPr>
        <p:spPr>
          <a:xfrm>
            <a:off x="4165600" y="6229350"/>
            <a:ext cx="3860700" cy="457200"/>
          </a:xfrm>
          <a:prstGeom prst="rect">
            <a:avLst/>
          </a:prstGeom>
          <a:noFill/>
          <a:ln>
            <a:noFill/>
          </a:ln>
        </p:spPr>
        <p:txBody>
          <a:bodyPr spcFirstLastPara="1" wrap="square" lIns="91425" tIns="45700" rIns="91425" bIns="45700" anchor="b" anchorCtr="0">
            <a:noAutofit/>
          </a:bodyPr>
          <a:lstStyle>
            <a:lvl1pPr marR="0" lvl="0" algn="ctr">
              <a:lnSpc>
                <a:spcPct val="100000"/>
              </a:lnSpc>
              <a:spcBef>
                <a:spcPts val="70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ahoma"/>
                <a:ea typeface="Tahoma"/>
                <a:cs typeface="Tahoma"/>
                <a:sym typeface="Tahoma"/>
              </a:defRPr>
            </a:lvl9pPr>
          </a:lstStyle>
          <a:p>
            <a:endParaRPr/>
          </a:p>
        </p:txBody>
      </p:sp>
      <p:sp>
        <p:nvSpPr>
          <p:cNvPr id="98" name="Google Shape;98;p33"/>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cxnSp>
        <p:nvCxnSpPr>
          <p:cNvPr id="99" name="Google Shape;99;p33"/>
          <p:cNvCxnSpPr/>
          <p:nvPr/>
        </p:nvCxnSpPr>
        <p:spPr>
          <a:xfrm>
            <a:off x="609600" y="1295400"/>
            <a:ext cx="10871100" cy="0"/>
          </a:xfrm>
          <a:prstGeom prst="straightConnector1">
            <a:avLst/>
          </a:prstGeom>
          <a:noFill/>
          <a:ln w="76200" cap="flat" cmpd="sng">
            <a:solidFill>
              <a:srgbClr val="0000F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3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endParaRPr/>
          </a:p>
        </p:txBody>
      </p:sp>
      <p:sp>
        <p:nvSpPr>
          <p:cNvPr id="177" name="Google Shape;177;p37"/>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78" name="Google Shape;178;p37"/>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9" name="Google Shape;179;p37"/>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0" name="Google Shape;180;p37"/>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2pPr>
            <a:lvl3pPr marR="0" lvl="2"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3pPr>
            <a:lvl4pPr marR="0" lvl="3"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4pPr>
            <a:lvl5pPr marR="0" lvl="4"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5pPr>
            <a:lvl6pPr marR="0" lvl="5"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6pPr>
            <a:lvl7pPr marR="0" lvl="6"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7pPr>
            <a:lvl8pPr marR="0" lvl="7"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8pPr>
            <a:lvl9pPr marR="0" lvl="8" algn="ctr">
              <a:lnSpc>
                <a:spcPct val="100000"/>
              </a:lnSpc>
              <a:spcBef>
                <a:spcPts val="0"/>
              </a:spcBef>
              <a:spcAft>
                <a:spcPts val="0"/>
              </a:spcAft>
              <a:buClr>
                <a:srgbClr val="000000"/>
              </a:buClr>
              <a:buSzPts val="1400"/>
              <a:buFont typeface="Arial"/>
              <a:buNone/>
              <a:defRPr sz="4400" b="0" i="0" u="none" strike="noStrike" cap="none">
                <a:solidFill>
                  <a:schemeClr val="dk2"/>
                </a:solidFill>
                <a:latin typeface="Arial"/>
                <a:ea typeface="Arial"/>
                <a:cs typeface="Arial"/>
                <a:sym typeface="Arial"/>
              </a:defRPr>
            </a:lvl9pPr>
          </a:lstStyle>
          <a:p>
            <a:endParaRPr/>
          </a:p>
        </p:txBody>
      </p:sp>
      <p:sp>
        <p:nvSpPr>
          <p:cNvPr id="257" name="Google Shape;257;p35"/>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58" name="Google Shape;258;p35"/>
          <p:cNvSpPr txBox="1">
            <a:spLocks noGrp="1"/>
          </p:cNvSpPr>
          <p:nvPr>
            <p:ph type="dt" idx="10"/>
          </p:nvPr>
        </p:nvSpPr>
        <p:spPr>
          <a:xfrm>
            <a:off x="609600" y="6245225"/>
            <a:ext cx="2844900" cy="4764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59" name="Google Shape;259;p35"/>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60" name="Google Shape;260;p35"/>
          <p:cNvSpPr txBox="1">
            <a:spLocks noGrp="1"/>
          </p:cNvSpPr>
          <p:nvPr>
            <p:ph type="sldNum" idx="12"/>
          </p:nvPr>
        </p:nvSpPr>
        <p:spPr>
          <a:xfrm>
            <a:off x="8737600" y="6245225"/>
            <a:ext cx="2844900" cy="4764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SG"/>
              <a:t>‹#›</a:t>
            </a:fld>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5.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hyperlink" Target="https://youtu.be/zeArDrC2xPg"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SG"/>
              <a:t>Layer 3 : Network</a:t>
            </a:r>
            <a:endParaRPr/>
          </a:p>
        </p:txBody>
      </p:sp>
      <p:sp>
        <p:nvSpPr>
          <p:cNvPr id="340" name="Google Shape;340;p1"/>
          <p:cNvSpPr txBox="1">
            <a:spLocks noGrp="1"/>
          </p:cNvSpPr>
          <p:nvPr>
            <p:ph type="subTitle" idx="1"/>
          </p:nvPr>
        </p:nvSpPr>
        <p:spPr>
          <a:xfrm>
            <a:off x="1524000" y="3602037"/>
            <a:ext cx="9144000" cy="22284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90000"/>
              </a:lnSpc>
              <a:spcBef>
                <a:spcPts val="0"/>
              </a:spcBef>
              <a:spcAft>
                <a:spcPts val="0"/>
              </a:spcAft>
              <a:buClr>
                <a:schemeClr val="dk1"/>
              </a:buClr>
              <a:buSzPts val="2400"/>
              <a:buFont typeface="Arial"/>
              <a:buChar char="•"/>
            </a:pPr>
            <a:r>
              <a:rPr lang="en-SG"/>
              <a:t>IP Address</a:t>
            </a:r>
            <a:endParaRPr/>
          </a:p>
          <a:p>
            <a:pPr marL="342900" lvl="0" indent="-342900" algn="l" rtl="0">
              <a:lnSpc>
                <a:spcPct val="90000"/>
              </a:lnSpc>
              <a:spcBef>
                <a:spcPts val="1000"/>
              </a:spcBef>
              <a:spcAft>
                <a:spcPts val="0"/>
              </a:spcAft>
              <a:buClr>
                <a:schemeClr val="dk1"/>
              </a:buClr>
              <a:buSzPts val="2400"/>
              <a:buFont typeface="Arial"/>
              <a:buChar char="•"/>
            </a:pPr>
            <a:r>
              <a:rPr lang="en-SG"/>
              <a:t>Subnet mask</a:t>
            </a:r>
            <a:endParaRPr/>
          </a:p>
          <a:p>
            <a:pPr marL="342900" lvl="0" indent="-342900" algn="l" rtl="0">
              <a:lnSpc>
                <a:spcPct val="90000"/>
              </a:lnSpc>
              <a:spcBef>
                <a:spcPts val="1000"/>
              </a:spcBef>
              <a:spcAft>
                <a:spcPts val="0"/>
              </a:spcAft>
              <a:buClr>
                <a:schemeClr val="dk1"/>
              </a:buClr>
              <a:buSzPts val="2400"/>
              <a:buFont typeface="Arial"/>
              <a:buChar char="•"/>
            </a:pPr>
            <a:r>
              <a:rPr lang="en-SG"/>
              <a:t>Subnetting</a:t>
            </a:r>
            <a:endParaRPr/>
          </a:p>
          <a:p>
            <a:pPr marL="342900" lvl="0" indent="-342900" algn="l" rtl="0">
              <a:lnSpc>
                <a:spcPct val="90000"/>
              </a:lnSpc>
              <a:spcBef>
                <a:spcPts val="1000"/>
              </a:spcBef>
              <a:spcAft>
                <a:spcPts val="0"/>
              </a:spcAft>
              <a:buClr>
                <a:schemeClr val="dk1"/>
              </a:buClr>
              <a:buSzPts val="2400"/>
              <a:buFont typeface="Arial"/>
              <a:buChar char="•"/>
            </a:pPr>
            <a:r>
              <a:rPr lang="en-SG"/>
              <a:t>IP Address to Mac Address</a:t>
            </a:r>
            <a:endParaRPr/>
          </a:p>
          <a:p>
            <a:pPr marL="342900" lvl="0" indent="-342900" algn="l" rtl="0">
              <a:lnSpc>
                <a:spcPct val="90000"/>
              </a:lnSpc>
              <a:spcBef>
                <a:spcPts val="1000"/>
              </a:spcBef>
              <a:spcAft>
                <a:spcPts val="0"/>
              </a:spcAft>
              <a:buClr>
                <a:schemeClr val="dk1"/>
              </a:buClr>
              <a:buSzPts val="2400"/>
              <a:buFont typeface="Arial"/>
              <a:buChar char="•"/>
            </a:pPr>
            <a:r>
              <a:rPr lang="en-SG"/>
              <a:t>Routing</a:t>
            </a:r>
            <a:endParaRPr/>
          </a:p>
          <a:p>
            <a:pPr marL="0" lvl="0" indent="0" algn="l" rtl="0">
              <a:lnSpc>
                <a:spcPct val="90000"/>
              </a:lnSpc>
              <a:spcBef>
                <a:spcPts val="1000"/>
              </a:spcBef>
              <a:spcAft>
                <a:spcPts val="0"/>
              </a:spcAft>
              <a:buClr>
                <a:schemeClr val="dk1"/>
              </a:buClr>
              <a:buSzPts val="2400"/>
              <a:buNone/>
            </a:pPr>
            <a:endParaRPr/>
          </a:p>
          <a:p>
            <a:pPr marL="0" lvl="0" indent="0" algn="l" rtl="0">
              <a:lnSpc>
                <a:spcPct val="90000"/>
              </a:lnSpc>
              <a:spcBef>
                <a:spcPts val="100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grpSp>
        <p:nvGrpSpPr>
          <p:cNvPr id="345" name="Google Shape;345;p2"/>
          <p:cNvGrpSpPr/>
          <p:nvPr/>
        </p:nvGrpSpPr>
        <p:grpSpPr>
          <a:xfrm>
            <a:off x="1384664" y="3644468"/>
            <a:ext cx="2635878" cy="2680603"/>
            <a:chOff x="835315" y="370977"/>
            <a:chExt cx="3244158" cy="3299204"/>
          </a:xfrm>
        </p:grpSpPr>
        <p:grpSp>
          <p:nvGrpSpPr>
            <p:cNvPr id="346" name="Google Shape;346;p2"/>
            <p:cNvGrpSpPr/>
            <p:nvPr/>
          </p:nvGrpSpPr>
          <p:grpSpPr>
            <a:xfrm>
              <a:off x="1911730" y="1709909"/>
              <a:ext cx="1128900" cy="781619"/>
              <a:chOff x="5528963" y="895412"/>
              <a:chExt cx="1128900" cy="781619"/>
            </a:xfrm>
          </p:grpSpPr>
          <p:pic>
            <p:nvPicPr>
              <p:cNvPr id="347" name="Google Shape;347;p2"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348" name="Google Shape;348;p2"/>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349" name="Google Shape;349;p2"/>
            <p:cNvGrpSpPr/>
            <p:nvPr/>
          </p:nvGrpSpPr>
          <p:grpSpPr>
            <a:xfrm>
              <a:off x="1557814" y="1159838"/>
              <a:ext cx="525018" cy="524337"/>
              <a:chOff x="3408" y="2592"/>
              <a:chExt cx="1528" cy="1528"/>
            </a:xfrm>
          </p:grpSpPr>
          <p:sp>
            <p:nvSpPr>
              <p:cNvPr id="350" name="Google Shape;350;p2"/>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51" name="Google Shape;351;p2"/>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52" name="Google Shape;352;p2"/>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grpSp>
          <p:nvGrpSpPr>
            <p:cNvPr id="353" name="Google Shape;353;p2"/>
            <p:cNvGrpSpPr/>
            <p:nvPr/>
          </p:nvGrpSpPr>
          <p:grpSpPr>
            <a:xfrm>
              <a:off x="2938787" y="1147289"/>
              <a:ext cx="531474" cy="532012"/>
              <a:chOff x="3456" y="2016"/>
              <a:chExt cx="1526" cy="1528"/>
            </a:xfrm>
          </p:grpSpPr>
          <p:sp>
            <p:nvSpPr>
              <p:cNvPr id="354" name="Google Shape;354;p2"/>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55" name="Google Shape;355;p2"/>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56" name="Google Shape;356;p2"/>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357" name="Google Shape;357;p2"/>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358" name="Google Shape;358;p2"/>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359" name="Google Shape;359;p2"/>
            <p:cNvGrpSpPr/>
            <p:nvPr/>
          </p:nvGrpSpPr>
          <p:grpSpPr>
            <a:xfrm flipH="1">
              <a:off x="2341008" y="2392126"/>
              <a:ext cx="114300" cy="800971"/>
              <a:chOff x="5280" y="2016"/>
              <a:chExt cx="300" cy="2100"/>
            </a:xfrm>
          </p:grpSpPr>
          <p:sp>
            <p:nvSpPr>
              <p:cNvPr id="360" name="Google Shape;360;p2"/>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61" name="Google Shape;361;p2"/>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62" name="Google Shape;362;p2"/>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363" name="Google Shape;363;p2"/>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364" name="Google Shape;364;p2"/>
          <p:cNvGrpSpPr/>
          <p:nvPr/>
        </p:nvGrpSpPr>
        <p:grpSpPr>
          <a:xfrm>
            <a:off x="8328340" y="3581006"/>
            <a:ext cx="2635878" cy="2680603"/>
            <a:chOff x="835315" y="370977"/>
            <a:chExt cx="3244158" cy="3299204"/>
          </a:xfrm>
        </p:grpSpPr>
        <p:grpSp>
          <p:nvGrpSpPr>
            <p:cNvPr id="365" name="Google Shape;365;p2"/>
            <p:cNvGrpSpPr/>
            <p:nvPr/>
          </p:nvGrpSpPr>
          <p:grpSpPr>
            <a:xfrm>
              <a:off x="1911730" y="1709909"/>
              <a:ext cx="1128900" cy="781619"/>
              <a:chOff x="5528963" y="895412"/>
              <a:chExt cx="1128900" cy="781619"/>
            </a:xfrm>
          </p:grpSpPr>
          <p:pic>
            <p:nvPicPr>
              <p:cNvPr id="366" name="Google Shape;366;p2"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367" name="Google Shape;367;p2"/>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368" name="Google Shape;368;p2"/>
            <p:cNvGrpSpPr/>
            <p:nvPr/>
          </p:nvGrpSpPr>
          <p:grpSpPr>
            <a:xfrm>
              <a:off x="1557814" y="1159838"/>
              <a:ext cx="525018" cy="524337"/>
              <a:chOff x="3408" y="2592"/>
              <a:chExt cx="1528" cy="1528"/>
            </a:xfrm>
          </p:grpSpPr>
          <p:sp>
            <p:nvSpPr>
              <p:cNvPr id="369" name="Google Shape;369;p2"/>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70" name="Google Shape;370;p2"/>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71" name="Google Shape;371;p2"/>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grpSp>
          <p:nvGrpSpPr>
            <p:cNvPr id="372" name="Google Shape;372;p2"/>
            <p:cNvGrpSpPr/>
            <p:nvPr/>
          </p:nvGrpSpPr>
          <p:grpSpPr>
            <a:xfrm>
              <a:off x="2938787" y="1147289"/>
              <a:ext cx="531474" cy="532012"/>
              <a:chOff x="3456" y="2016"/>
              <a:chExt cx="1526" cy="1528"/>
            </a:xfrm>
          </p:grpSpPr>
          <p:sp>
            <p:nvSpPr>
              <p:cNvPr id="373" name="Google Shape;373;p2"/>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74" name="Google Shape;374;p2"/>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75" name="Google Shape;375;p2"/>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376" name="Google Shape;376;p2"/>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377" name="Google Shape;377;p2"/>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378" name="Google Shape;378;p2"/>
            <p:cNvGrpSpPr/>
            <p:nvPr/>
          </p:nvGrpSpPr>
          <p:grpSpPr>
            <a:xfrm flipH="1">
              <a:off x="2341008" y="2392126"/>
              <a:ext cx="114300" cy="800971"/>
              <a:chOff x="5280" y="2016"/>
              <a:chExt cx="300" cy="2100"/>
            </a:xfrm>
          </p:grpSpPr>
          <p:sp>
            <p:nvSpPr>
              <p:cNvPr id="379" name="Google Shape;379;p2"/>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80" name="Google Shape;380;p2"/>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81" name="Google Shape;381;p2"/>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382" name="Google Shape;382;p2"/>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383" name="Google Shape;383;p2"/>
          <p:cNvGrpSpPr/>
          <p:nvPr/>
        </p:nvGrpSpPr>
        <p:grpSpPr>
          <a:xfrm>
            <a:off x="5010636" y="3576445"/>
            <a:ext cx="2635878" cy="2680603"/>
            <a:chOff x="835315" y="370977"/>
            <a:chExt cx="3244158" cy="3299204"/>
          </a:xfrm>
        </p:grpSpPr>
        <p:grpSp>
          <p:nvGrpSpPr>
            <p:cNvPr id="384" name="Google Shape;384;p2"/>
            <p:cNvGrpSpPr/>
            <p:nvPr/>
          </p:nvGrpSpPr>
          <p:grpSpPr>
            <a:xfrm>
              <a:off x="1911730" y="1709909"/>
              <a:ext cx="1128900" cy="781619"/>
              <a:chOff x="5528963" y="895412"/>
              <a:chExt cx="1128900" cy="781619"/>
            </a:xfrm>
          </p:grpSpPr>
          <p:pic>
            <p:nvPicPr>
              <p:cNvPr id="385" name="Google Shape;385;p2"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386" name="Google Shape;386;p2"/>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387" name="Google Shape;387;p2"/>
            <p:cNvGrpSpPr/>
            <p:nvPr/>
          </p:nvGrpSpPr>
          <p:grpSpPr>
            <a:xfrm>
              <a:off x="1557814" y="1159838"/>
              <a:ext cx="525018" cy="524337"/>
              <a:chOff x="3408" y="2592"/>
              <a:chExt cx="1528" cy="1528"/>
            </a:xfrm>
          </p:grpSpPr>
          <p:sp>
            <p:nvSpPr>
              <p:cNvPr id="388" name="Google Shape;388;p2"/>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89" name="Google Shape;389;p2"/>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90" name="Google Shape;390;p2"/>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grpSp>
          <p:nvGrpSpPr>
            <p:cNvPr id="391" name="Google Shape;391;p2"/>
            <p:cNvGrpSpPr/>
            <p:nvPr/>
          </p:nvGrpSpPr>
          <p:grpSpPr>
            <a:xfrm>
              <a:off x="2938787" y="1147289"/>
              <a:ext cx="531474" cy="532012"/>
              <a:chOff x="3456" y="2016"/>
              <a:chExt cx="1526" cy="1528"/>
            </a:xfrm>
          </p:grpSpPr>
          <p:sp>
            <p:nvSpPr>
              <p:cNvPr id="392" name="Google Shape;392;p2"/>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93" name="Google Shape;393;p2"/>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94" name="Google Shape;394;p2"/>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395" name="Google Shape;395;p2"/>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396" name="Google Shape;396;p2"/>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397" name="Google Shape;397;p2"/>
            <p:cNvGrpSpPr/>
            <p:nvPr/>
          </p:nvGrpSpPr>
          <p:grpSpPr>
            <a:xfrm flipH="1">
              <a:off x="2341008" y="2392126"/>
              <a:ext cx="114300" cy="800971"/>
              <a:chOff x="5280" y="2016"/>
              <a:chExt cx="300" cy="2100"/>
            </a:xfrm>
          </p:grpSpPr>
          <p:sp>
            <p:nvSpPr>
              <p:cNvPr id="398" name="Google Shape;398;p2"/>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399" name="Google Shape;399;p2"/>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00" name="Google Shape;400;p2"/>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01" name="Google Shape;401;p2"/>
            <p:cNvPicPr preferRelativeResize="0"/>
            <p:nvPr/>
          </p:nvPicPr>
          <p:blipFill rotWithShape="1">
            <a:blip r:embed="rId4">
              <a:alphaModFix/>
            </a:blip>
            <a:srcRect/>
            <a:stretch/>
          </p:blipFill>
          <p:spPr>
            <a:xfrm>
              <a:off x="1825477" y="2928817"/>
              <a:ext cx="914401" cy="741364"/>
            </a:xfrm>
            <a:prstGeom prst="rect">
              <a:avLst/>
            </a:prstGeom>
            <a:noFill/>
            <a:ln>
              <a:noFill/>
            </a:ln>
          </p:spPr>
        </p:pic>
      </p:grpSp>
      <p:sp>
        <p:nvSpPr>
          <p:cNvPr id="402" name="Google Shape;402;p2"/>
          <p:cNvSpPr/>
          <p:nvPr/>
        </p:nvSpPr>
        <p:spPr>
          <a:xfrm>
            <a:off x="2950710" y="4560377"/>
            <a:ext cx="1580100" cy="98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a:t>
            </a:r>
            <a:r>
              <a:rPr lang="en-SG" sz="600" b="0" i="0" u="none" strike="noStrike" cap="none">
                <a:solidFill>
                  <a:schemeClr val="dk1"/>
                </a:solidFill>
                <a:latin typeface="Arial"/>
                <a:ea typeface="Arial"/>
                <a:cs typeface="Arial"/>
                <a:sym typeface="Arial"/>
              </a:rPr>
              <a:t>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sp>
        <p:nvSpPr>
          <p:cNvPr id="403" name="Google Shape;403;p2"/>
          <p:cNvSpPr/>
          <p:nvPr/>
        </p:nvSpPr>
        <p:spPr>
          <a:xfrm>
            <a:off x="6670579" y="4560377"/>
            <a:ext cx="1580100" cy="98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a:t>
            </a:r>
            <a:r>
              <a:rPr lang="en-SG" sz="600" b="0" i="0" u="none" strike="noStrike" cap="none">
                <a:solidFill>
                  <a:schemeClr val="dk1"/>
                </a:solidFill>
                <a:latin typeface="Arial"/>
                <a:ea typeface="Arial"/>
                <a:cs typeface="Arial"/>
                <a:sym typeface="Arial"/>
              </a:rPr>
              <a:t>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sp>
        <p:nvSpPr>
          <p:cNvPr id="404" name="Google Shape;404;p2"/>
          <p:cNvSpPr/>
          <p:nvPr/>
        </p:nvSpPr>
        <p:spPr>
          <a:xfrm>
            <a:off x="10250592" y="4374721"/>
            <a:ext cx="1580100" cy="98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a:t>
            </a:r>
            <a:r>
              <a:rPr lang="en-SG" sz="600" b="0" i="0" u="none" strike="noStrike" cap="none">
                <a:solidFill>
                  <a:schemeClr val="dk1"/>
                </a:solidFill>
                <a:latin typeface="Arial"/>
                <a:ea typeface="Arial"/>
                <a:cs typeface="Arial"/>
                <a:sym typeface="Arial"/>
              </a:rPr>
              <a:t>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
          <p:cNvSpPr/>
          <p:nvPr/>
        </p:nvSpPr>
        <p:spPr>
          <a:xfrm>
            <a:off x="2170386" y="3429000"/>
            <a:ext cx="2133600" cy="1219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Arial"/>
                <a:ea typeface="Arial"/>
                <a:cs typeface="Arial"/>
                <a:sym typeface="Arial"/>
              </a:rPr>
              <a:t>switch1</a:t>
            </a:r>
            <a:endParaRPr sz="1400" b="0" i="0" u="none" strike="noStrike" cap="none">
              <a:solidFill>
                <a:srgbClr val="000000"/>
              </a:solidFill>
              <a:latin typeface="Arial"/>
              <a:ea typeface="Arial"/>
              <a:cs typeface="Arial"/>
              <a:sym typeface="Arial"/>
            </a:endParaRPr>
          </a:p>
        </p:txBody>
      </p:sp>
      <p:sp>
        <p:nvSpPr>
          <p:cNvPr id="410" name="Google Shape;410;p3"/>
          <p:cNvSpPr/>
          <p:nvPr/>
        </p:nvSpPr>
        <p:spPr>
          <a:xfrm>
            <a:off x="2246586" y="1143000"/>
            <a:ext cx="2667000" cy="1524000"/>
          </a:xfrm>
          <a:prstGeom prst="wedgeRectCallout">
            <a:avLst>
              <a:gd name="adj1" fmla="val -11546"/>
              <a:gd name="adj2" fmla="val 115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11" name="Google Shape;411;p3"/>
          <p:cNvSpPr/>
          <p:nvPr/>
        </p:nvSpPr>
        <p:spPr>
          <a:xfrm>
            <a:off x="2246586" y="1143001"/>
            <a:ext cx="3048000" cy="14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sp>
        <p:nvSpPr>
          <p:cNvPr id="412" name="Google Shape;412;p3"/>
          <p:cNvSpPr/>
          <p:nvPr/>
        </p:nvSpPr>
        <p:spPr>
          <a:xfrm>
            <a:off x="7504386" y="3421117"/>
            <a:ext cx="2133600" cy="1219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Arial"/>
                <a:ea typeface="Arial"/>
                <a:cs typeface="Arial"/>
                <a:sym typeface="Arial"/>
              </a:rPr>
              <a:t>switch2</a:t>
            </a:r>
            <a:endParaRPr sz="1400" b="0" i="0" u="none" strike="noStrike" cap="none">
              <a:solidFill>
                <a:srgbClr val="000000"/>
              </a:solidFill>
              <a:latin typeface="Arial"/>
              <a:ea typeface="Arial"/>
              <a:cs typeface="Arial"/>
              <a:sym typeface="Arial"/>
            </a:endParaRPr>
          </a:p>
        </p:txBody>
      </p:sp>
      <p:sp>
        <p:nvSpPr>
          <p:cNvPr id="413" name="Google Shape;413;p3"/>
          <p:cNvSpPr/>
          <p:nvPr/>
        </p:nvSpPr>
        <p:spPr>
          <a:xfrm>
            <a:off x="7278416" y="1143000"/>
            <a:ext cx="2667000" cy="1524000"/>
          </a:xfrm>
          <a:prstGeom prst="wedgeRectCallout">
            <a:avLst>
              <a:gd name="adj1" fmla="val -11546"/>
              <a:gd name="adj2" fmla="val 115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14" name="Google Shape;414;p3"/>
          <p:cNvSpPr/>
          <p:nvPr/>
        </p:nvSpPr>
        <p:spPr>
          <a:xfrm>
            <a:off x="7273160" y="1143000"/>
            <a:ext cx="3048000" cy="14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1111a.466d.c764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0523.12bc.8701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34ac.abc2.8761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0234.917d.d874    DYNAMIC     4</a:t>
            </a:r>
            <a:endParaRPr sz="1400" b="0" i="0" u="none" strike="noStrike" cap="none">
              <a:solidFill>
                <a:srgbClr val="000000"/>
              </a:solidFill>
              <a:latin typeface="Arial"/>
              <a:ea typeface="Arial"/>
              <a:cs typeface="Arial"/>
              <a:sym typeface="Arial"/>
            </a:endParaRPr>
          </a:p>
        </p:txBody>
      </p:sp>
      <p:cxnSp>
        <p:nvCxnSpPr>
          <p:cNvPr id="415" name="Google Shape;415;p3"/>
          <p:cNvCxnSpPr>
            <a:stCxn id="409" idx="3"/>
            <a:endCxn id="412" idx="1"/>
          </p:cNvCxnSpPr>
          <p:nvPr/>
        </p:nvCxnSpPr>
        <p:spPr>
          <a:xfrm rot="10800000" flipH="1">
            <a:off x="4303986" y="4030800"/>
            <a:ext cx="3200400" cy="7800"/>
          </a:xfrm>
          <a:prstGeom prst="straightConnector1">
            <a:avLst/>
          </a:prstGeom>
          <a:noFill/>
          <a:ln w="28575" cap="flat" cmpd="sng">
            <a:solidFill>
              <a:schemeClr val="dk1"/>
            </a:solidFill>
            <a:prstDash val="solid"/>
            <a:miter lim="800000"/>
            <a:headEnd type="none" w="sm" len="sm"/>
            <a:tailEnd type="none" w="sm" len="sm"/>
          </a:ln>
        </p:spPr>
      </p:cxnSp>
      <p:sp>
        <p:nvSpPr>
          <p:cNvPr id="416" name="Google Shape;416;p3"/>
          <p:cNvSpPr/>
          <p:nvPr/>
        </p:nvSpPr>
        <p:spPr>
          <a:xfrm>
            <a:off x="4151586" y="3916417"/>
            <a:ext cx="304800" cy="228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417" name="Google Shape;417;p3"/>
          <p:cNvSpPr/>
          <p:nvPr/>
        </p:nvSpPr>
        <p:spPr>
          <a:xfrm>
            <a:off x="7373006" y="3909222"/>
            <a:ext cx="304800" cy="228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418" name="Google Shape;418;p3"/>
          <p:cNvSpPr/>
          <p:nvPr/>
        </p:nvSpPr>
        <p:spPr>
          <a:xfrm>
            <a:off x="7382203" y="1833053"/>
            <a:ext cx="241800" cy="882900"/>
          </a:xfrm>
          <a:prstGeom prst="leftBrace">
            <a:avLst>
              <a:gd name="adj1" fmla="val 8333"/>
              <a:gd name="adj2" fmla="val 50000"/>
            </a:avLst>
          </a:prstGeom>
          <a:noFill/>
          <a:ln w="9525" cap="flat" cmpd="sng">
            <a:solidFill>
              <a:srgbClr val="ED7D3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9" name="Google Shape;419;p3"/>
          <p:cNvSpPr/>
          <p:nvPr/>
        </p:nvSpPr>
        <p:spPr>
          <a:xfrm>
            <a:off x="2091559" y="2620328"/>
            <a:ext cx="2969100" cy="305400"/>
          </a:xfrm>
          <a:prstGeom prst="rect">
            <a:avLst/>
          </a:prstGeom>
          <a:solidFill>
            <a:schemeClr val="lt1"/>
          </a:solid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420" name="Google Shape;420;p3"/>
          <p:cNvCxnSpPr>
            <a:stCxn id="418" idx="1"/>
          </p:cNvCxnSpPr>
          <p:nvPr/>
        </p:nvCxnSpPr>
        <p:spPr>
          <a:xfrm flipH="1">
            <a:off x="3817303" y="2274503"/>
            <a:ext cx="3564900" cy="562800"/>
          </a:xfrm>
          <a:prstGeom prst="curvedConnector3">
            <a:avLst>
              <a:gd name="adj1" fmla="val 53244"/>
            </a:avLst>
          </a:prstGeom>
          <a:noFill/>
          <a:ln w="57150" cap="flat" cmpd="sng">
            <a:solidFill>
              <a:schemeClr val="accent2"/>
            </a:solidFill>
            <a:prstDash val="solid"/>
            <a:miter lim="800000"/>
            <a:headEnd type="none" w="sm" len="sm"/>
            <a:tailEnd type="triangle" w="med" len="med"/>
          </a:ln>
        </p:spPr>
      </p:cxnSp>
      <p:sp>
        <p:nvSpPr>
          <p:cNvPr id="421" name="Google Shape;421;p3"/>
          <p:cNvSpPr/>
          <p:nvPr/>
        </p:nvSpPr>
        <p:spPr>
          <a:xfrm>
            <a:off x="7273160" y="2708039"/>
            <a:ext cx="2969100" cy="305400"/>
          </a:xfrm>
          <a:prstGeom prst="rect">
            <a:avLst/>
          </a:prstGeom>
          <a:solidFill>
            <a:schemeClr val="lt1"/>
          </a:solidFill>
          <a:ln w="381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2" name="Google Shape;422;p3"/>
          <p:cNvSpPr/>
          <p:nvPr/>
        </p:nvSpPr>
        <p:spPr>
          <a:xfrm>
            <a:off x="4813739" y="1905000"/>
            <a:ext cx="138000" cy="668700"/>
          </a:xfrm>
          <a:prstGeom prst="rightBrace">
            <a:avLst>
              <a:gd name="adj1" fmla="val 8333"/>
              <a:gd name="adj2" fmla="val 50000"/>
            </a:avLst>
          </a:prstGeom>
          <a:noFill/>
          <a:ln w="9525" cap="flat" cmpd="sng">
            <a:solidFill>
              <a:srgbClr val="5482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423" name="Google Shape;423;p3"/>
          <p:cNvCxnSpPr>
            <a:stCxn id="422" idx="1"/>
          </p:cNvCxnSpPr>
          <p:nvPr/>
        </p:nvCxnSpPr>
        <p:spPr>
          <a:xfrm>
            <a:off x="4951739" y="2239350"/>
            <a:ext cx="3004500" cy="621600"/>
          </a:xfrm>
          <a:prstGeom prst="curvedConnector3">
            <a:avLst>
              <a:gd name="adj1" fmla="val 40623"/>
            </a:avLst>
          </a:prstGeom>
          <a:noFill/>
          <a:ln w="38100" cap="flat" cmpd="sng">
            <a:solidFill>
              <a:srgbClr val="548235"/>
            </a:solidFill>
            <a:prstDash val="solid"/>
            <a:miter lim="800000"/>
            <a:headEnd type="none" w="sm" len="sm"/>
            <a:tailEnd type="triangle" w="med" len="med"/>
          </a:ln>
        </p:spPr>
      </p:cxnSp>
      <p:sp>
        <p:nvSpPr>
          <p:cNvPr id="424" name="Google Shape;424;p3"/>
          <p:cNvSpPr txBox="1"/>
          <p:nvPr/>
        </p:nvSpPr>
        <p:spPr>
          <a:xfrm>
            <a:off x="4270315" y="2531945"/>
            <a:ext cx="301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rgbClr val="ED7D31"/>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425" name="Google Shape;425;p3"/>
          <p:cNvSpPr txBox="1"/>
          <p:nvPr/>
        </p:nvSpPr>
        <p:spPr>
          <a:xfrm>
            <a:off x="9287693" y="2657241"/>
            <a:ext cx="301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rgbClr val="548235"/>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426" name="Google Shape;426;p3"/>
          <p:cNvSpPr/>
          <p:nvPr/>
        </p:nvSpPr>
        <p:spPr>
          <a:xfrm>
            <a:off x="3893699" y="1851813"/>
            <a:ext cx="4546422" cy="4572018"/>
          </a:xfrm>
          <a:prstGeom prst="irregularSeal1">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2400" b="0" i="0" u="none" strike="noStrike" cap="none" dirty="0">
                <a:solidFill>
                  <a:schemeClr val="dk1"/>
                </a:solidFill>
                <a:latin typeface="Arial"/>
                <a:ea typeface="Arial"/>
                <a:cs typeface="Arial"/>
                <a:sym typeface="Arial"/>
              </a:rPr>
              <a:t>Can we build the Internet using ONLY switches and cables</a:t>
            </a:r>
            <a:endParaRPr sz="2400" b="0" i="0" u="none" strike="noStrike" cap="none" dirty="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8">
          <a:extLst>
            <a:ext uri="{FF2B5EF4-FFF2-40B4-BE49-F238E27FC236}">
              <a16:creationId xmlns:a16="http://schemas.microsoft.com/office/drawing/2014/main" id="{3ABD7D40-23C1-5368-907F-09F89F3E091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C6A3C88C-3574-C4DD-E4D4-6187A64B1676}"/>
              </a:ext>
            </a:extLst>
          </p:cNvPr>
          <p:cNvGrpSpPr>
            <a:grpSpLocks/>
          </p:cNvGrpSpPr>
          <p:nvPr/>
        </p:nvGrpSpPr>
        <p:grpSpPr>
          <a:xfrm>
            <a:off x="7446824" y="3605042"/>
            <a:ext cx="2373898" cy="1402179"/>
            <a:chOff x="339373" y="4635954"/>
            <a:chExt cx="2667000" cy="1524000"/>
          </a:xfrm>
        </p:grpSpPr>
        <p:sp>
          <p:nvSpPr>
            <p:cNvPr id="10" name="Google Shape;411;p3">
              <a:extLst>
                <a:ext uri="{FF2B5EF4-FFF2-40B4-BE49-F238E27FC236}">
                  <a16:creationId xmlns:a16="http://schemas.microsoft.com/office/drawing/2014/main" id="{06292BFE-E4F7-0DF3-0E09-4D26DF6099FA}"/>
                </a:ext>
              </a:extLst>
            </p:cNvPr>
            <p:cNvSpPr>
              <a:spLocks/>
            </p:cNvSpPr>
            <p:nvPr/>
          </p:nvSpPr>
          <p:spPr>
            <a:xfrm>
              <a:off x="503292" y="4705456"/>
              <a:ext cx="2136526" cy="1147001"/>
            </a:xfrm>
            <a:prstGeom prst="rect">
              <a:avLst/>
            </a:prstGeom>
            <a:noFill/>
            <a:ln>
              <a:noFill/>
            </a:ln>
          </p:spPr>
          <p:txBody>
            <a:bodyPr spcFirstLastPara="1" wrap="none" lIns="0" tIns="0" rIns="0" bIns="0" anchor="t" anchorCtr="0">
              <a:normAutofit lnSpcReduction="10000"/>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a:t>
              </a:r>
              <a:r>
                <a:rPr lang="en-SG" sz="800" b="0" i="0" u="none" strike="noStrike" cap="none" dirty="0">
                  <a:solidFill>
                    <a:schemeClr val="dk1"/>
                  </a:solidFill>
                  <a:latin typeface="Arial"/>
                  <a:ea typeface="Arial"/>
                  <a:cs typeface="Arial"/>
                  <a:sym typeface="Arial"/>
                </a:rPr>
                <a:t>Mac Address Table</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Mac Address     Type            Ports</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      ------------      -------</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000a.41cd.c8c4    DYNAMIC     1</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0023.a3bc.c701    DYNAMIC     3</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203a.abc2.57a1    DYNAMIC     2</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011a.919d.d8a4    DYNAMIC     4</a:t>
              </a:r>
              <a:endParaRPr sz="800" b="0" i="0" u="none" strike="noStrike" cap="none" dirty="0">
                <a:solidFill>
                  <a:srgbClr val="000000"/>
                </a:solidFill>
                <a:latin typeface="Arial"/>
                <a:ea typeface="Arial"/>
                <a:cs typeface="Arial"/>
                <a:sym typeface="Arial"/>
              </a:endParaRPr>
            </a:p>
          </p:txBody>
        </p:sp>
        <p:sp>
          <p:nvSpPr>
            <p:cNvPr id="11" name="Google Shape;410;p3">
              <a:extLst>
                <a:ext uri="{FF2B5EF4-FFF2-40B4-BE49-F238E27FC236}">
                  <a16:creationId xmlns:a16="http://schemas.microsoft.com/office/drawing/2014/main" id="{B628266C-D9EE-5D63-4928-E0F79CC0B9AE}"/>
                </a:ext>
              </a:extLst>
            </p:cNvPr>
            <p:cNvSpPr>
              <a:spLocks/>
            </p:cNvSpPr>
            <p:nvPr/>
          </p:nvSpPr>
          <p:spPr>
            <a:xfrm>
              <a:off x="339373" y="4635954"/>
              <a:ext cx="2667000" cy="1524000"/>
            </a:xfrm>
            <a:prstGeom prst="wedgeRectCallout">
              <a:avLst>
                <a:gd name="adj1" fmla="val 2112"/>
                <a:gd name="adj2" fmla="val 60582"/>
              </a:avLst>
            </a:prstGeom>
            <a:noFill/>
            <a:ln w="9525" cap="flat" cmpd="sng">
              <a:solidFill>
                <a:schemeClr val="dk1"/>
              </a:solidFill>
              <a:prstDash val="solid"/>
              <a:miter lim="800000"/>
              <a:headEnd type="none" w="sm" len="sm"/>
              <a:tailEnd type="none" w="sm" len="sm"/>
            </a:ln>
          </p:spPr>
          <p:txBody>
            <a:bodyPr spcFirstLastPara="1" wrap="none" lIns="91425" tIns="45700" rIns="91425" bIns="45700" anchor="t" anchorCtr="0">
              <a:norm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2E1F6194-A5AB-5596-3F9C-3E0E7FA46833}"/>
              </a:ext>
            </a:extLst>
          </p:cNvPr>
          <p:cNvGrpSpPr>
            <a:grpSpLocks/>
          </p:cNvGrpSpPr>
          <p:nvPr/>
        </p:nvGrpSpPr>
        <p:grpSpPr>
          <a:xfrm>
            <a:off x="3653622" y="5217242"/>
            <a:ext cx="2373898" cy="1402179"/>
            <a:chOff x="339373" y="4635954"/>
            <a:chExt cx="2667000" cy="1524000"/>
          </a:xfrm>
        </p:grpSpPr>
        <p:sp>
          <p:nvSpPr>
            <p:cNvPr id="13" name="Google Shape;411;p3">
              <a:extLst>
                <a:ext uri="{FF2B5EF4-FFF2-40B4-BE49-F238E27FC236}">
                  <a16:creationId xmlns:a16="http://schemas.microsoft.com/office/drawing/2014/main" id="{932791E8-EE78-85B6-9C2B-6EE868EAD329}"/>
                </a:ext>
              </a:extLst>
            </p:cNvPr>
            <p:cNvSpPr>
              <a:spLocks/>
            </p:cNvSpPr>
            <p:nvPr/>
          </p:nvSpPr>
          <p:spPr>
            <a:xfrm>
              <a:off x="503292" y="4705456"/>
              <a:ext cx="2136526" cy="1147001"/>
            </a:xfrm>
            <a:prstGeom prst="rect">
              <a:avLst/>
            </a:prstGeom>
            <a:noFill/>
            <a:ln>
              <a:noFill/>
            </a:ln>
          </p:spPr>
          <p:txBody>
            <a:bodyPr spcFirstLastPara="1" wrap="none" lIns="0" tIns="0" rIns="0" bIns="0" anchor="t" anchorCtr="0">
              <a:normAutofit lnSpcReduction="10000"/>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a:t>
              </a:r>
              <a:r>
                <a:rPr lang="en-SG" sz="800" b="0" i="0" u="none" strike="noStrike" cap="none" dirty="0">
                  <a:solidFill>
                    <a:schemeClr val="dk1"/>
                  </a:solidFill>
                  <a:latin typeface="Arial"/>
                  <a:ea typeface="Arial"/>
                  <a:cs typeface="Arial"/>
                  <a:sym typeface="Arial"/>
                </a:rPr>
                <a:t>Mac Address Table</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Mac Address     Type            Ports</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      ------------      -------</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000a.41cd.c8c4    DYNAMIC     1</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0023.a3bc.c701    DYNAMIC     3</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203a.abc2.57a1    DYNAMIC     2</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011a.919d.d8a4    DYNAMIC     4</a:t>
              </a:r>
              <a:endParaRPr sz="800" b="0" i="0" u="none" strike="noStrike" cap="none" dirty="0">
                <a:solidFill>
                  <a:srgbClr val="000000"/>
                </a:solidFill>
                <a:latin typeface="Arial"/>
                <a:ea typeface="Arial"/>
                <a:cs typeface="Arial"/>
                <a:sym typeface="Arial"/>
              </a:endParaRPr>
            </a:p>
          </p:txBody>
        </p:sp>
        <p:sp>
          <p:nvSpPr>
            <p:cNvPr id="14" name="Google Shape;410;p3">
              <a:extLst>
                <a:ext uri="{FF2B5EF4-FFF2-40B4-BE49-F238E27FC236}">
                  <a16:creationId xmlns:a16="http://schemas.microsoft.com/office/drawing/2014/main" id="{9CCD25AE-ABE4-8F78-4E8C-1611BEB0CFD8}"/>
                </a:ext>
              </a:extLst>
            </p:cNvPr>
            <p:cNvSpPr>
              <a:spLocks/>
            </p:cNvSpPr>
            <p:nvPr/>
          </p:nvSpPr>
          <p:spPr>
            <a:xfrm>
              <a:off x="339373" y="4635954"/>
              <a:ext cx="2667000" cy="1524000"/>
            </a:xfrm>
            <a:prstGeom prst="wedgeRectCallout">
              <a:avLst>
                <a:gd name="adj1" fmla="val 51829"/>
                <a:gd name="adj2" fmla="val 46933"/>
              </a:avLst>
            </a:prstGeom>
            <a:noFill/>
            <a:ln w="9525" cap="flat" cmpd="sng">
              <a:solidFill>
                <a:schemeClr val="dk1"/>
              </a:solidFill>
              <a:prstDash val="solid"/>
              <a:miter lim="800000"/>
              <a:headEnd type="none" w="sm" len="sm"/>
              <a:tailEnd type="none" w="sm" len="sm"/>
            </a:ln>
          </p:spPr>
          <p:txBody>
            <a:bodyPr spcFirstLastPara="1" wrap="none" lIns="91425" tIns="45700" rIns="91425" bIns="45700" anchor="t" anchorCtr="0">
              <a:norm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FE4BBFBF-A29A-3D48-BF8F-5D532B122F65}"/>
              </a:ext>
            </a:extLst>
          </p:cNvPr>
          <p:cNvGrpSpPr>
            <a:grpSpLocks/>
          </p:cNvGrpSpPr>
          <p:nvPr/>
        </p:nvGrpSpPr>
        <p:grpSpPr>
          <a:xfrm>
            <a:off x="2489895" y="4700331"/>
            <a:ext cx="2373898" cy="1402179"/>
            <a:chOff x="339373" y="4635954"/>
            <a:chExt cx="2667000" cy="1524000"/>
          </a:xfrm>
        </p:grpSpPr>
        <p:sp>
          <p:nvSpPr>
            <p:cNvPr id="16" name="Google Shape;411;p3">
              <a:extLst>
                <a:ext uri="{FF2B5EF4-FFF2-40B4-BE49-F238E27FC236}">
                  <a16:creationId xmlns:a16="http://schemas.microsoft.com/office/drawing/2014/main" id="{FCC8228A-459E-CEFF-47B9-4E2D5DD9E896}"/>
                </a:ext>
              </a:extLst>
            </p:cNvPr>
            <p:cNvSpPr>
              <a:spLocks/>
            </p:cNvSpPr>
            <p:nvPr/>
          </p:nvSpPr>
          <p:spPr>
            <a:xfrm>
              <a:off x="503292" y="4705456"/>
              <a:ext cx="2136526" cy="1147001"/>
            </a:xfrm>
            <a:prstGeom prst="rect">
              <a:avLst/>
            </a:prstGeom>
            <a:noFill/>
            <a:ln>
              <a:noFill/>
            </a:ln>
          </p:spPr>
          <p:txBody>
            <a:bodyPr spcFirstLastPara="1" wrap="none" lIns="0" tIns="0" rIns="0" bIns="0" anchor="t" anchorCtr="0">
              <a:normAutofit lnSpcReduction="10000"/>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a:t>
              </a:r>
              <a:r>
                <a:rPr lang="en-SG" sz="800" b="0" i="0" u="none" strike="noStrike" cap="none" dirty="0">
                  <a:solidFill>
                    <a:schemeClr val="dk1"/>
                  </a:solidFill>
                  <a:latin typeface="Arial"/>
                  <a:ea typeface="Arial"/>
                  <a:cs typeface="Arial"/>
                  <a:sym typeface="Arial"/>
                </a:rPr>
                <a:t>Mac Address Table</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Mac Address     Type            Ports</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      ------------      -------</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000a.41cd.c8c4    DYNAMIC     1</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0023.a3bc.c701    DYNAMIC     3</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203a.abc2.57a1    DYNAMIC     2</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011a.919d.d8a4    DYNAMIC     4</a:t>
              </a:r>
              <a:endParaRPr sz="800" b="0" i="0" u="none" strike="noStrike" cap="none" dirty="0">
                <a:solidFill>
                  <a:srgbClr val="000000"/>
                </a:solidFill>
                <a:latin typeface="Arial"/>
                <a:ea typeface="Arial"/>
                <a:cs typeface="Arial"/>
                <a:sym typeface="Arial"/>
              </a:endParaRPr>
            </a:p>
          </p:txBody>
        </p:sp>
        <p:sp>
          <p:nvSpPr>
            <p:cNvPr id="17" name="Google Shape;410;p3">
              <a:extLst>
                <a:ext uri="{FF2B5EF4-FFF2-40B4-BE49-F238E27FC236}">
                  <a16:creationId xmlns:a16="http://schemas.microsoft.com/office/drawing/2014/main" id="{88D5E429-24F3-F6A2-67C1-92B0EA5C147F}"/>
                </a:ext>
              </a:extLst>
            </p:cNvPr>
            <p:cNvSpPr>
              <a:spLocks/>
            </p:cNvSpPr>
            <p:nvPr/>
          </p:nvSpPr>
          <p:spPr>
            <a:xfrm>
              <a:off x="339373" y="4635954"/>
              <a:ext cx="2667000" cy="1524000"/>
            </a:xfrm>
            <a:prstGeom prst="wedgeRectCallout">
              <a:avLst>
                <a:gd name="adj1" fmla="val 41079"/>
                <a:gd name="adj2" fmla="val 60582"/>
              </a:avLst>
            </a:prstGeom>
            <a:noFill/>
            <a:ln w="9525" cap="flat" cmpd="sng">
              <a:solidFill>
                <a:schemeClr val="dk1"/>
              </a:solidFill>
              <a:prstDash val="solid"/>
              <a:miter lim="800000"/>
              <a:headEnd type="none" w="sm" len="sm"/>
              <a:tailEnd type="none" w="sm" len="sm"/>
            </a:ln>
          </p:spPr>
          <p:txBody>
            <a:bodyPr spcFirstLastPara="1" wrap="none" lIns="91425" tIns="45700" rIns="91425" bIns="45700" anchor="t" anchorCtr="0">
              <a:norm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8" name="Group 17">
            <a:extLst>
              <a:ext uri="{FF2B5EF4-FFF2-40B4-BE49-F238E27FC236}">
                <a16:creationId xmlns:a16="http://schemas.microsoft.com/office/drawing/2014/main" id="{07C7C399-01C3-E038-F753-E08A2B91A0A1}"/>
              </a:ext>
            </a:extLst>
          </p:cNvPr>
          <p:cNvGrpSpPr>
            <a:grpSpLocks/>
          </p:cNvGrpSpPr>
          <p:nvPr/>
        </p:nvGrpSpPr>
        <p:grpSpPr>
          <a:xfrm>
            <a:off x="5285117" y="3013439"/>
            <a:ext cx="2373898" cy="1402179"/>
            <a:chOff x="339373" y="4635954"/>
            <a:chExt cx="2667000" cy="1524000"/>
          </a:xfrm>
        </p:grpSpPr>
        <p:sp>
          <p:nvSpPr>
            <p:cNvPr id="19" name="Google Shape;411;p3">
              <a:extLst>
                <a:ext uri="{FF2B5EF4-FFF2-40B4-BE49-F238E27FC236}">
                  <a16:creationId xmlns:a16="http://schemas.microsoft.com/office/drawing/2014/main" id="{A820CA6F-2004-3A7E-4DDD-4781BCAA831D}"/>
                </a:ext>
              </a:extLst>
            </p:cNvPr>
            <p:cNvSpPr>
              <a:spLocks/>
            </p:cNvSpPr>
            <p:nvPr/>
          </p:nvSpPr>
          <p:spPr>
            <a:xfrm>
              <a:off x="503292" y="4705456"/>
              <a:ext cx="2136526" cy="1147001"/>
            </a:xfrm>
            <a:prstGeom prst="rect">
              <a:avLst/>
            </a:prstGeom>
            <a:noFill/>
            <a:ln>
              <a:noFill/>
            </a:ln>
          </p:spPr>
          <p:txBody>
            <a:bodyPr spcFirstLastPara="1" wrap="none" lIns="0" tIns="0" rIns="0" bIns="0" anchor="t" anchorCtr="0">
              <a:normAutofit lnSpcReduction="10000"/>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a:t>
              </a:r>
              <a:r>
                <a:rPr lang="en-SG" sz="800" b="0" i="0" u="none" strike="noStrike" cap="none" dirty="0">
                  <a:solidFill>
                    <a:schemeClr val="dk1"/>
                  </a:solidFill>
                  <a:latin typeface="Arial"/>
                  <a:ea typeface="Arial"/>
                  <a:cs typeface="Arial"/>
                  <a:sym typeface="Arial"/>
                </a:rPr>
                <a:t>Mac Address Table</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Mac Address     Type            Ports</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      ------------      -------</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000a.41cd.c8c4    DYNAMIC     1</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0023.a3bc.c701    DYNAMIC     3</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203a.abc2.57a1    DYNAMIC     2</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800" b="0" i="0" u="none" strike="noStrike" cap="none" dirty="0">
                  <a:solidFill>
                    <a:schemeClr val="dk1"/>
                  </a:solidFill>
                  <a:latin typeface="Arial"/>
                  <a:ea typeface="Arial"/>
                  <a:cs typeface="Arial"/>
                  <a:sym typeface="Arial"/>
                </a:rPr>
                <a:t>       011a.919d.d8a4    DYNAMIC     4</a:t>
              </a:r>
              <a:endParaRPr sz="800" b="0" i="0" u="none" strike="noStrike" cap="none" dirty="0">
                <a:solidFill>
                  <a:srgbClr val="000000"/>
                </a:solidFill>
                <a:latin typeface="Arial"/>
                <a:ea typeface="Arial"/>
                <a:cs typeface="Arial"/>
                <a:sym typeface="Arial"/>
              </a:endParaRPr>
            </a:p>
          </p:txBody>
        </p:sp>
        <p:sp>
          <p:nvSpPr>
            <p:cNvPr id="20" name="Google Shape;410;p3">
              <a:extLst>
                <a:ext uri="{FF2B5EF4-FFF2-40B4-BE49-F238E27FC236}">
                  <a16:creationId xmlns:a16="http://schemas.microsoft.com/office/drawing/2014/main" id="{098441B3-BA85-991C-28B5-86DD2D7503EC}"/>
                </a:ext>
              </a:extLst>
            </p:cNvPr>
            <p:cNvSpPr>
              <a:spLocks/>
            </p:cNvSpPr>
            <p:nvPr/>
          </p:nvSpPr>
          <p:spPr>
            <a:xfrm>
              <a:off x="339373" y="4635954"/>
              <a:ext cx="2667000" cy="1524000"/>
            </a:xfrm>
            <a:prstGeom prst="wedgeRectCallout">
              <a:avLst>
                <a:gd name="adj1" fmla="val 41079"/>
                <a:gd name="adj2" fmla="val 60582"/>
              </a:avLst>
            </a:prstGeom>
            <a:noFill/>
            <a:ln w="9525" cap="flat" cmpd="sng">
              <a:solidFill>
                <a:schemeClr val="dk1"/>
              </a:solidFill>
              <a:prstDash val="solid"/>
              <a:miter lim="800000"/>
              <a:headEnd type="none" w="sm" len="sm"/>
              <a:tailEnd type="none" w="sm" len="sm"/>
            </a:ln>
          </p:spPr>
          <p:txBody>
            <a:bodyPr spcFirstLastPara="1" wrap="none" lIns="91425" tIns="45700" rIns="91425" bIns="45700" anchor="t" anchorCtr="0">
              <a:norm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8" name="Group 7">
            <a:extLst>
              <a:ext uri="{FF2B5EF4-FFF2-40B4-BE49-F238E27FC236}">
                <a16:creationId xmlns:a16="http://schemas.microsoft.com/office/drawing/2014/main" id="{905A5E48-B996-36CB-5ABF-857DB39D30CC}"/>
              </a:ext>
            </a:extLst>
          </p:cNvPr>
          <p:cNvGrpSpPr>
            <a:grpSpLocks/>
          </p:cNvGrpSpPr>
          <p:nvPr/>
        </p:nvGrpSpPr>
        <p:grpSpPr>
          <a:xfrm>
            <a:off x="3117819" y="2725417"/>
            <a:ext cx="2667000" cy="1524000"/>
            <a:chOff x="339373" y="4635954"/>
            <a:chExt cx="2667000" cy="1524000"/>
          </a:xfrm>
        </p:grpSpPr>
        <p:sp>
          <p:nvSpPr>
            <p:cNvPr id="6" name="Google Shape;411;p3">
              <a:extLst>
                <a:ext uri="{FF2B5EF4-FFF2-40B4-BE49-F238E27FC236}">
                  <a16:creationId xmlns:a16="http://schemas.microsoft.com/office/drawing/2014/main" id="{FA5E876B-3FAF-80E5-1973-1508906EAE05}"/>
                </a:ext>
              </a:extLst>
            </p:cNvPr>
            <p:cNvSpPr>
              <a:spLocks/>
            </p:cNvSpPr>
            <p:nvPr/>
          </p:nvSpPr>
          <p:spPr>
            <a:xfrm>
              <a:off x="503291" y="4705456"/>
              <a:ext cx="2339163" cy="13849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Mac Address Table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Mac Address     Type            Ports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      ------------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000a.41cd.c8c4    DYNAMIC     1</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0023.a3bc.c701    DYNAMIC     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203a.abc2.57a1    DYNAMIC     2</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011a.919d.d8a4    DYNAMIC     4</a:t>
              </a:r>
              <a:endParaRPr sz="1400" b="0" i="0" u="none" strike="noStrike" cap="none" dirty="0">
                <a:solidFill>
                  <a:srgbClr val="000000"/>
                </a:solidFill>
                <a:latin typeface="Arial"/>
                <a:ea typeface="Arial"/>
                <a:cs typeface="Arial"/>
                <a:sym typeface="Arial"/>
              </a:endParaRPr>
            </a:p>
          </p:txBody>
        </p:sp>
        <p:sp>
          <p:nvSpPr>
            <p:cNvPr id="5" name="Google Shape;410;p3">
              <a:extLst>
                <a:ext uri="{FF2B5EF4-FFF2-40B4-BE49-F238E27FC236}">
                  <a16:creationId xmlns:a16="http://schemas.microsoft.com/office/drawing/2014/main" id="{D34B1844-0715-E257-4794-31BE2F08AD7D}"/>
                </a:ext>
              </a:extLst>
            </p:cNvPr>
            <p:cNvSpPr>
              <a:spLocks/>
            </p:cNvSpPr>
            <p:nvPr/>
          </p:nvSpPr>
          <p:spPr>
            <a:xfrm>
              <a:off x="339373" y="4635954"/>
              <a:ext cx="2667000" cy="1524000"/>
            </a:xfrm>
            <a:prstGeom prst="wedgeRectCallout">
              <a:avLst>
                <a:gd name="adj1" fmla="val 41079"/>
                <a:gd name="adj2" fmla="val 60582"/>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 name="Group 2">
            <a:extLst>
              <a:ext uri="{FF2B5EF4-FFF2-40B4-BE49-F238E27FC236}">
                <a16:creationId xmlns:a16="http://schemas.microsoft.com/office/drawing/2014/main" id="{E5686635-F7C6-2D56-C72A-6BFFAC9D1042}"/>
              </a:ext>
            </a:extLst>
          </p:cNvPr>
          <p:cNvGrpSpPr/>
          <p:nvPr/>
        </p:nvGrpSpPr>
        <p:grpSpPr>
          <a:xfrm>
            <a:off x="2246584" y="1143001"/>
            <a:ext cx="2814075" cy="1547263"/>
            <a:chOff x="2246584" y="1143001"/>
            <a:chExt cx="2814075" cy="1547263"/>
          </a:xfrm>
        </p:grpSpPr>
        <p:sp>
          <p:nvSpPr>
            <p:cNvPr id="410" name="Google Shape;410;p3">
              <a:extLst>
                <a:ext uri="{FF2B5EF4-FFF2-40B4-BE49-F238E27FC236}">
                  <a16:creationId xmlns:a16="http://schemas.microsoft.com/office/drawing/2014/main" id="{6602DE4F-0D66-CDA4-A2C2-8663043B39D2}"/>
                </a:ext>
              </a:extLst>
            </p:cNvPr>
            <p:cNvSpPr/>
            <p:nvPr/>
          </p:nvSpPr>
          <p:spPr>
            <a:xfrm>
              <a:off x="2246584" y="1166264"/>
              <a:ext cx="2667000" cy="1524000"/>
            </a:xfrm>
            <a:prstGeom prst="wedgeRectCallout">
              <a:avLst>
                <a:gd name="adj1" fmla="val 35099"/>
                <a:gd name="adj2" fmla="val 142907"/>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11" name="Google Shape;411;p3">
              <a:extLst>
                <a:ext uri="{FF2B5EF4-FFF2-40B4-BE49-F238E27FC236}">
                  <a16:creationId xmlns:a16="http://schemas.microsoft.com/office/drawing/2014/main" id="{9B60A69D-BCAD-8563-2FD2-AA730437C655}"/>
                </a:ext>
              </a:extLst>
            </p:cNvPr>
            <p:cNvSpPr/>
            <p:nvPr/>
          </p:nvSpPr>
          <p:spPr>
            <a:xfrm>
              <a:off x="2246586" y="1143001"/>
              <a:ext cx="2814073" cy="14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Mac Address Table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Mac Address     Type            Ports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      ------------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000a.41cd.c8c4    DYNAMIC     1</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0023.a3bc.c701    DYNAMIC     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203a.abc2.57a1    DYNAMIC     2</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011a.919d.d8a4    DYNAMIC     4</a:t>
              </a:r>
              <a:endParaRPr sz="1400" b="0" i="0" u="none" strike="noStrike" cap="none" dirty="0">
                <a:solidFill>
                  <a:srgbClr val="000000"/>
                </a:solidFill>
                <a:latin typeface="Arial"/>
                <a:ea typeface="Arial"/>
                <a:cs typeface="Arial"/>
                <a:sym typeface="Arial"/>
              </a:endParaRPr>
            </a:p>
          </p:txBody>
        </p:sp>
      </p:grpSp>
      <p:sp>
        <p:nvSpPr>
          <p:cNvPr id="413" name="Google Shape;413;p3">
            <a:extLst>
              <a:ext uri="{FF2B5EF4-FFF2-40B4-BE49-F238E27FC236}">
                <a16:creationId xmlns:a16="http://schemas.microsoft.com/office/drawing/2014/main" id="{C1F286B9-07F7-67C6-9592-DB02D1DB1417}"/>
              </a:ext>
            </a:extLst>
          </p:cNvPr>
          <p:cNvSpPr/>
          <p:nvPr/>
        </p:nvSpPr>
        <p:spPr>
          <a:xfrm>
            <a:off x="7278416" y="1143000"/>
            <a:ext cx="2667000" cy="1524000"/>
          </a:xfrm>
          <a:prstGeom prst="wedgeRectCallout">
            <a:avLst>
              <a:gd name="adj1" fmla="val -54204"/>
              <a:gd name="adj2" fmla="val 15686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14" name="Google Shape;414;p3">
            <a:extLst>
              <a:ext uri="{FF2B5EF4-FFF2-40B4-BE49-F238E27FC236}">
                <a16:creationId xmlns:a16="http://schemas.microsoft.com/office/drawing/2014/main" id="{D769F6AA-3E4A-7D3C-4963-74BDB9AB430D}"/>
              </a:ext>
            </a:extLst>
          </p:cNvPr>
          <p:cNvSpPr/>
          <p:nvPr/>
        </p:nvSpPr>
        <p:spPr>
          <a:xfrm>
            <a:off x="7273160" y="1143000"/>
            <a:ext cx="3048000" cy="14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Mac Address Table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Mac Address     Type            Ports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      ------------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1111a.466d.c764    DYNAMIC   1</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0523.12bc.8701    DYNAMIC     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34ac.abc2.8761    DYNAMIC     2</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SG" sz="1000" b="0" i="0" u="none" strike="noStrike" cap="none" dirty="0">
                <a:solidFill>
                  <a:schemeClr val="dk1"/>
                </a:solidFill>
                <a:latin typeface="Arial"/>
                <a:ea typeface="Arial"/>
                <a:cs typeface="Arial"/>
                <a:sym typeface="Arial"/>
              </a:rPr>
              <a:t>       0234.917d.d874    DYNAMIC     4</a:t>
            </a:r>
            <a:endParaRPr sz="1400" b="0" i="0" u="none" strike="noStrike" cap="none" dirty="0">
              <a:solidFill>
                <a:srgbClr val="000000"/>
              </a:solidFill>
              <a:latin typeface="Arial"/>
              <a:ea typeface="Arial"/>
              <a:cs typeface="Arial"/>
              <a:sym typeface="Arial"/>
            </a:endParaRPr>
          </a:p>
        </p:txBody>
      </p:sp>
      <p:sp>
        <p:nvSpPr>
          <p:cNvPr id="418" name="Google Shape;418;p3">
            <a:extLst>
              <a:ext uri="{FF2B5EF4-FFF2-40B4-BE49-F238E27FC236}">
                <a16:creationId xmlns:a16="http://schemas.microsoft.com/office/drawing/2014/main" id="{BCA003B7-6EE5-2AC1-95D5-2782F7DD16BD}"/>
              </a:ext>
            </a:extLst>
          </p:cNvPr>
          <p:cNvSpPr/>
          <p:nvPr/>
        </p:nvSpPr>
        <p:spPr>
          <a:xfrm>
            <a:off x="7382203" y="1833053"/>
            <a:ext cx="241800" cy="882900"/>
          </a:xfrm>
          <a:prstGeom prst="leftBrace">
            <a:avLst>
              <a:gd name="adj1" fmla="val 8333"/>
              <a:gd name="adj2" fmla="val 50000"/>
            </a:avLst>
          </a:prstGeom>
          <a:noFill/>
          <a:ln w="9525" cap="flat" cmpd="sng">
            <a:solidFill>
              <a:srgbClr val="ED7D3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9" name="Google Shape;419;p3">
            <a:extLst>
              <a:ext uri="{FF2B5EF4-FFF2-40B4-BE49-F238E27FC236}">
                <a16:creationId xmlns:a16="http://schemas.microsoft.com/office/drawing/2014/main" id="{96D0DBEE-9EC5-7CBB-E263-96880687C393}"/>
              </a:ext>
            </a:extLst>
          </p:cNvPr>
          <p:cNvSpPr/>
          <p:nvPr/>
        </p:nvSpPr>
        <p:spPr>
          <a:xfrm>
            <a:off x="2091559" y="2620328"/>
            <a:ext cx="2969100" cy="305400"/>
          </a:xfrm>
          <a:prstGeom prst="rect">
            <a:avLst/>
          </a:prstGeom>
          <a:solidFill>
            <a:schemeClr val="lt1"/>
          </a:solid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420" name="Google Shape;420;p3">
            <a:extLst>
              <a:ext uri="{FF2B5EF4-FFF2-40B4-BE49-F238E27FC236}">
                <a16:creationId xmlns:a16="http://schemas.microsoft.com/office/drawing/2014/main" id="{30B9EA99-6B7F-8479-3F76-033C4C64B195}"/>
              </a:ext>
            </a:extLst>
          </p:cNvPr>
          <p:cNvCxnSpPr>
            <a:stCxn id="418" idx="1"/>
          </p:cNvCxnSpPr>
          <p:nvPr/>
        </p:nvCxnSpPr>
        <p:spPr>
          <a:xfrm flipH="1">
            <a:off x="3817303" y="2274503"/>
            <a:ext cx="3564900" cy="562800"/>
          </a:xfrm>
          <a:prstGeom prst="curvedConnector3">
            <a:avLst>
              <a:gd name="adj1" fmla="val 53244"/>
            </a:avLst>
          </a:prstGeom>
          <a:noFill/>
          <a:ln w="57150" cap="flat" cmpd="sng">
            <a:solidFill>
              <a:schemeClr val="accent2"/>
            </a:solidFill>
            <a:prstDash val="solid"/>
            <a:miter lim="800000"/>
            <a:headEnd type="none" w="sm" len="sm"/>
            <a:tailEnd type="triangle" w="med" len="med"/>
          </a:ln>
        </p:spPr>
      </p:cxnSp>
      <p:sp>
        <p:nvSpPr>
          <p:cNvPr id="421" name="Google Shape;421;p3">
            <a:extLst>
              <a:ext uri="{FF2B5EF4-FFF2-40B4-BE49-F238E27FC236}">
                <a16:creationId xmlns:a16="http://schemas.microsoft.com/office/drawing/2014/main" id="{8F25181D-A1AC-8FA3-29B1-96D55B2300C8}"/>
              </a:ext>
            </a:extLst>
          </p:cNvPr>
          <p:cNvSpPr/>
          <p:nvPr/>
        </p:nvSpPr>
        <p:spPr>
          <a:xfrm>
            <a:off x="7273160" y="2708039"/>
            <a:ext cx="2969100" cy="305400"/>
          </a:xfrm>
          <a:prstGeom prst="rect">
            <a:avLst/>
          </a:prstGeom>
          <a:solidFill>
            <a:schemeClr val="lt1"/>
          </a:solidFill>
          <a:ln w="381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2" name="Google Shape;422;p3">
            <a:extLst>
              <a:ext uri="{FF2B5EF4-FFF2-40B4-BE49-F238E27FC236}">
                <a16:creationId xmlns:a16="http://schemas.microsoft.com/office/drawing/2014/main" id="{5595C2E2-E6B7-F53A-8E4E-4E3A109DE260}"/>
              </a:ext>
            </a:extLst>
          </p:cNvPr>
          <p:cNvSpPr/>
          <p:nvPr/>
        </p:nvSpPr>
        <p:spPr>
          <a:xfrm>
            <a:off x="4813739" y="1905000"/>
            <a:ext cx="138000" cy="668700"/>
          </a:xfrm>
          <a:prstGeom prst="rightBrace">
            <a:avLst>
              <a:gd name="adj1" fmla="val 8333"/>
              <a:gd name="adj2" fmla="val 50000"/>
            </a:avLst>
          </a:prstGeom>
          <a:noFill/>
          <a:ln w="9525" cap="flat" cmpd="sng">
            <a:solidFill>
              <a:srgbClr val="5482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423" name="Google Shape;423;p3">
            <a:extLst>
              <a:ext uri="{FF2B5EF4-FFF2-40B4-BE49-F238E27FC236}">
                <a16:creationId xmlns:a16="http://schemas.microsoft.com/office/drawing/2014/main" id="{C68C4EAD-F02E-D95E-E43D-CA1D06510797}"/>
              </a:ext>
            </a:extLst>
          </p:cNvPr>
          <p:cNvCxnSpPr>
            <a:stCxn id="422" idx="1"/>
          </p:cNvCxnSpPr>
          <p:nvPr/>
        </p:nvCxnSpPr>
        <p:spPr>
          <a:xfrm>
            <a:off x="4951739" y="2239350"/>
            <a:ext cx="3004500" cy="621600"/>
          </a:xfrm>
          <a:prstGeom prst="curvedConnector3">
            <a:avLst>
              <a:gd name="adj1" fmla="val 40623"/>
            </a:avLst>
          </a:prstGeom>
          <a:noFill/>
          <a:ln w="38100" cap="flat" cmpd="sng">
            <a:solidFill>
              <a:srgbClr val="548235"/>
            </a:solidFill>
            <a:prstDash val="solid"/>
            <a:miter lim="800000"/>
            <a:headEnd type="none" w="sm" len="sm"/>
            <a:tailEnd type="triangle" w="med" len="med"/>
          </a:ln>
        </p:spPr>
      </p:cxnSp>
      <p:sp>
        <p:nvSpPr>
          <p:cNvPr id="424" name="Google Shape;424;p3">
            <a:extLst>
              <a:ext uri="{FF2B5EF4-FFF2-40B4-BE49-F238E27FC236}">
                <a16:creationId xmlns:a16="http://schemas.microsoft.com/office/drawing/2014/main" id="{BC11ADB1-F484-9F98-10EA-53562AA8C598}"/>
              </a:ext>
            </a:extLst>
          </p:cNvPr>
          <p:cNvSpPr txBox="1"/>
          <p:nvPr/>
        </p:nvSpPr>
        <p:spPr>
          <a:xfrm>
            <a:off x="4270315" y="2531945"/>
            <a:ext cx="301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rgbClr val="ED7D31"/>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425" name="Google Shape;425;p3">
            <a:extLst>
              <a:ext uri="{FF2B5EF4-FFF2-40B4-BE49-F238E27FC236}">
                <a16:creationId xmlns:a16="http://schemas.microsoft.com/office/drawing/2014/main" id="{BD759FBB-C5E7-9792-5637-FD156404714B}"/>
              </a:ext>
            </a:extLst>
          </p:cNvPr>
          <p:cNvSpPr txBox="1"/>
          <p:nvPr/>
        </p:nvSpPr>
        <p:spPr>
          <a:xfrm>
            <a:off x="9287693" y="2657241"/>
            <a:ext cx="301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rgbClr val="548235"/>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2" name="Cloud 1">
            <a:extLst>
              <a:ext uri="{FF2B5EF4-FFF2-40B4-BE49-F238E27FC236}">
                <a16:creationId xmlns:a16="http://schemas.microsoft.com/office/drawing/2014/main" id="{41C0C780-D44D-67F6-9D06-8C7FF68528E2}"/>
              </a:ext>
            </a:extLst>
          </p:cNvPr>
          <p:cNvSpPr/>
          <p:nvPr/>
        </p:nvSpPr>
        <p:spPr>
          <a:xfrm>
            <a:off x="2796364" y="755490"/>
            <a:ext cx="5824240" cy="5064102"/>
          </a:xfrm>
          <a:prstGeom prst="cloud">
            <a:avLst/>
          </a:prstGeom>
        </p:spPr>
        <p:style>
          <a:lnRef idx="2">
            <a:schemeClr val="dk1"/>
          </a:lnRef>
          <a:fillRef idx="1">
            <a:schemeClr val="lt1"/>
          </a:fillRef>
          <a:effectRef idx="0">
            <a:schemeClr val="dk1"/>
          </a:effectRef>
          <a:fontRef idx="minor">
            <a:schemeClr val="dk1"/>
          </a:fontRef>
        </p:style>
        <p:txBody>
          <a:bodyPr lIns="0" tIns="0" rIns="0" bIns="0" rtlCol="0" anchor="t" anchorCtr="0"/>
          <a:lstStyle/>
          <a:p>
            <a:pPr algn="just"/>
            <a:r>
              <a:rPr lang="en-US" sz="1800" dirty="0"/>
              <a:t>If only layer-2 devices (switches, WAP) are used to interconnect all the devices on the Internet, it will form 1 single network. The switch tables on every switch will eventually be populated with all the mac addressed of every devices. Any broadcast traffic will be propagated to every switch. This will be a highly inefficient non-scalable solution and therefore  not practical to be implement on the Internet</a:t>
            </a:r>
            <a:endParaRPr lang="en-SG" sz="1800" dirty="0"/>
          </a:p>
        </p:txBody>
      </p:sp>
    </p:spTree>
    <p:extLst>
      <p:ext uri="{BB962C8B-B14F-4D97-AF65-F5344CB8AC3E}">
        <p14:creationId xmlns:p14="http://schemas.microsoft.com/office/powerpoint/2010/main" val="404955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2" name="Cloud 1">
            <a:extLst>
              <a:ext uri="{FF2B5EF4-FFF2-40B4-BE49-F238E27FC236}">
                <a16:creationId xmlns:a16="http://schemas.microsoft.com/office/drawing/2014/main" id="{90F8725E-DF53-CA07-FBEF-0AED28B26B65}"/>
              </a:ext>
            </a:extLst>
          </p:cNvPr>
          <p:cNvSpPr/>
          <p:nvPr/>
        </p:nvSpPr>
        <p:spPr>
          <a:xfrm>
            <a:off x="276447" y="-116958"/>
            <a:ext cx="11642651" cy="4149031"/>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2400" dirty="0"/>
              <a:t>We need Layer-3 devices to interconnect the switches.</a:t>
            </a:r>
          </a:p>
          <a:p>
            <a:pPr algn="just"/>
            <a:r>
              <a:rPr lang="en-US" sz="2400" dirty="0"/>
              <a:t>Layer 3 is used primarily to :</a:t>
            </a:r>
          </a:p>
          <a:p>
            <a:pPr marL="342900" indent="-342900" algn="just">
              <a:buFont typeface="Arial" panose="020B0604020202020204" pitchFamily="34" charset="0"/>
              <a:buChar char="•"/>
            </a:pPr>
            <a:r>
              <a:rPr lang="en-US" sz="2400" dirty="0"/>
              <a:t>Provide a logical address space for each network</a:t>
            </a:r>
          </a:p>
          <a:p>
            <a:pPr marL="342900" indent="-342900" algn="just">
              <a:buFont typeface="Arial" panose="020B0604020202020204" pitchFamily="34" charset="0"/>
              <a:buChar char="•"/>
            </a:pPr>
            <a:r>
              <a:rPr lang="en-US" sz="2400" dirty="0"/>
              <a:t>Control the traffic between networks efficiently</a:t>
            </a:r>
          </a:p>
          <a:p>
            <a:pPr marL="342900" indent="-342900" algn="just">
              <a:buFont typeface="Arial" panose="020B0604020202020204" pitchFamily="34" charset="0"/>
              <a:buChar char="•"/>
            </a:pPr>
            <a:r>
              <a:rPr lang="en-US" sz="2400" dirty="0"/>
              <a:t>Block the broadcast traffic between networks</a:t>
            </a:r>
          </a:p>
          <a:p>
            <a:pPr marL="342900" indent="-342900" algn="just">
              <a:buFont typeface="Arial" panose="020B0604020202020204" pitchFamily="34" charset="0"/>
              <a:buChar char="•"/>
            </a:pPr>
            <a:r>
              <a:rPr lang="en-US" sz="2400" dirty="0"/>
              <a:t>Broadcast between networks known as multicast is still possible using multi-cast addresses.</a:t>
            </a:r>
          </a:p>
          <a:p>
            <a:pPr marL="342900" indent="-342900" algn="ctr">
              <a:buFont typeface="Arial" panose="020B0604020202020204" pitchFamily="34" charset="0"/>
              <a:buChar char="•"/>
            </a:pPr>
            <a:endParaRPr lang="en-SG" sz="2400" dirty="0"/>
          </a:p>
        </p:txBody>
      </p:sp>
      <p:grpSp>
        <p:nvGrpSpPr>
          <p:cNvPr id="431" name="Google Shape;431;p4"/>
          <p:cNvGrpSpPr/>
          <p:nvPr/>
        </p:nvGrpSpPr>
        <p:grpSpPr>
          <a:xfrm>
            <a:off x="1384664" y="3644468"/>
            <a:ext cx="2635878" cy="2680603"/>
            <a:chOff x="835315" y="370977"/>
            <a:chExt cx="3244158" cy="3299204"/>
          </a:xfrm>
        </p:grpSpPr>
        <p:grpSp>
          <p:nvGrpSpPr>
            <p:cNvPr id="432" name="Google Shape;432;p4"/>
            <p:cNvGrpSpPr/>
            <p:nvPr/>
          </p:nvGrpSpPr>
          <p:grpSpPr>
            <a:xfrm>
              <a:off x="1911730" y="1709909"/>
              <a:ext cx="1128900" cy="781619"/>
              <a:chOff x="5528963" y="895412"/>
              <a:chExt cx="1128900" cy="781619"/>
            </a:xfrm>
          </p:grpSpPr>
          <p:pic>
            <p:nvPicPr>
              <p:cNvPr id="433" name="Google Shape;433;p4"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434" name="Google Shape;434;p4"/>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435" name="Google Shape;435;p4"/>
            <p:cNvGrpSpPr/>
            <p:nvPr/>
          </p:nvGrpSpPr>
          <p:grpSpPr>
            <a:xfrm>
              <a:off x="1557814" y="1159838"/>
              <a:ext cx="525018" cy="524337"/>
              <a:chOff x="3408" y="2592"/>
              <a:chExt cx="1528" cy="1528"/>
            </a:xfrm>
          </p:grpSpPr>
          <p:sp>
            <p:nvSpPr>
              <p:cNvPr id="436" name="Google Shape;436;p4"/>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37" name="Google Shape;437;p4"/>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38" name="Google Shape;438;p4"/>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grpSp>
          <p:nvGrpSpPr>
            <p:cNvPr id="439" name="Google Shape;439;p4"/>
            <p:cNvGrpSpPr/>
            <p:nvPr/>
          </p:nvGrpSpPr>
          <p:grpSpPr>
            <a:xfrm>
              <a:off x="2938787" y="1147289"/>
              <a:ext cx="531474" cy="532012"/>
              <a:chOff x="3456" y="2016"/>
              <a:chExt cx="1526" cy="1528"/>
            </a:xfrm>
          </p:grpSpPr>
          <p:sp>
            <p:nvSpPr>
              <p:cNvPr id="440" name="Google Shape;440;p4"/>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41" name="Google Shape;441;p4"/>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42" name="Google Shape;442;p4"/>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43" name="Google Shape;443;p4"/>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444" name="Google Shape;444;p4"/>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445" name="Google Shape;445;p4"/>
            <p:cNvGrpSpPr/>
            <p:nvPr/>
          </p:nvGrpSpPr>
          <p:grpSpPr>
            <a:xfrm flipH="1">
              <a:off x="2341008" y="2392126"/>
              <a:ext cx="114300" cy="800971"/>
              <a:chOff x="5280" y="2016"/>
              <a:chExt cx="300" cy="2100"/>
            </a:xfrm>
          </p:grpSpPr>
          <p:sp>
            <p:nvSpPr>
              <p:cNvPr id="446" name="Google Shape;446;p4"/>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47" name="Google Shape;447;p4"/>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48" name="Google Shape;448;p4"/>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49" name="Google Shape;449;p4"/>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450" name="Google Shape;450;p4"/>
          <p:cNvGrpSpPr/>
          <p:nvPr/>
        </p:nvGrpSpPr>
        <p:grpSpPr>
          <a:xfrm>
            <a:off x="8328340" y="3581006"/>
            <a:ext cx="2635878" cy="2680603"/>
            <a:chOff x="835315" y="370977"/>
            <a:chExt cx="3244158" cy="3299204"/>
          </a:xfrm>
        </p:grpSpPr>
        <p:grpSp>
          <p:nvGrpSpPr>
            <p:cNvPr id="451" name="Google Shape;451;p4"/>
            <p:cNvGrpSpPr/>
            <p:nvPr/>
          </p:nvGrpSpPr>
          <p:grpSpPr>
            <a:xfrm>
              <a:off x="1911730" y="1709909"/>
              <a:ext cx="1128900" cy="781619"/>
              <a:chOff x="5528963" y="895412"/>
              <a:chExt cx="1128900" cy="781619"/>
            </a:xfrm>
          </p:grpSpPr>
          <p:pic>
            <p:nvPicPr>
              <p:cNvPr id="452" name="Google Shape;452;p4"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453" name="Google Shape;453;p4"/>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454" name="Google Shape;454;p4"/>
            <p:cNvGrpSpPr/>
            <p:nvPr/>
          </p:nvGrpSpPr>
          <p:grpSpPr>
            <a:xfrm>
              <a:off x="1557814" y="1159838"/>
              <a:ext cx="525018" cy="524337"/>
              <a:chOff x="3408" y="2592"/>
              <a:chExt cx="1528" cy="1528"/>
            </a:xfrm>
          </p:grpSpPr>
          <p:sp>
            <p:nvSpPr>
              <p:cNvPr id="455" name="Google Shape;455;p4"/>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56" name="Google Shape;456;p4"/>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57" name="Google Shape;457;p4"/>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grpSp>
          <p:nvGrpSpPr>
            <p:cNvPr id="458" name="Google Shape;458;p4"/>
            <p:cNvGrpSpPr/>
            <p:nvPr/>
          </p:nvGrpSpPr>
          <p:grpSpPr>
            <a:xfrm>
              <a:off x="2938787" y="1147289"/>
              <a:ext cx="531474" cy="532012"/>
              <a:chOff x="3456" y="2016"/>
              <a:chExt cx="1526" cy="1528"/>
            </a:xfrm>
          </p:grpSpPr>
          <p:sp>
            <p:nvSpPr>
              <p:cNvPr id="459" name="Google Shape;459;p4"/>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60" name="Google Shape;460;p4"/>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61" name="Google Shape;461;p4"/>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62" name="Google Shape;462;p4"/>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463" name="Google Shape;463;p4"/>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464" name="Google Shape;464;p4"/>
            <p:cNvGrpSpPr/>
            <p:nvPr/>
          </p:nvGrpSpPr>
          <p:grpSpPr>
            <a:xfrm flipH="1">
              <a:off x="2341008" y="2392126"/>
              <a:ext cx="114300" cy="800971"/>
              <a:chOff x="5280" y="2016"/>
              <a:chExt cx="300" cy="2100"/>
            </a:xfrm>
          </p:grpSpPr>
          <p:sp>
            <p:nvSpPr>
              <p:cNvPr id="465" name="Google Shape;465;p4"/>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66" name="Google Shape;466;p4"/>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67" name="Google Shape;467;p4"/>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68" name="Google Shape;468;p4"/>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469" name="Google Shape;469;p4"/>
          <p:cNvGrpSpPr/>
          <p:nvPr/>
        </p:nvGrpSpPr>
        <p:grpSpPr>
          <a:xfrm>
            <a:off x="5010636" y="3576445"/>
            <a:ext cx="2635878" cy="2680603"/>
            <a:chOff x="835315" y="370977"/>
            <a:chExt cx="3244158" cy="3299204"/>
          </a:xfrm>
        </p:grpSpPr>
        <p:grpSp>
          <p:nvGrpSpPr>
            <p:cNvPr id="470" name="Google Shape;470;p4"/>
            <p:cNvGrpSpPr/>
            <p:nvPr/>
          </p:nvGrpSpPr>
          <p:grpSpPr>
            <a:xfrm>
              <a:off x="1911730" y="1709909"/>
              <a:ext cx="1128900" cy="781619"/>
              <a:chOff x="5528963" y="895412"/>
              <a:chExt cx="1128900" cy="781619"/>
            </a:xfrm>
          </p:grpSpPr>
          <p:pic>
            <p:nvPicPr>
              <p:cNvPr id="471" name="Google Shape;471;p4"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472" name="Google Shape;472;p4"/>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473" name="Google Shape;473;p4"/>
            <p:cNvGrpSpPr/>
            <p:nvPr/>
          </p:nvGrpSpPr>
          <p:grpSpPr>
            <a:xfrm>
              <a:off x="1557814" y="1159838"/>
              <a:ext cx="525018" cy="524337"/>
              <a:chOff x="3408" y="2592"/>
              <a:chExt cx="1528" cy="1528"/>
            </a:xfrm>
          </p:grpSpPr>
          <p:sp>
            <p:nvSpPr>
              <p:cNvPr id="474" name="Google Shape;474;p4"/>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75" name="Google Shape;475;p4"/>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76" name="Google Shape;476;p4"/>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grpSp>
          <p:nvGrpSpPr>
            <p:cNvPr id="477" name="Google Shape;477;p4"/>
            <p:cNvGrpSpPr/>
            <p:nvPr/>
          </p:nvGrpSpPr>
          <p:grpSpPr>
            <a:xfrm>
              <a:off x="2938787" y="1147289"/>
              <a:ext cx="531474" cy="532012"/>
              <a:chOff x="3456" y="2016"/>
              <a:chExt cx="1526" cy="1528"/>
            </a:xfrm>
          </p:grpSpPr>
          <p:sp>
            <p:nvSpPr>
              <p:cNvPr id="478" name="Google Shape;478;p4"/>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79" name="Google Shape;479;p4"/>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80" name="Google Shape;480;p4"/>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81" name="Google Shape;481;p4"/>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482" name="Google Shape;482;p4"/>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483" name="Google Shape;483;p4"/>
            <p:cNvGrpSpPr/>
            <p:nvPr/>
          </p:nvGrpSpPr>
          <p:grpSpPr>
            <a:xfrm flipH="1">
              <a:off x="2341008" y="2392126"/>
              <a:ext cx="114300" cy="800971"/>
              <a:chOff x="5280" y="2016"/>
              <a:chExt cx="300" cy="2100"/>
            </a:xfrm>
          </p:grpSpPr>
          <p:sp>
            <p:nvSpPr>
              <p:cNvPr id="484" name="Google Shape;484;p4"/>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85" name="Google Shape;485;p4"/>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sp>
            <p:nvSpPr>
              <p:cNvPr id="486" name="Google Shape;486;p4"/>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Calibri"/>
                  <a:ea typeface="Calibri"/>
                  <a:cs typeface="Calibri"/>
                  <a:sym typeface="Calibri"/>
                </a:endParaRPr>
              </a:p>
            </p:txBody>
          </p:sp>
        </p:grpSp>
        <p:pic>
          <p:nvPicPr>
            <p:cNvPr id="487" name="Google Shape;487;p4"/>
            <p:cNvPicPr preferRelativeResize="0"/>
            <p:nvPr/>
          </p:nvPicPr>
          <p:blipFill rotWithShape="1">
            <a:blip r:embed="rId4">
              <a:alphaModFix/>
            </a:blip>
            <a:srcRect/>
            <a:stretch/>
          </p:blipFill>
          <p:spPr>
            <a:xfrm>
              <a:off x="1825477" y="2928817"/>
              <a:ext cx="914401" cy="741364"/>
            </a:xfrm>
            <a:prstGeom prst="rect">
              <a:avLst/>
            </a:prstGeom>
            <a:noFill/>
            <a:ln>
              <a:noFill/>
            </a:ln>
          </p:spPr>
        </p:pic>
      </p:grpSp>
      <p:sp>
        <p:nvSpPr>
          <p:cNvPr id="488" name="Google Shape;488;p4"/>
          <p:cNvSpPr/>
          <p:nvPr/>
        </p:nvSpPr>
        <p:spPr>
          <a:xfrm>
            <a:off x="2950710" y="4560377"/>
            <a:ext cx="1580100" cy="98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a:t>
            </a:r>
            <a:r>
              <a:rPr lang="en-SG" sz="600" b="0" i="0" u="none" strike="noStrike" cap="none">
                <a:solidFill>
                  <a:schemeClr val="dk1"/>
                </a:solidFill>
                <a:latin typeface="Arial"/>
                <a:ea typeface="Arial"/>
                <a:cs typeface="Arial"/>
                <a:sym typeface="Arial"/>
              </a:rPr>
              <a:t>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sp>
        <p:nvSpPr>
          <p:cNvPr id="489" name="Google Shape;489;p4"/>
          <p:cNvSpPr/>
          <p:nvPr/>
        </p:nvSpPr>
        <p:spPr>
          <a:xfrm>
            <a:off x="6670579" y="4560377"/>
            <a:ext cx="1580100" cy="98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a:t>
            </a:r>
            <a:r>
              <a:rPr lang="en-SG" sz="600" b="0" i="0" u="none" strike="noStrike" cap="none">
                <a:solidFill>
                  <a:schemeClr val="dk1"/>
                </a:solidFill>
                <a:latin typeface="Arial"/>
                <a:ea typeface="Arial"/>
                <a:cs typeface="Arial"/>
                <a:sym typeface="Arial"/>
              </a:rPr>
              <a:t>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sp>
        <p:nvSpPr>
          <p:cNvPr id="490" name="Google Shape;490;p4"/>
          <p:cNvSpPr/>
          <p:nvPr/>
        </p:nvSpPr>
        <p:spPr>
          <a:xfrm>
            <a:off x="10250592" y="4374721"/>
            <a:ext cx="1580100" cy="984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SG" sz="1000" b="0" i="0" u="none" strike="noStrike" cap="none">
                <a:solidFill>
                  <a:schemeClr val="dk1"/>
                </a:solidFill>
                <a:latin typeface="Arial"/>
                <a:ea typeface="Arial"/>
                <a:cs typeface="Arial"/>
                <a:sym typeface="Arial"/>
              </a:rPr>
              <a:t> </a:t>
            </a:r>
            <a:r>
              <a:rPr lang="en-SG" sz="600" b="0" i="0" u="none" strike="noStrike" cap="none">
                <a:solidFill>
                  <a:schemeClr val="dk1"/>
                </a:solidFill>
                <a:latin typeface="Arial"/>
                <a:ea typeface="Arial"/>
                <a:cs typeface="Arial"/>
                <a:sym typeface="Arial"/>
              </a:rPr>
              <a:t>Mac Address Table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Mac Address     Type            Ports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000a.41cd.c8c4    DYNAMIC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0023.a3bc.c701    DYNAMIC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203a.abc2.57a1    DYNAMIC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600"/>
              <a:buFont typeface="Arial"/>
              <a:buNone/>
            </a:pPr>
            <a:r>
              <a:rPr lang="en-SG" sz="600" b="0" i="0" u="none" strike="noStrike" cap="none">
                <a:solidFill>
                  <a:schemeClr val="dk1"/>
                </a:solidFill>
                <a:latin typeface="Arial"/>
                <a:ea typeface="Arial"/>
                <a:cs typeface="Arial"/>
                <a:sym typeface="Arial"/>
              </a:rPr>
              <a:t>       011a.919d.d8a4    DYNAMIC     4</a:t>
            </a:r>
            <a:endParaRPr sz="1400" b="0" i="0" u="none" strike="noStrike" cap="none">
              <a:solidFill>
                <a:srgbClr val="000000"/>
              </a:solidFill>
              <a:latin typeface="Arial"/>
              <a:ea typeface="Arial"/>
              <a:cs typeface="Arial"/>
              <a:sym typeface="Arial"/>
            </a:endParaRPr>
          </a:p>
        </p:txBody>
      </p:sp>
      <p:pic>
        <p:nvPicPr>
          <p:cNvPr id="491" name="Google Shape;491;p4"/>
          <p:cNvPicPr preferRelativeResize="0"/>
          <p:nvPr/>
        </p:nvPicPr>
        <p:blipFill rotWithShape="1">
          <a:blip r:embed="rId6">
            <a:alphaModFix/>
          </a:blip>
          <a:srcRect/>
          <a:stretch/>
        </p:blipFill>
        <p:spPr>
          <a:xfrm>
            <a:off x="2475895" y="2914670"/>
            <a:ext cx="768163" cy="731583"/>
          </a:xfrm>
          <a:prstGeom prst="rect">
            <a:avLst/>
          </a:prstGeom>
          <a:noFill/>
          <a:ln>
            <a:noFill/>
          </a:ln>
        </p:spPr>
      </p:pic>
      <p:pic>
        <p:nvPicPr>
          <p:cNvPr id="492" name="Google Shape;492;p4"/>
          <p:cNvPicPr preferRelativeResize="0"/>
          <p:nvPr/>
        </p:nvPicPr>
        <p:blipFill rotWithShape="1">
          <a:blip r:embed="rId6">
            <a:alphaModFix/>
          </a:blip>
          <a:srcRect/>
          <a:stretch/>
        </p:blipFill>
        <p:spPr>
          <a:xfrm>
            <a:off x="6000375" y="2981548"/>
            <a:ext cx="768163" cy="731583"/>
          </a:xfrm>
          <a:prstGeom prst="rect">
            <a:avLst/>
          </a:prstGeom>
          <a:noFill/>
          <a:ln>
            <a:noFill/>
          </a:ln>
        </p:spPr>
      </p:pic>
      <p:pic>
        <p:nvPicPr>
          <p:cNvPr id="493" name="Google Shape;493;p4"/>
          <p:cNvPicPr preferRelativeResize="0"/>
          <p:nvPr/>
        </p:nvPicPr>
        <p:blipFill rotWithShape="1">
          <a:blip r:embed="rId6">
            <a:alphaModFix/>
          </a:blip>
          <a:srcRect/>
          <a:stretch/>
        </p:blipFill>
        <p:spPr>
          <a:xfrm>
            <a:off x="9341947" y="2976491"/>
            <a:ext cx="768163" cy="7315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
          <p:cNvSpPr txBox="1">
            <a:spLocks noGrp="1"/>
          </p:cNvSpPr>
          <p:nvPr>
            <p:ph type="title"/>
          </p:nvPr>
        </p:nvSpPr>
        <p:spPr>
          <a:xfrm>
            <a:off x="626533" y="8202"/>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IP Address</a:t>
            </a:r>
            <a:endParaRPr/>
          </a:p>
        </p:txBody>
      </p:sp>
      <p:sp>
        <p:nvSpPr>
          <p:cNvPr id="499" name="Google Shape;499;p5"/>
          <p:cNvSpPr txBox="1">
            <a:spLocks noGrp="1"/>
          </p:cNvSpPr>
          <p:nvPr>
            <p:ph type="body" idx="1"/>
          </p:nvPr>
        </p:nvSpPr>
        <p:spPr>
          <a:xfrm>
            <a:off x="609600" y="1371600"/>
            <a:ext cx="10905000" cy="11955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Font typeface="Tahoma"/>
              <a:buChar char="•"/>
            </a:pPr>
            <a:r>
              <a:rPr lang="en-SG"/>
              <a:t>Logical unique identifier for layer 3 (Network) devices  </a:t>
            </a:r>
            <a:endParaRPr/>
          </a:p>
          <a:p>
            <a:pPr marL="342900" lvl="0" indent="-342900" algn="l" rtl="0">
              <a:lnSpc>
                <a:spcPct val="90000"/>
              </a:lnSpc>
              <a:spcBef>
                <a:spcPts val="560"/>
              </a:spcBef>
              <a:spcAft>
                <a:spcPts val="0"/>
              </a:spcAft>
              <a:buSzPts val="2800"/>
              <a:buFont typeface="Tahoma"/>
              <a:buChar char="•"/>
            </a:pPr>
            <a:r>
              <a:rPr lang="en-SG"/>
              <a:t>IPv4 address, 32 bit   vs  IPv6 address, 128 bit</a:t>
            </a:r>
            <a:endParaRPr/>
          </a:p>
          <a:p>
            <a:pPr marL="0" lvl="0" indent="0" algn="l" rtl="0">
              <a:lnSpc>
                <a:spcPct val="90000"/>
              </a:lnSpc>
              <a:spcBef>
                <a:spcPts val="560"/>
              </a:spcBef>
              <a:spcAft>
                <a:spcPts val="0"/>
              </a:spcAft>
              <a:buSzPts val="2800"/>
              <a:buFont typeface="Tahoma"/>
              <a:buNone/>
            </a:pPr>
            <a:endParaRPr/>
          </a:p>
          <a:p>
            <a:pPr marL="342900" lvl="0" indent="-165100" algn="l" rtl="0">
              <a:lnSpc>
                <a:spcPct val="90000"/>
              </a:lnSpc>
              <a:spcBef>
                <a:spcPts val="560"/>
              </a:spcBef>
              <a:spcAft>
                <a:spcPts val="0"/>
              </a:spcAft>
              <a:buSzPts val="2800"/>
              <a:buFont typeface="Tahoma"/>
              <a:buNone/>
            </a:pPr>
            <a:endParaRPr/>
          </a:p>
          <a:p>
            <a:pPr marL="342900" lvl="0" indent="-342900" algn="l" rtl="0">
              <a:lnSpc>
                <a:spcPct val="90000"/>
              </a:lnSpc>
              <a:spcBef>
                <a:spcPts val="480"/>
              </a:spcBef>
              <a:spcAft>
                <a:spcPts val="0"/>
              </a:spcAft>
              <a:buSzPts val="2400"/>
              <a:buFont typeface="Tahoma"/>
              <a:buNone/>
            </a:pPr>
            <a:endParaRPr sz="2400">
              <a:solidFill>
                <a:srgbClr val="FF0000"/>
              </a:solidFill>
            </a:endParaRPr>
          </a:p>
        </p:txBody>
      </p:sp>
      <p:sp>
        <p:nvSpPr>
          <p:cNvPr id="500" name="Google Shape;500;p5"/>
          <p:cNvSpPr txBox="1"/>
          <p:nvPr/>
        </p:nvSpPr>
        <p:spPr>
          <a:xfrm>
            <a:off x="541867" y="3459822"/>
            <a:ext cx="5554200" cy="831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70C0"/>
              </a:buClr>
              <a:buSzPts val="2400"/>
              <a:buFont typeface="Arial"/>
              <a:buChar char="•"/>
            </a:pPr>
            <a:r>
              <a:rPr lang="en-SG" sz="2400" b="0" i="0" u="none" strike="noStrike" cap="none">
                <a:solidFill>
                  <a:schemeClr val="dk1"/>
                </a:solidFill>
                <a:latin typeface="Tahoma"/>
                <a:ea typeface="Tahoma"/>
                <a:cs typeface="Tahoma"/>
                <a:sym typeface="Tahoma"/>
              </a:rPr>
              <a:t>IPv4:DOTTED DECIMAL NOTATION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aphicFrame>
        <p:nvGraphicFramePr>
          <p:cNvPr id="501" name="Google Shape;501;p5"/>
          <p:cNvGraphicFramePr/>
          <p:nvPr/>
        </p:nvGraphicFramePr>
        <p:xfrm>
          <a:off x="949218" y="3932882"/>
          <a:ext cx="8492500" cy="1483400"/>
        </p:xfrm>
        <a:graphic>
          <a:graphicData uri="http://schemas.openxmlformats.org/drawingml/2006/table">
            <a:tbl>
              <a:tblPr firstRow="1" bandRow="1">
                <a:noFill/>
                <a:tableStyleId>{DFBAE71F-A087-424A-B7BF-EA8BE10E66AE}</a:tableStyleId>
              </a:tblPr>
              <a:tblGrid>
                <a:gridCol w="1698500">
                  <a:extLst>
                    <a:ext uri="{9D8B030D-6E8A-4147-A177-3AD203B41FA5}">
                      <a16:colId xmlns:a16="http://schemas.microsoft.com/office/drawing/2014/main" val="20000"/>
                    </a:ext>
                  </a:extLst>
                </a:gridCol>
                <a:gridCol w="1698500">
                  <a:extLst>
                    <a:ext uri="{9D8B030D-6E8A-4147-A177-3AD203B41FA5}">
                      <a16:colId xmlns:a16="http://schemas.microsoft.com/office/drawing/2014/main" val="20001"/>
                    </a:ext>
                  </a:extLst>
                </a:gridCol>
                <a:gridCol w="1698500">
                  <a:extLst>
                    <a:ext uri="{9D8B030D-6E8A-4147-A177-3AD203B41FA5}">
                      <a16:colId xmlns:a16="http://schemas.microsoft.com/office/drawing/2014/main" val="20002"/>
                    </a:ext>
                  </a:extLst>
                </a:gridCol>
                <a:gridCol w="1698500">
                  <a:extLst>
                    <a:ext uri="{9D8B030D-6E8A-4147-A177-3AD203B41FA5}">
                      <a16:colId xmlns:a16="http://schemas.microsoft.com/office/drawing/2014/main" val="20003"/>
                    </a:ext>
                  </a:extLst>
                </a:gridCol>
                <a:gridCol w="1698500">
                  <a:extLst>
                    <a:ext uri="{9D8B030D-6E8A-4147-A177-3AD203B41FA5}">
                      <a16:colId xmlns:a16="http://schemas.microsoft.com/office/drawing/2014/main" val="20004"/>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1</a:t>
                      </a:r>
                      <a:r>
                        <a:rPr lang="en-SG" sz="1800" b="1" i="0" u="none" strike="noStrike" cap="none" baseline="30000">
                          <a:solidFill>
                            <a:schemeClr val="dk1"/>
                          </a:solidFill>
                          <a:latin typeface="Arial"/>
                          <a:ea typeface="Arial"/>
                          <a:cs typeface="Arial"/>
                          <a:sym typeface="Arial"/>
                        </a:rPr>
                        <a:t>st</a:t>
                      </a:r>
                      <a:r>
                        <a:rPr lang="en-SG" sz="1800" b="1" i="0" u="none" strike="noStrike" cap="none">
                          <a:solidFill>
                            <a:schemeClr val="dk1"/>
                          </a:solidFill>
                          <a:latin typeface="Arial"/>
                          <a:ea typeface="Arial"/>
                          <a:cs typeface="Arial"/>
                          <a:sym typeface="Arial"/>
                        </a:rPr>
                        <a:t> Octet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2</a:t>
                      </a:r>
                      <a:r>
                        <a:rPr lang="en-SG" sz="1800" b="1" i="0" u="none" strike="noStrike" cap="none" baseline="30000">
                          <a:solidFill>
                            <a:schemeClr val="dk1"/>
                          </a:solidFill>
                          <a:latin typeface="Arial"/>
                          <a:ea typeface="Arial"/>
                          <a:cs typeface="Arial"/>
                          <a:sym typeface="Arial"/>
                        </a:rPr>
                        <a:t>nd</a:t>
                      </a:r>
                      <a:r>
                        <a:rPr lang="en-SG" sz="1800" b="1" i="0" u="none" strike="noStrike" cap="none">
                          <a:solidFill>
                            <a:schemeClr val="dk1"/>
                          </a:solidFill>
                          <a:latin typeface="Arial"/>
                          <a:ea typeface="Arial"/>
                          <a:cs typeface="Arial"/>
                          <a:sym typeface="Arial"/>
                        </a:rPr>
                        <a:t> Octet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3</a:t>
                      </a:r>
                      <a:r>
                        <a:rPr lang="en-SG" sz="1800" b="1" i="0" u="none" strike="noStrike" cap="none" baseline="30000">
                          <a:solidFill>
                            <a:schemeClr val="dk1"/>
                          </a:solidFill>
                          <a:latin typeface="Arial"/>
                          <a:ea typeface="Arial"/>
                          <a:cs typeface="Arial"/>
                          <a:sym typeface="Arial"/>
                        </a:rPr>
                        <a:t>rd</a:t>
                      </a:r>
                      <a:r>
                        <a:rPr lang="en-SG" sz="1800" b="1" i="0" u="none" strike="noStrike" cap="none">
                          <a:solidFill>
                            <a:schemeClr val="dk1"/>
                          </a:solidFill>
                          <a:latin typeface="Arial"/>
                          <a:ea typeface="Arial"/>
                          <a:cs typeface="Arial"/>
                          <a:sym typeface="Arial"/>
                        </a:rPr>
                        <a:t> Octet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4</a:t>
                      </a:r>
                      <a:r>
                        <a:rPr lang="en-SG" sz="1800" b="1" i="0" u="none" strike="noStrike" cap="none" baseline="30000">
                          <a:solidFill>
                            <a:schemeClr val="dk1"/>
                          </a:solidFill>
                          <a:latin typeface="Arial"/>
                          <a:ea typeface="Arial"/>
                          <a:cs typeface="Arial"/>
                          <a:sym typeface="Arial"/>
                        </a:rPr>
                        <a:t>th</a:t>
                      </a:r>
                      <a:r>
                        <a:rPr lang="en-SG" sz="1800" b="1" i="0" u="none" strike="noStrike" cap="none">
                          <a:solidFill>
                            <a:schemeClr val="dk1"/>
                          </a:solidFill>
                          <a:latin typeface="Arial"/>
                          <a:ea typeface="Arial"/>
                          <a:cs typeface="Arial"/>
                          <a:sym typeface="Arial"/>
                        </a:rPr>
                        <a:t> Octet</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DECIMAL</a:t>
                      </a:r>
                      <a:endParaRPr sz="1400" u="none" strike="noStrike" cap="none"/>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192.</a:t>
                      </a:r>
                      <a:endParaRPr sz="1400" u="none" strike="noStrike" cap="none"/>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168.</a:t>
                      </a:r>
                      <a:endParaRPr sz="1400" u="none" strike="noStrike" cap="none"/>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10.</a:t>
                      </a:r>
                      <a:endParaRPr sz="1400" u="none" strike="noStrike" cap="none"/>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.100</a:t>
                      </a:r>
                      <a:endParaRPr sz="1400" u="none" strike="noStrike" cap="none"/>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HEXADECIMAL</a:t>
                      </a:r>
                      <a:endParaRPr sz="1800" u="none" strike="noStrike" cap="none"/>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C0</a:t>
                      </a:r>
                      <a:endParaRPr sz="1800" u="none" strike="noStrike" cap="none"/>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A8</a:t>
                      </a:r>
                      <a:endParaRPr sz="1800" u="none" strike="noStrike" cap="none"/>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0A</a:t>
                      </a:r>
                      <a:endParaRPr sz="1800" u="none" strike="noStrike" cap="none"/>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64</a:t>
                      </a:r>
                      <a:endParaRPr sz="1800" u="none" strike="noStrike" cap="none"/>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BINARY</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1100 0000</a:t>
                      </a:r>
                      <a:endParaRPr sz="14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1010 1000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0000 1010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0110 0100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502" name="Google Shape;502;p5"/>
          <p:cNvGraphicFramePr/>
          <p:nvPr/>
        </p:nvGraphicFramePr>
        <p:xfrm>
          <a:off x="1023647" y="2642229"/>
          <a:ext cx="8128000" cy="370850"/>
        </p:xfrm>
        <a:graphic>
          <a:graphicData uri="http://schemas.openxmlformats.org/drawingml/2006/table">
            <a:tbl>
              <a:tblPr firstRow="1" bandRow="1">
                <a:noFill/>
                <a:tableStyleId>{DFBAE71F-A087-424A-B7BF-EA8BE10E66AE}</a:tableStyleId>
              </a:tblPr>
              <a:tblGrid>
                <a:gridCol w="4096425">
                  <a:extLst>
                    <a:ext uri="{9D8B030D-6E8A-4147-A177-3AD203B41FA5}">
                      <a16:colId xmlns:a16="http://schemas.microsoft.com/office/drawing/2014/main" val="20000"/>
                    </a:ext>
                  </a:extLst>
                </a:gridCol>
                <a:gridCol w="403157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192.168.10.100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fe80::e828:3518:6a86:eef3</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sp>
        <p:nvSpPr>
          <p:cNvPr id="503" name="Google Shape;503;p5"/>
          <p:cNvSpPr/>
          <p:nvPr/>
        </p:nvSpPr>
        <p:spPr>
          <a:xfrm>
            <a:off x="541867" y="5484610"/>
            <a:ext cx="8235300" cy="10896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90000"/>
              </a:lnSpc>
              <a:spcBef>
                <a:spcPts val="0"/>
              </a:spcBef>
              <a:spcAft>
                <a:spcPts val="0"/>
              </a:spcAft>
              <a:buClr>
                <a:srgbClr val="0000FF"/>
              </a:buClr>
              <a:buSzPts val="2400"/>
              <a:buFont typeface="Arial"/>
              <a:buChar char="•"/>
            </a:pPr>
            <a:r>
              <a:rPr lang="en-SG" sz="2400" b="0" i="0" u="none" strike="noStrike" cap="none">
                <a:solidFill>
                  <a:srgbClr val="000000"/>
                </a:solidFill>
                <a:latin typeface="Tahoma"/>
                <a:ea typeface="Tahoma"/>
                <a:cs typeface="Tahoma"/>
                <a:sym typeface="Tahoma"/>
              </a:rPr>
              <a:t>An IP address has a </a:t>
            </a:r>
            <a:r>
              <a:rPr lang="en-SG" sz="2400" b="0" i="0" u="none" strike="noStrike" cap="none">
                <a:solidFill>
                  <a:srgbClr val="0070C0"/>
                </a:solidFill>
                <a:latin typeface="Tahoma"/>
                <a:ea typeface="Tahoma"/>
                <a:cs typeface="Tahoma"/>
                <a:sym typeface="Tahoma"/>
              </a:rPr>
              <a:t>network id </a:t>
            </a:r>
            <a:r>
              <a:rPr lang="en-SG" sz="2400" b="0" i="0" u="none" strike="noStrike" cap="none">
                <a:solidFill>
                  <a:srgbClr val="000000"/>
                </a:solidFill>
                <a:latin typeface="Tahoma"/>
                <a:ea typeface="Tahoma"/>
                <a:cs typeface="Tahoma"/>
                <a:sym typeface="Tahoma"/>
              </a:rPr>
              <a:t>and </a:t>
            </a:r>
            <a:r>
              <a:rPr lang="en-SG" sz="2400" b="0" i="0" u="none" strike="noStrike" cap="none">
                <a:solidFill>
                  <a:srgbClr val="FF0000"/>
                </a:solidFill>
                <a:latin typeface="Tahoma"/>
                <a:ea typeface="Tahoma"/>
                <a:cs typeface="Tahoma"/>
                <a:sym typeface="Tahoma"/>
              </a:rPr>
              <a:t>host id, </a:t>
            </a:r>
            <a:r>
              <a:rPr lang="en-SG" sz="2400" b="0" i="0" u="none" strike="noStrike" cap="none">
                <a:solidFill>
                  <a:srgbClr val="000000"/>
                </a:solidFill>
                <a:latin typeface="Tahoma"/>
                <a:ea typeface="Tahoma"/>
                <a:cs typeface="Tahoma"/>
                <a:sym typeface="Tahoma"/>
              </a:rPr>
              <a:t>where the network id identifies a network, and the host identifies a host in that network.</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grpSp>
        <p:nvGrpSpPr>
          <p:cNvPr id="508" name="Google Shape;508;p9"/>
          <p:cNvGrpSpPr/>
          <p:nvPr/>
        </p:nvGrpSpPr>
        <p:grpSpPr>
          <a:xfrm>
            <a:off x="3238923" y="1207097"/>
            <a:ext cx="8756811" cy="783173"/>
            <a:chOff x="476" y="1838"/>
            <a:chExt cx="4694" cy="639"/>
          </a:xfrm>
        </p:grpSpPr>
        <p:sp>
          <p:nvSpPr>
            <p:cNvPr id="509" name="Google Shape;509;p9"/>
            <p:cNvSpPr/>
            <p:nvPr/>
          </p:nvSpPr>
          <p:spPr>
            <a:xfrm>
              <a:off x="476" y="1923"/>
              <a:ext cx="900" cy="300"/>
            </a:xfrm>
            <a:prstGeom prst="flowChartAlternateProcess">
              <a:avLst/>
            </a:prstGeom>
            <a:solidFill>
              <a:srgbClr val="CCF8D3"/>
            </a:solidFill>
            <a:ln w="9525" cap="flat" cmpd="sng">
              <a:solidFill>
                <a:srgbClr val="CC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SG" sz="2200" b="1" i="0" u="none" strike="noStrike" cap="none">
                  <a:solidFill>
                    <a:srgbClr val="000000"/>
                  </a:solidFill>
                  <a:latin typeface="Arial"/>
                  <a:ea typeface="Arial"/>
                  <a:cs typeface="Arial"/>
                  <a:sym typeface="Arial"/>
                </a:rPr>
                <a:t>IP address</a:t>
              </a:r>
              <a:endParaRPr sz="1400" b="0" i="0" u="none" strike="noStrike" cap="none">
                <a:solidFill>
                  <a:srgbClr val="000000"/>
                </a:solidFill>
                <a:latin typeface="Arial"/>
                <a:ea typeface="Arial"/>
                <a:cs typeface="Arial"/>
                <a:sym typeface="Arial"/>
              </a:endParaRPr>
            </a:p>
          </p:txBody>
        </p:sp>
        <p:sp>
          <p:nvSpPr>
            <p:cNvPr id="510" name="Google Shape;510;p9"/>
            <p:cNvSpPr/>
            <p:nvPr/>
          </p:nvSpPr>
          <p:spPr>
            <a:xfrm>
              <a:off x="2199" y="1877"/>
              <a:ext cx="900" cy="600"/>
            </a:xfrm>
            <a:prstGeom prst="flowChartAlternateProcess">
              <a:avLst/>
            </a:prstGeom>
            <a:solidFill>
              <a:srgbClr val="CCF8D3"/>
            </a:solidFill>
            <a:ln w="9525" cap="flat" cmpd="sng">
              <a:solidFill>
                <a:srgbClr val="CC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SG" sz="2200" b="1" i="0" u="none" strike="noStrike" cap="none">
                  <a:solidFill>
                    <a:srgbClr val="000000"/>
                  </a:solidFill>
                  <a:latin typeface="Arial"/>
                  <a:ea typeface="Arial"/>
                  <a:cs typeface="Arial"/>
                  <a:sym typeface="Arial"/>
                </a:rPr>
                <a:t>Subnet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SG" sz="2200" b="1" i="0" u="none" strike="noStrike" cap="none">
                  <a:solidFill>
                    <a:srgbClr val="000000"/>
                  </a:solidFill>
                  <a:latin typeface="Arial"/>
                  <a:ea typeface="Arial"/>
                  <a:cs typeface="Arial"/>
                  <a:sym typeface="Arial"/>
                </a:rPr>
                <a:t>mask</a:t>
              </a:r>
              <a:endParaRPr sz="1400" b="0" i="0" u="none" strike="noStrike" cap="none">
                <a:solidFill>
                  <a:srgbClr val="000000"/>
                </a:solidFill>
                <a:latin typeface="Arial"/>
                <a:ea typeface="Arial"/>
                <a:cs typeface="Arial"/>
                <a:sym typeface="Arial"/>
              </a:endParaRPr>
            </a:p>
          </p:txBody>
        </p:sp>
        <p:sp>
          <p:nvSpPr>
            <p:cNvPr id="511" name="Google Shape;511;p9"/>
            <p:cNvSpPr/>
            <p:nvPr/>
          </p:nvSpPr>
          <p:spPr>
            <a:xfrm>
              <a:off x="3370" y="1877"/>
              <a:ext cx="1800" cy="600"/>
            </a:xfrm>
            <a:prstGeom prst="flowChartAlternateProcess">
              <a:avLst/>
            </a:prstGeom>
            <a:solidFill>
              <a:srgbClr val="CCF8D3"/>
            </a:solidFill>
            <a:ln w="9525" cap="flat" cmpd="sng">
              <a:solidFill>
                <a:srgbClr val="CC00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SG" sz="2200" b="1" i="0" u="none" strike="noStrike" cap="none">
                  <a:solidFill>
                    <a:srgbClr val="000000"/>
                  </a:solidFill>
                  <a:latin typeface="Arial"/>
                  <a:ea typeface="Arial"/>
                  <a:cs typeface="Arial"/>
                  <a:sym typeface="Arial"/>
                </a:rPr>
                <a:t>Network ID or Address</a:t>
              </a:r>
              <a:endParaRPr sz="1400" b="0" i="0" u="none" strike="noStrike" cap="none">
                <a:solidFill>
                  <a:srgbClr val="000000"/>
                </a:solidFill>
                <a:latin typeface="Arial"/>
                <a:ea typeface="Arial"/>
                <a:cs typeface="Arial"/>
                <a:sym typeface="Arial"/>
              </a:endParaRPr>
            </a:p>
          </p:txBody>
        </p:sp>
        <p:sp>
          <p:nvSpPr>
            <p:cNvPr id="512" name="Google Shape;512;p9"/>
            <p:cNvSpPr txBox="1"/>
            <p:nvPr/>
          </p:nvSpPr>
          <p:spPr>
            <a:xfrm>
              <a:off x="1450" y="1838"/>
              <a:ext cx="769" cy="6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SG" sz="2200" b="1" i="0" u="none" strike="noStrike" cap="none" dirty="0">
                  <a:solidFill>
                    <a:srgbClr val="FF3300"/>
                  </a:solidFill>
                  <a:latin typeface="Arial"/>
                  <a:ea typeface="Arial"/>
                  <a:cs typeface="Arial"/>
                  <a:sym typeface="Arial"/>
                </a:rPr>
                <a:t>BITWISE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SG" sz="2200" b="1" i="0" u="none" strike="noStrike" cap="none" dirty="0">
                  <a:solidFill>
                    <a:srgbClr val="FF3300"/>
                  </a:solidFill>
                  <a:latin typeface="Arial"/>
                  <a:ea typeface="Arial"/>
                  <a:cs typeface="Arial"/>
                  <a:sym typeface="Arial"/>
                </a:rPr>
                <a:t>AND</a:t>
              </a:r>
              <a:endParaRPr sz="1400" b="0" i="0" u="none" strike="noStrike" cap="none" dirty="0">
                <a:solidFill>
                  <a:srgbClr val="000000"/>
                </a:solidFill>
                <a:latin typeface="Arial"/>
                <a:ea typeface="Arial"/>
                <a:cs typeface="Arial"/>
                <a:sym typeface="Arial"/>
              </a:endParaRPr>
            </a:p>
          </p:txBody>
        </p:sp>
        <p:sp>
          <p:nvSpPr>
            <p:cNvPr id="513" name="Google Shape;513;p9"/>
            <p:cNvSpPr txBox="1"/>
            <p:nvPr/>
          </p:nvSpPr>
          <p:spPr>
            <a:xfrm>
              <a:off x="3151" y="1983"/>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SG" sz="2200" b="1" i="0" u="none" strike="noStrike" cap="none">
                  <a:solidFill>
                    <a:srgbClr val="33339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grpSp>
      <p:sp>
        <p:nvSpPr>
          <p:cNvPr id="514" name="Google Shape;514;p9"/>
          <p:cNvSpPr txBox="1"/>
          <p:nvPr/>
        </p:nvSpPr>
        <p:spPr>
          <a:xfrm>
            <a:off x="590815" y="619674"/>
            <a:ext cx="88587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SG" sz="2400" b="0" i="0" u="none" strike="noStrike" cap="none">
                <a:solidFill>
                  <a:srgbClr val="000000"/>
                </a:solidFill>
                <a:latin typeface="Arial"/>
                <a:ea typeface="Arial"/>
                <a:cs typeface="Arial"/>
                <a:sym typeface="Arial"/>
              </a:rPr>
              <a:t>Subnet mask is used to identify network id of an IP address by performing this:</a:t>
            </a:r>
            <a:endParaRPr sz="1400" b="0" i="0" u="none" strike="noStrike" cap="none">
              <a:solidFill>
                <a:srgbClr val="000000"/>
              </a:solidFill>
              <a:latin typeface="Arial"/>
              <a:ea typeface="Arial"/>
              <a:cs typeface="Arial"/>
              <a:sym typeface="Arial"/>
            </a:endParaRPr>
          </a:p>
        </p:txBody>
      </p:sp>
      <p:graphicFrame>
        <p:nvGraphicFramePr>
          <p:cNvPr id="515" name="Google Shape;515;p9"/>
          <p:cNvGraphicFramePr/>
          <p:nvPr/>
        </p:nvGraphicFramePr>
        <p:xfrm>
          <a:off x="5123111" y="4656575"/>
          <a:ext cx="3422525" cy="2255550"/>
        </p:xfrm>
        <a:graphic>
          <a:graphicData uri="http://schemas.openxmlformats.org/drawingml/2006/table">
            <a:tbl>
              <a:tblPr>
                <a:noFill/>
                <a:tableStyleId>{CB55A12A-DC97-471B-B64C-B201484A39D8}</a:tableStyleId>
              </a:tblPr>
              <a:tblGrid>
                <a:gridCol w="1191125">
                  <a:extLst>
                    <a:ext uri="{9D8B030D-6E8A-4147-A177-3AD203B41FA5}">
                      <a16:colId xmlns:a16="http://schemas.microsoft.com/office/drawing/2014/main" val="20000"/>
                    </a:ext>
                  </a:extLst>
                </a:gridCol>
                <a:gridCol w="2231400">
                  <a:extLst>
                    <a:ext uri="{9D8B030D-6E8A-4147-A177-3AD203B41FA5}">
                      <a16:colId xmlns:a16="http://schemas.microsoft.com/office/drawing/2014/main" val="20001"/>
                    </a:ext>
                  </a:extLst>
                </a:gridCol>
              </a:tblGrid>
              <a:tr h="717800">
                <a:tc>
                  <a:txBody>
                    <a:bodyPr/>
                    <a:lstStyle/>
                    <a:p>
                      <a:pPr marL="0" marR="0" lvl="0" indent="0" algn="ctr" rtl="0">
                        <a:lnSpc>
                          <a:spcPct val="100000"/>
                        </a:lnSpc>
                        <a:spcBef>
                          <a:spcPts val="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Class A</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CF8D3"/>
                    </a:solidFill>
                  </a:tcPr>
                </a:tc>
                <a:tc>
                  <a:txBody>
                    <a:bodyPr/>
                    <a:lstStyle/>
                    <a:p>
                      <a:pPr marL="0" marR="0" lvl="0" indent="0" algn="ctr" rtl="0">
                        <a:lnSpc>
                          <a:spcPct val="100000"/>
                        </a:lnSpc>
                        <a:spcBef>
                          <a:spcPts val="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255. 0.  0. 0</a:t>
                      </a:r>
                      <a:endParaRPr sz="1400" u="none" strike="noStrike" cap="none"/>
                    </a:p>
                    <a:p>
                      <a:pPr marL="0" marR="0" lvl="0" indent="0" algn="ctr" rtl="0">
                        <a:lnSpc>
                          <a:spcPct val="100000"/>
                        </a:lnSpc>
                        <a:spcBef>
                          <a:spcPts val="40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   </a:t>
                      </a:r>
                      <a:r>
                        <a:rPr lang="en-SG" sz="2000" b="1" i="0" u="none" strike="noStrike" cap="none">
                          <a:solidFill>
                            <a:srgbClr val="FF0000"/>
                          </a:solidFill>
                          <a:latin typeface="Arial"/>
                          <a:ea typeface="Arial"/>
                          <a:cs typeface="Arial"/>
                          <a:sym typeface="Arial"/>
                        </a:rPr>
                        <a:t>N</a:t>
                      </a:r>
                      <a:r>
                        <a:rPr lang="en-SG" sz="2000" b="1" i="0" u="none" strike="noStrike" cap="none">
                          <a:solidFill>
                            <a:schemeClr val="dk1"/>
                          </a:solidFill>
                          <a:latin typeface="Arial"/>
                          <a:ea typeface="Arial"/>
                          <a:cs typeface="Arial"/>
                          <a:sym typeface="Arial"/>
                        </a:rPr>
                        <a:t>. H. H. H</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D4DE"/>
                    </a:solidFill>
                  </a:tcPr>
                </a:tc>
                <a:extLst>
                  <a:ext uri="{0D108BD9-81ED-4DB2-BD59-A6C34878D82A}">
                    <a16:rowId xmlns:a16="http://schemas.microsoft.com/office/drawing/2014/main" val="10000"/>
                  </a:ext>
                </a:extLst>
              </a:tr>
              <a:tr h="717800">
                <a:tc>
                  <a:txBody>
                    <a:bodyPr/>
                    <a:lstStyle/>
                    <a:p>
                      <a:pPr marL="0" marR="0" lvl="0" indent="0" algn="ctr" rtl="0">
                        <a:lnSpc>
                          <a:spcPct val="100000"/>
                        </a:lnSpc>
                        <a:spcBef>
                          <a:spcPts val="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Class B</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CF8D3"/>
                    </a:solidFill>
                  </a:tcPr>
                </a:tc>
                <a:tc>
                  <a:txBody>
                    <a:bodyPr/>
                    <a:lstStyle/>
                    <a:p>
                      <a:pPr marL="0" marR="0" lvl="0" indent="0" algn="ctr" rtl="0">
                        <a:lnSpc>
                          <a:spcPct val="100000"/>
                        </a:lnSpc>
                        <a:spcBef>
                          <a:spcPts val="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255. 255. 0. 0</a:t>
                      </a:r>
                      <a:endParaRPr sz="1400" u="none" strike="noStrike" cap="none"/>
                    </a:p>
                    <a:p>
                      <a:pPr marL="0" marR="0" lvl="0" indent="0" algn="ctr" rtl="0">
                        <a:lnSpc>
                          <a:spcPct val="100000"/>
                        </a:lnSpc>
                        <a:spcBef>
                          <a:spcPts val="40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   </a:t>
                      </a:r>
                      <a:r>
                        <a:rPr lang="en-SG" sz="2000" b="1" i="0" u="none" strike="noStrike" cap="none">
                          <a:solidFill>
                            <a:srgbClr val="FF0000"/>
                          </a:solidFill>
                          <a:latin typeface="Arial"/>
                          <a:ea typeface="Arial"/>
                          <a:cs typeface="Arial"/>
                          <a:sym typeface="Arial"/>
                        </a:rPr>
                        <a:t>N.    N</a:t>
                      </a:r>
                      <a:r>
                        <a:rPr lang="en-SG" sz="2000" b="1" i="0" u="none" strike="noStrike" cap="none">
                          <a:solidFill>
                            <a:schemeClr val="dk1"/>
                          </a:solidFill>
                          <a:latin typeface="Arial"/>
                          <a:ea typeface="Arial"/>
                          <a:cs typeface="Arial"/>
                          <a:sym typeface="Arial"/>
                        </a:rPr>
                        <a:t>. H. H</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D4DE"/>
                    </a:solidFill>
                  </a:tcPr>
                </a:tc>
                <a:extLst>
                  <a:ext uri="{0D108BD9-81ED-4DB2-BD59-A6C34878D82A}">
                    <a16:rowId xmlns:a16="http://schemas.microsoft.com/office/drawing/2014/main" val="10001"/>
                  </a:ext>
                </a:extLst>
              </a:tr>
              <a:tr h="717800">
                <a:tc>
                  <a:txBody>
                    <a:bodyPr/>
                    <a:lstStyle/>
                    <a:p>
                      <a:pPr marL="0" marR="0" lvl="0" indent="0" algn="ctr" rtl="0">
                        <a:lnSpc>
                          <a:spcPct val="100000"/>
                        </a:lnSpc>
                        <a:spcBef>
                          <a:spcPts val="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Class C</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CCF8D3"/>
                    </a:solidFill>
                  </a:tcPr>
                </a:tc>
                <a:tc>
                  <a:txBody>
                    <a:bodyPr/>
                    <a:lstStyle/>
                    <a:p>
                      <a:pPr marL="0" marR="0" lvl="0" indent="0" algn="ctr" rtl="0">
                        <a:lnSpc>
                          <a:spcPct val="100000"/>
                        </a:lnSpc>
                        <a:spcBef>
                          <a:spcPts val="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255. 255. 255. 0</a:t>
                      </a:r>
                      <a:endParaRPr sz="1400" u="none" strike="noStrike" cap="none"/>
                    </a:p>
                    <a:p>
                      <a:pPr marL="0" marR="0" lvl="0" indent="0" algn="ctr" rtl="0">
                        <a:lnSpc>
                          <a:spcPct val="100000"/>
                        </a:lnSpc>
                        <a:spcBef>
                          <a:spcPts val="400"/>
                        </a:spcBef>
                        <a:spcAft>
                          <a:spcPts val="0"/>
                        </a:spcAft>
                        <a:buClr>
                          <a:schemeClr val="dk1"/>
                        </a:buClr>
                        <a:buSzPts val="2000"/>
                        <a:buFont typeface="Arial"/>
                        <a:buNone/>
                      </a:pPr>
                      <a:r>
                        <a:rPr lang="en-SG" sz="2000" b="1" i="0" u="none" strike="noStrike" cap="none">
                          <a:solidFill>
                            <a:schemeClr val="dk1"/>
                          </a:solidFill>
                          <a:latin typeface="Arial"/>
                          <a:ea typeface="Arial"/>
                          <a:cs typeface="Arial"/>
                          <a:sym typeface="Arial"/>
                        </a:rPr>
                        <a:t>   </a:t>
                      </a:r>
                      <a:r>
                        <a:rPr lang="en-SG" sz="2000" b="1" i="0" u="none" strike="noStrike" cap="none">
                          <a:solidFill>
                            <a:srgbClr val="FF0000"/>
                          </a:solidFill>
                          <a:latin typeface="Arial"/>
                          <a:ea typeface="Arial"/>
                          <a:cs typeface="Arial"/>
                          <a:sym typeface="Arial"/>
                        </a:rPr>
                        <a:t>N.    N.     N</a:t>
                      </a:r>
                      <a:r>
                        <a:rPr lang="en-SG" sz="2000" b="1" i="0" u="none" strike="noStrike" cap="none">
                          <a:solidFill>
                            <a:schemeClr val="dk1"/>
                          </a:solidFill>
                          <a:latin typeface="Arial"/>
                          <a:ea typeface="Arial"/>
                          <a:cs typeface="Arial"/>
                          <a:sym typeface="Arial"/>
                        </a:rPr>
                        <a:t>. H</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F4D4DE"/>
                    </a:solidFill>
                  </a:tcPr>
                </a:tc>
                <a:extLst>
                  <a:ext uri="{0D108BD9-81ED-4DB2-BD59-A6C34878D82A}">
                    <a16:rowId xmlns:a16="http://schemas.microsoft.com/office/drawing/2014/main" val="10002"/>
                  </a:ext>
                </a:extLst>
              </a:tr>
            </a:tbl>
          </a:graphicData>
        </a:graphic>
      </p:graphicFrame>
      <p:sp>
        <p:nvSpPr>
          <p:cNvPr id="516" name="Google Shape;516;p9"/>
          <p:cNvSpPr txBox="1"/>
          <p:nvPr/>
        </p:nvSpPr>
        <p:spPr>
          <a:xfrm>
            <a:off x="575574" y="5057144"/>
            <a:ext cx="32190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SG" sz="2400" b="1" i="0" u="sng" strike="noStrike" cap="none">
                <a:solidFill>
                  <a:srgbClr val="FF3300"/>
                </a:solidFill>
                <a:latin typeface="Arial"/>
                <a:ea typeface="Arial"/>
                <a:cs typeface="Arial"/>
                <a:sym typeface="Arial"/>
              </a:rPr>
              <a:t>Default subnet mask </a:t>
            </a:r>
            <a:endParaRPr sz="1400" b="0" i="0" u="none" strike="noStrike" cap="none">
              <a:solidFill>
                <a:srgbClr val="000000"/>
              </a:solidFill>
              <a:latin typeface="Arial"/>
              <a:ea typeface="Arial"/>
              <a:cs typeface="Arial"/>
              <a:sym typeface="Arial"/>
            </a:endParaRPr>
          </a:p>
        </p:txBody>
      </p:sp>
      <p:sp>
        <p:nvSpPr>
          <p:cNvPr id="517" name="Google Shape;517;p9"/>
          <p:cNvSpPr txBox="1"/>
          <p:nvPr/>
        </p:nvSpPr>
        <p:spPr>
          <a:xfrm>
            <a:off x="590815" y="-185327"/>
            <a:ext cx="10938900" cy="8775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600"/>
              <a:buFont typeface="Arial"/>
              <a:buNone/>
            </a:pPr>
            <a:r>
              <a:rPr lang="en-SG" sz="3600" b="0" i="0" u="none" strike="noStrike" cap="none">
                <a:solidFill>
                  <a:schemeClr val="dk1"/>
                </a:solidFill>
                <a:latin typeface="Arial Black"/>
                <a:ea typeface="Arial Black"/>
                <a:cs typeface="Arial Black"/>
                <a:sym typeface="Arial Black"/>
              </a:rPr>
              <a:t>What is Subnet Mask?</a:t>
            </a:r>
            <a:endParaRPr sz="1400" b="0" i="0" u="none" strike="noStrike" cap="none">
              <a:solidFill>
                <a:srgbClr val="000000"/>
              </a:solidFill>
              <a:latin typeface="Arial"/>
              <a:ea typeface="Arial"/>
              <a:cs typeface="Arial"/>
              <a:sym typeface="Arial"/>
            </a:endParaRPr>
          </a:p>
        </p:txBody>
      </p:sp>
      <p:graphicFrame>
        <p:nvGraphicFramePr>
          <p:cNvPr id="518" name="Google Shape;518;p9"/>
          <p:cNvGraphicFramePr/>
          <p:nvPr/>
        </p:nvGraphicFramePr>
        <p:xfrm>
          <a:off x="814099" y="1914679"/>
          <a:ext cx="8858625" cy="2741850"/>
        </p:xfrm>
        <a:graphic>
          <a:graphicData uri="http://schemas.openxmlformats.org/drawingml/2006/table">
            <a:tbl>
              <a:tblPr firstRow="1" bandRow="1">
                <a:noFill/>
                <a:tableStyleId>{DFBAE71F-A087-424A-B7BF-EA8BE10E66AE}</a:tableStyleId>
              </a:tblPr>
              <a:tblGrid>
                <a:gridCol w="1963200">
                  <a:extLst>
                    <a:ext uri="{9D8B030D-6E8A-4147-A177-3AD203B41FA5}">
                      <a16:colId xmlns:a16="http://schemas.microsoft.com/office/drawing/2014/main" val="20000"/>
                    </a:ext>
                  </a:extLst>
                </a:gridCol>
                <a:gridCol w="1580250">
                  <a:extLst>
                    <a:ext uri="{9D8B030D-6E8A-4147-A177-3AD203B41FA5}">
                      <a16:colId xmlns:a16="http://schemas.microsoft.com/office/drawing/2014/main" val="20001"/>
                    </a:ext>
                  </a:extLst>
                </a:gridCol>
                <a:gridCol w="1771725">
                  <a:extLst>
                    <a:ext uri="{9D8B030D-6E8A-4147-A177-3AD203B41FA5}">
                      <a16:colId xmlns:a16="http://schemas.microsoft.com/office/drawing/2014/main" val="20002"/>
                    </a:ext>
                  </a:extLst>
                </a:gridCol>
                <a:gridCol w="1771725">
                  <a:extLst>
                    <a:ext uri="{9D8B030D-6E8A-4147-A177-3AD203B41FA5}">
                      <a16:colId xmlns:a16="http://schemas.microsoft.com/office/drawing/2014/main" val="20003"/>
                    </a:ext>
                  </a:extLst>
                </a:gridCol>
                <a:gridCol w="1771725">
                  <a:extLst>
                    <a:ext uri="{9D8B030D-6E8A-4147-A177-3AD203B41FA5}">
                      <a16:colId xmlns:a16="http://schemas.microsoft.com/office/drawing/2014/main" val="20004"/>
                    </a:ext>
                  </a:extLst>
                </a:gridCol>
              </a:tblGrid>
              <a:tr h="456975">
                <a:tc rowSpan="2">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IP address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192.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168.</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.100</a:t>
                      </a:r>
                      <a:endParaRPr sz="1400" u="none" strike="noStrike" cap="none"/>
                    </a:p>
                  </a:txBody>
                  <a:tcPr marL="91450" marR="91450" marT="45725" marB="45725"/>
                </a:tc>
                <a:extLst>
                  <a:ext uri="{0D108BD9-81ED-4DB2-BD59-A6C34878D82A}">
                    <a16:rowId xmlns:a16="http://schemas.microsoft.com/office/drawing/2014/main" val="10000"/>
                  </a:ext>
                </a:extLst>
              </a:tr>
              <a:tr h="45697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11000000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10101000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00001010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01100100</a:t>
                      </a:r>
                      <a:endParaRPr sz="1400" u="none" strike="noStrike" cap="none"/>
                    </a:p>
                  </a:txBody>
                  <a:tcPr marL="91450" marR="91450" marT="45725" marB="45725"/>
                </a:tc>
                <a:extLst>
                  <a:ext uri="{0D108BD9-81ED-4DB2-BD59-A6C34878D82A}">
                    <a16:rowId xmlns:a16="http://schemas.microsoft.com/office/drawing/2014/main" val="10001"/>
                  </a:ext>
                </a:extLst>
              </a:tr>
              <a:tr h="456975">
                <a:tc rowSpan="2">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Subnet Mask</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255</a:t>
                      </a:r>
                      <a:endParaRPr sz="2000" b="1" u="none" strike="noStrike" cap="none">
                        <a:latin typeface="Courier New"/>
                        <a:ea typeface="Courier New"/>
                        <a:cs typeface="Courier New"/>
                        <a:sym typeface="Courier Ne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255</a:t>
                      </a:r>
                      <a:endParaRPr sz="2000" b="1" u="none" strike="noStrike" cap="none">
                        <a:latin typeface="Courier New"/>
                        <a:ea typeface="Courier New"/>
                        <a:cs typeface="Courier New"/>
                        <a:sym typeface="Courier Ne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255</a:t>
                      </a:r>
                      <a:endParaRPr sz="2000" b="1" u="none" strike="noStrike" cap="none">
                        <a:latin typeface="Courier New"/>
                        <a:ea typeface="Courier New"/>
                        <a:cs typeface="Courier New"/>
                        <a:sym typeface="Courier Ne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0</a:t>
                      </a:r>
                      <a:endParaRPr sz="2000" b="1" u="none" strike="noStrike" cap="none">
                        <a:latin typeface="Courier New"/>
                        <a:ea typeface="Courier New"/>
                        <a:cs typeface="Courier New"/>
                        <a:sym typeface="Courier New"/>
                      </a:endParaRPr>
                    </a:p>
                  </a:txBody>
                  <a:tcPr marL="91450" marR="91450" marT="45725" marB="45725"/>
                </a:tc>
                <a:extLst>
                  <a:ext uri="{0D108BD9-81ED-4DB2-BD59-A6C34878D82A}">
                    <a16:rowId xmlns:a16="http://schemas.microsoft.com/office/drawing/2014/main" val="10002"/>
                  </a:ext>
                </a:extLst>
              </a:tr>
              <a:tr h="45697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11111111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11111111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11111111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u="none" strike="noStrike" cap="none">
                          <a:latin typeface="Courier New"/>
                          <a:ea typeface="Courier New"/>
                          <a:cs typeface="Courier New"/>
                          <a:sym typeface="Courier New"/>
                        </a:rPr>
                        <a:t>00000000</a:t>
                      </a:r>
                      <a:endParaRPr sz="1400" u="none" strike="noStrike" cap="none"/>
                    </a:p>
                  </a:txBody>
                  <a:tcPr marL="91450" marR="91450" marT="45725" marB="45725"/>
                </a:tc>
                <a:extLst>
                  <a:ext uri="{0D108BD9-81ED-4DB2-BD59-A6C34878D82A}">
                    <a16:rowId xmlns:a16="http://schemas.microsoft.com/office/drawing/2014/main" val="10003"/>
                  </a:ext>
                </a:extLst>
              </a:tr>
              <a:tr h="456975">
                <a:tc rowSpan="2">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Network Address</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i="0" u="none" strike="noStrike" cap="none">
                          <a:solidFill>
                            <a:srgbClr val="000000"/>
                          </a:solidFill>
                          <a:latin typeface="Courier New"/>
                          <a:ea typeface="Courier New"/>
                          <a:cs typeface="Courier New"/>
                          <a:sym typeface="Courier New"/>
                        </a:rPr>
                        <a:t>192.</a:t>
                      </a:r>
                      <a:endParaRPr sz="1400" b="0" i="0" u="none" strike="noStrike" cap="none">
                        <a:solidFill>
                          <a:srgbClr val="000000"/>
                        </a:solidFill>
                        <a:latin typeface="Tahoma"/>
                        <a:ea typeface="Tahoma"/>
                        <a:cs typeface="Tahoma"/>
                        <a:sym typeface="Tahoma"/>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i="0" u="none" strike="noStrike" cap="none">
                          <a:solidFill>
                            <a:srgbClr val="000000"/>
                          </a:solidFill>
                          <a:latin typeface="Courier New"/>
                          <a:ea typeface="Courier New"/>
                          <a:cs typeface="Courier New"/>
                          <a:sym typeface="Courier New"/>
                        </a:rPr>
                        <a:t>168.</a:t>
                      </a:r>
                      <a:endParaRPr sz="1400" b="0" i="0" u="none" strike="noStrike" cap="none">
                        <a:solidFill>
                          <a:srgbClr val="000000"/>
                        </a:solidFill>
                        <a:latin typeface="Tahoma"/>
                        <a:ea typeface="Tahoma"/>
                        <a:cs typeface="Tahoma"/>
                        <a:sym typeface="Tahoma"/>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en-SG" sz="2000" b="1" i="0" u="none" strike="noStrike" cap="none">
                          <a:solidFill>
                            <a:srgbClr val="000000"/>
                          </a:solidFill>
                          <a:latin typeface="Courier New"/>
                          <a:ea typeface="Courier New"/>
                          <a:cs typeface="Courier New"/>
                          <a:sym typeface="Courier New"/>
                        </a:rPr>
                        <a:t>10.</a:t>
                      </a:r>
                      <a:endParaRPr sz="1400" b="0" i="0" u="none" strike="noStrike" cap="none">
                        <a:solidFill>
                          <a:srgbClr val="000000"/>
                        </a:solidFill>
                        <a:latin typeface="Tahoma"/>
                        <a:ea typeface="Tahoma"/>
                        <a:cs typeface="Tahoma"/>
                        <a:sym typeface="Tahoma"/>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ourier New"/>
                        <a:buNone/>
                      </a:pPr>
                      <a:r>
                        <a:rPr lang="en-SG" sz="2000" b="1" u="none" strike="noStrike" cap="none">
                          <a:latin typeface="Courier New"/>
                          <a:ea typeface="Courier New"/>
                          <a:cs typeface="Courier New"/>
                          <a:sym typeface="Courier New"/>
                        </a:rPr>
                        <a:t>0</a:t>
                      </a:r>
                      <a:endParaRPr sz="2000" u="none" strike="noStrike" cap="none"/>
                    </a:p>
                  </a:txBody>
                  <a:tcPr marL="91450" marR="91450" marT="45725" marB="45725"/>
                </a:tc>
                <a:extLst>
                  <a:ext uri="{0D108BD9-81ED-4DB2-BD59-A6C34878D82A}">
                    <a16:rowId xmlns:a16="http://schemas.microsoft.com/office/drawing/2014/main" val="10004"/>
                  </a:ext>
                </a:extLst>
              </a:tr>
              <a:tr h="456975">
                <a:tc vMerge="1">
                  <a:txBody>
                    <a:bodyPr/>
                    <a:lstStyle/>
                    <a:p>
                      <a:endParaRPr lang="en-US"/>
                    </a:p>
                  </a:txBody>
                  <a:tcPr/>
                </a:tc>
                <a:tc>
                  <a:txBody>
                    <a:bodyPr/>
                    <a:lstStyle/>
                    <a:p>
                      <a:pPr marL="0" marR="0" lvl="0" indent="0" algn="ctr" rtl="0">
                        <a:lnSpc>
                          <a:spcPct val="100000"/>
                        </a:lnSpc>
                        <a:spcBef>
                          <a:spcPts val="0"/>
                        </a:spcBef>
                        <a:spcAft>
                          <a:spcPts val="0"/>
                        </a:spcAft>
                        <a:buClr>
                          <a:srgbClr val="0000FF"/>
                        </a:buClr>
                        <a:buSzPts val="2000"/>
                        <a:buFont typeface="Courier New"/>
                        <a:buNone/>
                      </a:pPr>
                      <a:r>
                        <a:rPr lang="en-SG" sz="2000" b="1" u="none" strike="noStrike" cap="none">
                          <a:solidFill>
                            <a:srgbClr val="0000FF"/>
                          </a:solidFill>
                          <a:latin typeface="Courier New"/>
                          <a:ea typeface="Courier New"/>
                          <a:cs typeface="Courier New"/>
                          <a:sym typeface="Courier New"/>
                        </a:rPr>
                        <a:t>11000000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FF"/>
                        </a:buClr>
                        <a:buSzPts val="2000"/>
                        <a:buFont typeface="Courier New"/>
                        <a:buNone/>
                      </a:pPr>
                      <a:r>
                        <a:rPr lang="en-SG" sz="2000" b="1" u="none" strike="noStrike" cap="none">
                          <a:solidFill>
                            <a:srgbClr val="0000FF"/>
                          </a:solidFill>
                          <a:latin typeface="Courier New"/>
                          <a:ea typeface="Courier New"/>
                          <a:cs typeface="Courier New"/>
                          <a:sym typeface="Courier New"/>
                        </a:rPr>
                        <a:t>10101000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FF"/>
                        </a:buClr>
                        <a:buSzPts val="2000"/>
                        <a:buFont typeface="Courier New"/>
                        <a:buNone/>
                      </a:pPr>
                      <a:r>
                        <a:rPr lang="en-SG" sz="2000" b="1" u="none" strike="noStrike" cap="none">
                          <a:solidFill>
                            <a:srgbClr val="0000FF"/>
                          </a:solidFill>
                          <a:latin typeface="Courier New"/>
                          <a:ea typeface="Courier New"/>
                          <a:cs typeface="Courier New"/>
                          <a:sym typeface="Courier New"/>
                        </a:rPr>
                        <a:t>00001010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ourier New"/>
                        <a:buNone/>
                      </a:pPr>
                      <a:r>
                        <a:rPr lang="en-SG" sz="2000" b="1" u="none" strike="noStrike" cap="none">
                          <a:latin typeface="Courier New"/>
                          <a:ea typeface="Courier New"/>
                          <a:cs typeface="Courier New"/>
                          <a:sym typeface="Courier New"/>
                        </a:rPr>
                        <a:t>00000000</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6"/>
          <p:cNvSpPr/>
          <p:nvPr/>
        </p:nvSpPr>
        <p:spPr>
          <a:xfrm>
            <a:off x="5001392" y="66080"/>
            <a:ext cx="7920000" cy="496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SG" sz="2800" b="0" i="0" u="none" strike="noStrike" cap="none">
                <a:solidFill>
                  <a:srgbClr val="000000"/>
                </a:solidFill>
                <a:latin typeface="Arial"/>
                <a:ea typeface="Arial"/>
                <a:cs typeface="Arial"/>
                <a:sym typeface="Arial"/>
              </a:rPr>
              <a:t> The 5 classes of network : A, B, C, D and 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560"/>
              </a:spcBef>
              <a:spcAft>
                <a:spcPts val="0"/>
              </a:spcAft>
              <a:buClr>
                <a:srgbClr val="000000"/>
              </a:buClr>
              <a:buSzPts val="2800"/>
              <a:buFont typeface="Arial"/>
              <a:buNone/>
            </a:pPr>
            <a:r>
              <a:rPr lang="en-SG" sz="2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graphicFrame>
        <p:nvGraphicFramePr>
          <p:cNvPr id="524" name="Google Shape;524;p6"/>
          <p:cNvGraphicFramePr/>
          <p:nvPr/>
        </p:nvGraphicFramePr>
        <p:xfrm>
          <a:off x="216310" y="547884"/>
          <a:ext cx="7704125" cy="4003725"/>
        </p:xfrm>
        <a:graphic>
          <a:graphicData uri="http://schemas.openxmlformats.org/drawingml/2006/table">
            <a:tbl>
              <a:tblPr>
                <a:noFill/>
                <a:tableStyleId>{CB55A12A-DC97-471B-B64C-B201484A39D8}</a:tableStyleId>
              </a:tblPr>
              <a:tblGrid>
                <a:gridCol w="863600">
                  <a:extLst>
                    <a:ext uri="{9D8B030D-6E8A-4147-A177-3AD203B41FA5}">
                      <a16:colId xmlns:a16="http://schemas.microsoft.com/office/drawing/2014/main" val="20000"/>
                    </a:ext>
                  </a:extLst>
                </a:gridCol>
                <a:gridCol w="1812925">
                  <a:extLst>
                    <a:ext uri="{9D8B030D-6E8A-4147-A177-3AD203B41FA5}">
                      <a16:colId xmlns:a16="http://schemas.microsoft.com/office/drawing/2014/main" val="20001"/>
                    </a:ext>
                  </a:extLst>
                </a:gridCol>
                <a:gridCol w="1700200">
                  <a:extLst>
                    <a:ext uri="{9D8B030D-6E8A-4147-A177-3AD203B41FA5}">
                      <a16:colId xmlns:a16="http://schemas.microsoft.com/office/drawing/2014/main" val="20002"/>
                    </a:ext>
                  </a:extLst>
                </a:gridCol>
                <a:gridCol w="1663700">
                  <a:extLst>
                    <a:ext uri="{9D8B030D-6E8A-4147-A177-3AD203B41FA5}">
                      <a16:colId xmlns:a16="http://schemas.microsoft.com/office/drawing/2014/main" val="20003"/>
                    </a:ext>
                  </a:extLst>
                </a:gridCol>
                <a:gridCol w="1663700">
                  <a:extLst>
                    <a:ext uri="{9D8B030D-6E8A-4147-A177-3AD203B41FA5}">
                      <a16:colId xmlns:a16="http://schemas.microsoft.com/office/drawing/2014/main" val="20004"/>
                    </a:ext>
                  </a:extLst>
                </a:gridCol>
              </a:tblGrid>
              <a:tr h="460375">
                <a:tc>
                  <a:txBody>
                    <a:bodyPr/>
                    <a:lstStyle/>
                    <a:p>
                      <a:pPr marL="0" marR="0" lvl="0" indent="0" algn="ctr" rtl="0">
                        <a:lnSpc>
                          <a:spcPct val="100000"/>
                        </a:lnSpc>
                        <a:spcBef>
                          <a:spcPts val="0"/>
                        </a:spcBef>
                        <a:spcAft>
                          <a:spcPts val="0"/>
                        </a:spcAft>
                        <a:buClr>
                          <a:schemeClr val="accent2"/>
                        </a:buClr>
                        <a:buSzPts val="1800"/>
                        <a:buFont typeface="Arial"/>
                        <a:buNone/>
                      </a:pPr>
                      <a:r>
                        <a:rPr lang="en-SG" sz="1800" b="1" i="0" u="none" strike="noStrike" cap="none">
                          <a:solidFill>
                            <a:schemeClr val="accent2"/>
                          </a:solidFill>
                          <a:latin typeface="Arial"/>
                          <a:ea typeface="Arial"/>
                          <a:cs typeface="Arial"/>
                          <a:sym typeface="Arial"/>
                        </a:rPr>
                        <a:t>Class</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2EDCB"/>
                    </a:solidFill>
                  </a:tcPr>
                </a:tc>
                <a:tc>
                  <a:txBody>
                    <a:bodyPr/>
                    <a:lstStyle/>
                    <a:p>
                      <a:pPr marL="0" marR="0" lvl="0" indent="0" algn="ctr" rtl="0">
                        <a:lnSpc>
                          <a:spcPct val="100000"/>
                        </a:lnSpc>
                        <a:spcBef>
                          <a:spcPts val="0"/>
                        </a:spcBef>
                        <a:spcAft>
                          <a:spcPts val="0"/>
                        </a:spcAft>
                        <a:buClr>
                          <a:schemeClr val="accent2"/>
                        </a:buClr>
                        <a:buSzPts val="1800"/>
                        <a:buFont typeface="Arial"/>
                        <a:buNone/>
                      </a:pPr>
                      <a:r>
                        <a:rPr lang="en-SG" sz="1800" b="1" i="0" u="none" strike="noStrike" cap="none">
                          <a:solidFill>
                            <a:schemeClr val="accent2"/>
                          </a:solidFill>
                          <a:latin typeface="Arial"/>
                          <a:ea typeface="Arial"/>
                          <a:cs typeface="Arial"/>
                          <a:sym typeface="Arial"/>
                        </a:rPr>
                        <a:t>1</a:t>
                      </a:r>
                      <a:r>
                        <a:rPr lang="en-SG" sz="1800" b="1" i="0" u="none" strike="noStrike" cap="none" baseline="30000">
                          <a:solidFill>
                            <a:schemeClr val="accent2"/>
                          </a:solidFill>
                          <a:latin typeface="Arial"/>
                          <a:ea typeface="Arial"/>
                          <a:cs typeface="Arial"/>
                          <a:sym typeface="Arial"/>
                        </a:rPr>
                        <a:t>st</a:t>
                      </a:r>
                      <a:r>
                        <a:rPr lang="en-SG" sz="1800" b="1" i="0" u="none" strike="noStrike" cap="none">
                          <a:solidFill>
                            <a:schemeClr val="accent2"/>
                          </a:solidFill>
                          <a:latin typeface="Arial"/>
                          <a:ea typeface="Arial"/>
                          <a:cs typeface="Arial"/>
                          <a:sym typeface="Arial"/>
                        </a:rPr>
                        <a:t> Octet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2EDCB"/>
                    </a:solidFill>
                  </a:tcPr>
                </a:tc>
                <a:tc>
                  <a:txBody>
                    <a:bodyPr/>
                    <a:lstStyle/>
                    <a:p>
                      <a:pPr marL="0" marR="0" lvl="0" indent="0" algn="ctr" rtl="0">
                        <a:lnSpc>
                          <a:spcPct val="100000"/>
                        </a:lnSpc>
                        <a:spcBef>
                          <a:spcPts val="0"/>
                        </a:spcBef>
                        <a:spcAft>
                          <a:spcPts val="0"/>
                        </a:spcAft>
                        <a:buClr>
                          <a:schemeClr val="accent2"/>
                        </a:buClr>
                        <a:buSzPts val="1800"/>
                        <a:buFont typeface="Arial"/>
                        <a:buNone/>
                      </a:pPr>
                      <a:r>
                        <a:rPr lang="en-SG" sz="1800" b="1" i="0" u="none" strike="noStrike" cap="none">
                          <a:solidFill>
                            <a:schemeClr val="accent2"/>
                          </a:solidFill>
                          <a:latin typeface="Arial"/>
                          <a:ea typeface="Arial"/>
                          <a:cs typeface="Arial"/>
                          <a:sym typeface="Arial"/>
                        </a:rPr>
                        <a:t>2</a:t>
                      </a:r>
                      <a:r>
                        <a:rPr lang="en-SG" sz="1800" b="1" i="0" u="none" strike="noStrike" cap="none" baseline="30000">
                          <a:solidFill>
                            <a:schemeClr val="accent2"/>
                          </a:solidFill>
                          <a:latin typeface="Arial"/>
                          <a:ea typeface="Arial"/>
                          <a:cs typeface="Arial"/>
                          <a:sym typeface="Arial"/>
                        </a:rPr>
                        <a:t>nd</a:t>
                      </a:r>
                      <a:r>
                        <a:rPr lang="en-SG" sz="1800" b="1" i="0" u="none" strike="noStrike" cap="none">
                          <a:solidFill>
                            <a:schemeClr val="accent2"/>
                          </a:solidFill>
                          <a:latin typeface="Arial"/>
                          <a:ea typeface="Arial"/>
                          <a:cs typeface="Arial"/>
                          <a:sym typeface="Arial"/>
                        </a:rPr>
                        <a:t> Octet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2EDCB"/>
                    </a:solidFill>
                  </a:tcPr>
                </a:tc>
                <a:tc>
                  <a:txBody>
                    <a:bodyPr/>
                    <a:lstStyle/>
                    <a:p>
                      <a:pPr marL="0" marR="0" lvl="0" indent="0" algn="ctr" rtl="0">
                        <a:lnSpc>
                          <a:spcPct val="100000"/>
                        </a:lnSpc>
                        <a:spcBef>
                          <a:spcPts val="0"/>
                        </a:spcBef>
                        <a:spcAft>
                          <a:spcPts val="0"/>
                        </a:spcAft>
                        <a:buClr>
                          <a:schemeClr val="accent2"/>
                        </a:buClr>
                        <a:buSzPts val="1800"/>
                        <a:buFont typeface="Arial"/>
                        <a:buNone/>
                      </a:pPr>
                      <a:r>
                        <a:rPr lang="en-SG" sz="1800" b="1" i="0" u="none" strike="noStrike" cap="none">
                          <a:solidFill>
                            <a:schemeClr val="accent2"/>
                          </a:solidFill>
                          <a:latin typeface="Arial"/>
                          <a:ea typeface="Arial"/>
                          <a:cs typeface="Arial"/>
                          <a:sym typeface="Arial"/>
                        </a:rPr>
                        <a:t>3</a:t>
                      </a:r>
                      <a:r>
                        <a:rPr lang="en-SG" sz="1800" b="1" i="0" u="none" strike="noStrike" cap="none" baseline="30000">
                          <a:solidFill>
                            <a:schemeClr val="accent2"/>
                          </a:solidFill>
                          <a:latin typeface="Arial"/>
                          <a:ea typeface="Arial"/>
                          <a:cs typeface="Arial"/>
                          <a:sym typeface="Arial"/>
                        </a:rPr>
                        <a:t>rd</a:t>
                      </a:r>
                      <a:r>
                        <a:rPr lang="en-SG" sz="1800" b="1" i="0" u="none" strike="noStrike" cap="none">
                          <a:solidFill>
                            <a:schemeClr val="accent2"/>
                          </a:solidFill>
                          <a:latin typeface="Arial"/>
                          <a:ea typeface="Arial"/>
                          <a:cs typeface="Arial"/>
                          <a:sym typeface="Arial"/>
                        </a:rPr>
                        <a:t> Octet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2EDCB"/>
                    </a:solidFill>
                  </a:tcPr>
                </a:tc>
                <a:tc>
                  <a:txBody>
                    <a:bodyPr/>
                    <a:lstStyle/>
                    <a:p>
                      <a:pPr marL="0" marR="0" lvl="0" indent="0" algn="ctr" rtl="0">
                        <a:lnSpc>
                          <a:spcPct val="100000"/>
                        </a:lnSpc>
                        <a:spcBef>
                          <a:spcPts val="0"/>
                        </a:spcBef>
                        <a:spcAft>
                          <a:spcPts val="0"/>
                        </a:spcAft>
                        <a:buClr>
                          <a:schemeClr val="accent2"/>
                        </a:buClr>
                        <a:buSzPts val="1800"/>
                        <a:buFont typeface="Arial"/>
                        <a:buNone/>
                      </a:pPr>
                      <a:r>
                        <a:rPr lang="en-SG" sz="1800" b="1" i="0" u="none" strike="noStrike" cap="none">
                          <a:solidFill>
                            <a:schemeClr val="accent2"/>
                          </a:solidFill>
                          <a:latin typeface="Arial"/>
                          <a:ea typeface="Arial"/>
                          <a:cs typeface="Arial"/>
                          <a:sym typeface="Arial"/>
                        </a:rPr>
                        <a:t>4</a:t>
                      </a:r>
                      <a:r>
                        <a:rPr lang="en-SG" sz="1800" b="1" i="0" u="none" strike="noStrike" cap="none" baseline="30000">
                          <a:solidFill>
                            <a:schemeClr val="accent2"/>
                          </a:solidFill>
                          <a:latin typeface="Arial"/>
                          <a:ea typeface="Arial"/>
                          <a:cs typeface="Arial"/>
                          <a:sym typeface="Arial"/>
                        </a:rPr>
                        <a:t>th</a:t>
                      </a:r>
                      <a:r>
                        <a:rPr lang="en-SG" sz="1800" b="1" i="0" u="none" strike="noStrike" cap="none">
                          <a:solidFill>
                            <a:schemeClr val="accent2"/>
                          </a:solidFill>
                          <a:latin typeface="Arial"/>
                          <a:ea typeface="Arial"/>
                          <a:cs typeface="Arial"/>
                          <a:sym typeface="Arial"/>
                        </a:rPr>
                        <a:t> Octet</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2EDCB"/>
                    </a:solidFill>
                  </a:tcPr>
                </a:tc>
                <a:extLst>
                  <a:ext uri="{0D108BD9-81ED-4DB2-BD59-A6C34878D82A}">
                    <a16:rowId xmlns:a16="http://schemas.microsoft.com/office/drawing/2014/main" val="10000"/>
                  </a:ext>
                </a:extLst>
              </a:tr>
              <a:tr h="592150">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A</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folHlink"/>
                    </a:solidFill>
                  </a:tcPr>
                </a:tc>
                <a:tc>
                  <a:txBody>
                    <a:bodyPr/>
                    <a:lstStyle/>
                    <a:p>
                      <a:pPr marL="0" marR="0" lvl="0" indent="0" algn="ctr" rtl="0">
                        <a:lnSpc>
                          <a:spcPct val="100000"/>
                        </a:lnSpc>
                        <a:spcBef>
                          <a:spcPts val="0"/>
                        </a:spcBef>
                        <a:spcAft>
                          <a:spcPts val="0"/>
                        </a:spcAft>
                        <a:buClr>
                          <a:srgbClr val="0000FF"/>
                        </a:buClr>
                        <a:buSzPts val="1800"/>
                        <a:buFont typeface="Arial"/>
                        <a:buNone/>
                      </a:pPr>
                      <a:r>
                        <a:rPr lang="en-SG" sz="1800" b="1" i="0" u="sng" strike="noStrike" cap="none">
                          <a:solidFill>
                            <a:srgbClr val="0000FF"/>
                          </a:solidFill>
                          <a:latin typeface="Arial"/>
                          <a:ea typeface="Arial"/>
                          <a:cs typeface="Arial"/>
                          <a:sym typeface="Arial"/>
                        </a:rPr>
                        <a:t>0</a:t>
                      </a:r>
                      <a:r>
                        <a:rPr lang="en-SG" sz="1800" b="1" i="0" u="none" strike="noStrike" cap="none">
                          <a:solidFill>
                            <a:srgbClr val="0000FF"/>
                          </a:solidFill>
                          <a:latin typeface="Arial"/>
                          <a:ea typeface="Arial"/>
                          <a:cs typeface="Arial"/>
                          <a:sym typeface="Arial"/>
                        </a:rPr>
                        <a:t>NNNNNNN</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1800"/>
                        <a:buFont typeface="Arial"/>
                        <a:buNone/>
                      </a:pPr>
                      <a:r>
                        <a:rPr lang="en-SG" sz="1800" b="1" i="0" u="none" strike="noStrike" cap="none">
                          <a:solidFill>
                            <a:srgbClr val="FF3300"/>
                          </a:solidFill>
                          <a:latin typeface="Arial"/>
                          <a:ea typeface="Arial"/>
                          <a:cs typeface="Arial"/>
                          <a:sym typeface="Arial"/>
                        </a:rPr>
                        <a:t>HHHHHHHH</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1800"/>
                        <a:buFont typeface="Arial"/>
                        <a:buNone/>
                      </a:pPr>
                      <a:r>
                        <a:rPr lang="en-SG" sz="1800" b="1" i="0" u="none" strike="noStrike" cap="none">
                          <a:solidFill>
                            <a:srgbClr val="FF3300"/>
                          </a:solidFill>
                          <a:latin typeface="Arial"/>
                          <a:ea typeface="Arial"/>
                          <a:cs typeface="Arial"/>
                          <a:sym typeface="Arial"/>
                        </a:rPr>
                        <a:t>HHHHHHHH</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1800"/>
                        <a:buFont typeface="Arial"/>
                        <a:buNone/>
                      </a:pPr>
                      <a:r>
                        <a:rPr lang="en-SG" sz="1800" b="1" i="0" u="none" strike="noStrike" cap="none">
                          <a:solidFill>
                            <a:srgbClr val="FF3300"/>
                          </a:solidFill>
                          <a:latin typeface="Arial"/>
                          <a:ea typeface="Arial"/>
                          <a:cs typeface="Arial"/>
                          <a:sym typeface="Arial"/>
                        </a:rPr>
                        <a:t>HHHHHHHH</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92150">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folHlink"/>
                    </a:solidFill>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rgbClr val="FF3300"/>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88975">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B</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folHlink"/>
                    </a:solidFill>
                  </a:tcPr>
                </a:tc>
                <a:tc>
                  <a:txBody>
                    <a:bodyPr/>
                    <a:lstStyle/>
                    <a:p>
                      <a:pPr marL="0" marR="0" lvl="0" indent="0" algn="ctr" rtl="0">
                        <a:lnSpc>
                          <a:spcPct val="100000"/>
                        </a:lnSpc>
                        <a:spcBef>
                          <a:spcPts val="0"/>
                        </a:spcBef>
                        <a:spcAft>
                          <a:spcPts val="0"/>
                        </a:spcAft>
                        <a:buClr>
                          <a:srgbClr val="0000FF"/>
                        </a:buClr>
                        <a:buSzPts val="1800"/>
                        <a:buFont typeface="Arial"/>
                        <a:buNone/>
                      </a:pPr>
                      <a:r>
                        <a:rPr lang="en-SG" sz="1800" b="1" i="0" u="sng" strike="noStrike" cap="none">
                          <a:solidFill>
                            <a:srgbClr val="0000FF"/>
                          </a:solidFill>
                          <a:latin typeface="Arial"/>
                          <a:ea typeface="Arial"/>
                          <a:cs typeface="Arial"/>
                          <a:sym typeface="Arial"/>
                        </a:rPr>
                        <a:t>10</a:t>
                      </a:r>
                      <a:r>
                        <a:rPr lang="en-SG" sz="1800" b="1" i="0" u="none" strike="noStrike" cap="none">
                          <a:solidFill>
                            <a:srgbClr val="0000FF"/>
                          </a:solidFill>
                          <a:latin typeface="Arial"/>
                          <a:ea typeface="Arial"/>
                          <a:cs typeface="Arial"/>
                          <a:sym typeface="Arial"/>
                        </a:rPr>
                        <a:t>NNNNNN </a:t>
                      </a: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800"/>
                        <a:buFont typeface="Arial"/>
                        <a:buNone/>
                      </a:pPr>
                      <a:r>
                        <a:rPr lang="en-SG" sz="1800" b="1" i="0" u="none" strike="noStrike" cap="none">
                          <a:solidFill>
                            <a:srgbClr val="0000FF"/>
                          </a:solidFill>
                          <a:latin typeface="Arial"/>
                          <a:ea typeface="Arial"/>
                          <a:cs typeface="Arial"/>
                          <a:sym typeface="Arial"/>
                        </a:rPr>
                        <a:t>NNNNNNNN</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1800"/>
                        <a:buFont typeface="Arial"/>
                        <a:buNone/>
                      </a:pPr>
                      <a:r>
                        <a:rPr lang="en-SG" sz="1800" b="1" i="0" u="none" strike="noStrike" cap="none">
                          <a:solidFill>
                            <a:srgbClr val="FF3300"/>
                          </a:solidFill>
                          <a:latin typeface="Arial"/>
                          <a:ea typeface="Arial"/>
                          <a:cs typeface="Arial"/>
                          <a:sym typeface="Arial"/>
                        </a:rPr>
                        <a:t>HHHHHHHH</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1800"/>
                        <a:buFont typeface="Arial"/>
                        <a:buNone/>
                      </a:pPr>
                      <a:r>
                        <a:rPr lang="en-SG" sz="1800" b="1" i="0" u="none" strike="noStrike" cap="none">
                          <a:solidFill>
                            <a:srgbClr val="FF3300"/>
                          </a:solidFill>
                          <a:latin typeface="Arial"/>
                          <a:ea typeface="Arial"/>
                          <a:cs typeface="Arial"/>
                          <a:sym typeface="Arial"/>
                        </a:rPr>
                        <a:t>HHHHHHHH</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88975">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folHlink"/>
                    </a:solidFill>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rgbClr val="FF3300"/>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90550">
                <a:tc>
                  <a:txBody>
                    <a:bodyPr/>
                    <a:lstStyle/>
                    <a:p>
                      <a:pPr marL="0" marR="0" lvl="0" indent="0" algn="ctr" rtl="0">
                        <a:lnSpc>
                          <a:spcPct val="100000"/>
                        </a:lnSpc>
                        <a:spcBef>
                          <a:spcPts val="0"/>
                        </a:spcBef>
                        <a:spcAft>
                          <a:spcPts val="0"/>
                        </a:spcAft>
                        <a:buClr>
                          <a:schemeClr val="dk1"/>
                        </a:buClr>
                        <a:buSzPts val="1800"/>
                        <a:buFont typeface="Arial"/>
                        <a:buNone/>
                      </a:pPr>
                      <a:r>
                        <a:rPr lang="en-SG" sz="1800" b="1" i="0" u="none" strike="noStrike" cap="none">
                          <a:solidFill>
                            <a:schemeClr val="dk1"/>
                          </a:solidFill>
                          <a:latin typeface="Arial"/>
                          <a:ea typeface="Arial"/>
                          <a:cs typeface="Arial"/>
                          <a:sym typeface="Arial"/>
                        </a:rPr>
                        <a:t>C</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folHlink"/>
                    </a:solidFill>
                  </a:tcPr>
                </a:tc>
                <a:tc>
                  <a:txBody>
                    <a:bodyPr/>
                    <a:lstStyle/>
                    <a:p>
                      <a:pPr marL="0" marR="0" lvl="0" indent="0" algn="ctr" rtl="0">
                        <a:lnSpc>
                          <a:spcPct val="100000"/>
                        </a:lnSpc>
                        <a:spcBef>
                          <a:spcPts val="0"/>
                        </a:spcBef>
                        <a:spcAft>
                          <a:spcPts val="0"/>
                        </a:spcAft>
                        <a:buClr>
                          <a:srgbClr val="0000FF"/>
                        </a:buClr>
                        <a:buSzPts val="1800"/>
                        <a:buFont typeface="Arial"/>
                        <a:buNone/>
                      </a:pPr>
                      <a:r>
                        <a:rPr lang="en-SG" sz="1800" b="1" i="0" u="sng" strike="noStrike" cap="none">
                          <a:solidFill>
                            <a:srgbClr val="0000FF"/>
                          </a:solidFill>
                          <a:latin typeface="Arial"/>
                          <a:ea typeface="Arial"/>
                          <a:cs typeface="Arial"/>
                          <a:sym typeface="Arial"/>
                        </a:rPr>
                        <a:t>110</a:t>
                      </a:r>
                      <a:r>
                        <a:rPr lang="en-SG" sz="1800" b="1" i="0" u="none" strike="noStrike" cap="none">
                          <a:solidFill>
                            <a:srgbClr val="0000FF"/>
                          </a:solidFill>
                          <a:latin typeface="Arial"/>
                          <a:ea typeface="Arial"/>
                          <a:cs typeface="Arial"/>
                          <a:sym typeface="Arial"/>
                        </a:rPr>
                        <a:t>NNNNN</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800"/>
                        <a:buFont typeface="Arial"/>
                        <a:buNone/>
                      </a:pPr>
                      <a:r>
                        <a:rPr lang="en-SG" sz="1800" b="1" i="0" u="none" strike="noStrike" cap="none">
                          <a:solidFill>
                            <a:srgbClr val="0000FF"/>
                          </a:solidFill>
                          <a:latin typeface="Arial"/>
                          <a:ea typeface="Arial"/>
                          <a:cs typeface="Arial"/>
                          <a:sym typeface="Arial"/>
                        </a:rPr>
                        <a:t>NNNNNNNN</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1800"/>
                        <a:buFont typeface="Arial"/>
                        <a:buNone/>
                      </a:pPr>
                      <a:r>
                        <a:rPr lang="en-SG" sz="1800" b="1" i="0" u="none" strike="noStrike" cap="none">
                          <a:solidFill>
                            <a:srgbClr val="0000FF"/>
                          </a:solidFill>
                          <a:latin typeface="Arial"/>
                          <a:ea typeface="Arial"/>
                          <a:cs typeface="Arial"/>
                          <a:sym typeface="Arial"/>
                        </a:rPr>
                        <a:t>NNNNNNNN</a:t>
                      </a:r>
                      <a:r>
                        <a:rPr lang="en-SG" sz="1800" b="1" i="0" u="none" strike="noStrike" cap="none">
                          <a:solidFill>
                            <a:schemeClr val="dk1"/>
                          </a:solidFill>
                          <a:latin typeface="Arial"/>
                          <a:ea typeface="Arial"/>
                          <a:cs typeface="Arial"/>
                          <a:sym typeface="Arial"/>
                        </a:rPr>
                        <a:t> </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1800"/>
                        <a:buFont typeface="Arial"/>
                        <a:buNone/>
                      </a:pPr>
                      <a:r>
                        <a:rPr lang="en-SG" sz="1800" b="1" i="0" u="none" strike="noStrike" cap="none">
                          <a:solidFill>
                            <a:srgbClr val="FF3300"/>
                          </a:solidFill>
                          <a:latin typeface="Arial"/>
                          <a:ea typeface="Arial"/>
                          <a:cs typeface="Arial"/>
                          <a:sym typeface="Arial"/>
                        </a:rPr>
                        <a:t>HHHHHHHH</a:t>
                      </a:r>
                      <a:endParaRPr sz="1400" u="none" strike="noStrike" cap="none"/>
                    </a:p>
                  </a:txBody>
                  <a:tcPr marL="90000" marR="90000" marT="46800" marB="4680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90550">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folHlink"/>
                    </a:solidFill>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chemeClr val="dk1"/>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b="1" i="0" u="none" strike="noStrike" cap="none">
                        <a:solidFill>
                          <a:srgbClr val="FF3300"/>
                        </a:solidFill>
                        <a:latin typeface="Arial"/>
                        <a:ea typeface="Arial"/>
                        <a:cs typeface="Arial"/>
                        <a:sym typeface="Arial"/>
                      </a:endParaRPr>
                    </a:p>
                  </a:txBody>
                  <a:tcPr marL="90000" marR="90000" marT="46800" marB="4680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525" name="Google Shape;525;p6"/>
          <p:cNvGraphicFramePr/>
          <p:nvPr/>
        </p:nvGraphicFramePr>
        <p:xfrm>
          <a:off x="216310" y="4565853"/>
          <a:ext cx="11739725" cy="2257900"/>
        </p:xfrm>
        <a:graphic>
          <a:graphicData uri="http://schemas.openxmlformats.org/drawingml/2006/table">
            <a:tbl>
              <a:tblPr>
                <a:noFill/>
                <a:tableStyleId>{CB55A12A-DC97-471B-B64C-B201484A39D8}</a:tableStyleId>
              </a:tblPr>
              <a:tblGrid>
                <a:gridCol w="1176075">
                  <a:extLst>
                    <a:ext uri="{9D8B030D-6E8A-4147-A177-3AD203B41FA5}">
                      <a16:colId xmlns:a16="http://schemas.microsoft.com/office/drawing/2014/main" val="20000"/>
                    </a:ext>
                  </a:extLst>
                </a:gridCol>
                <a:gridCol w="2739325">
                  <a:extLst>
                    <a:ext uri="{9D8B030D-6E8A-4147-A177-3AD203B41FA5}">
                      <a16:colId xmlns:a16="http://schemas.microsoft.com/office/drawing/2014/main" val="20001"/>
                    </a:ext>
                  </a:extLst>
                </a:gridCol>
                <a:gridCol w="1649675">
                  <a:extLst>
                    <a:ext uri="{9D8B030D-6E8A-4147-A177-3AD203B41FA5}">
                      <a16:colId xmlns:a16="http://schemas.microsoft.com/office/drawing/2014/main" val="20002"/>
                    </a:ext>
                  </a:extLst>
                </a:gridCol>
                <a:gridCol w="1504325">
                  <a:extLst>
                    <a:ext uri="{9D8B030D-6E8A-4147-A177-3AD203B41FA5}">
                      <a16:colId xmlns:a16="http://schemas.microsoft.com/office/drawing/2014/main" val="20003"/>
                    </a:ext>
                  </a:extLst>
                </a:gridCol>
                <a:gridCol w="2074600">
                  <a:extLst>
                    <a:ext uri="{9D8B030D-6E8A-4147-A177-3AD203B41FA5}">
                      <a16:colId xmlns:a16="http://schemas.microsoft.com/office/drawing/2014/main" val="20004"/>
                    </a:ext>
                  </a:extLst>
                </a:gridCol>
                <a:gridCol w="2595725">
                  <a:extLst>
                    <a:ext uri="{9D8B030D-6E8A-4147-A177-3AD203B41FA5}">
                      <a16:colId xmlns:a16="http://schemas.microsoft.com/office/drawing/2014/main" val="20005"/>
                    </a:ext>
                  </a:extLst>
                </a:gridCol>
              </a:tblGrid>
              <a:tr h="482750">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Class</a:t>
                      </a:r>
                      <a:endParaRPr sz="1400" u="none" strike="noStrike" cap="none"/>
                    </a:p>
                  </a:txBody>
                  <a:tcPr marL="91450" marR="91450" marT="45700" marB="4570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Leading Bits</a:t>
                      </a:r>
                      <a:endParaRPr sz="1400" u="none" strike="noStrike" cap="none"/>
                    </a:p>
                    <a:p>
                      <a:pPr marL="0" marR="0" lvl="0" indent="0" algn="ctr" rtl="0">
                        <a:lnSpc>
                          <a:spcPct val="100000"/>
                        </a:lnSpc>
                        <a:spcBef>
                          <a:spcPts val="48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(1</a:t>
                      </a:r>
                      <a:r>
                        <a:rPr lang="en-SG" sz="2400" b="1" i="0" u="none" strike="noStrike" cap="none" baseline="30000">
                          <a:solidFill>
                            <a:schemeClr val="dk1"/>
                          </a:solidFill>
                          <a:latin typeface="Arial"/>
                          <a:ea typeface="Arial"/>
                          <a:cs typeface="Arial"/>
                          <a:sym typeface="Arial"/>
                        </a:rPr>
                        <a:t>st</a:t>
                      </a:r>
                      <a:r>
                        <a:rPr lang="en-SG" sz="2400" b="1" i="0" u="none" strike="noStrike" cap="none">
                          <a:solidFill>
                            <a:schemeClr val="dk1"/>
                          </a:solidFill>
                          <a:latin typeface="Arial"/>
                          <a:ea typeface="Arial"/>
                          <a:cs typeface="Arial"/>
                          <a:sym typeface="Arial"/>
                        </a:rPr>
                        <a:t> Octet)</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Network </a:t>
                      </a:r>
                      <a:endParaRPr sz="1400" u="none" strike="noStrike" cap="none"/>
                    </a:p>
                    <a:p>
                      <a:pPr marL="0" marR="0" lvl="0" indent="0" algn="ctr" rtl="0">
                        <a:lnSpc>
                          <a:spcPct val="100000"/>
                        </a:lnSpc>
                        <a:spcBef>
                          <a:spcPts val="48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Bits</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Host </a:t>
                      </a:r>
                      <a:endParaRPr sz="1400" u="none" strike="noStrike" cap="none"/>
                    </a:p>
                    <a:p>
                      <a:pPr marL="0" marR="0" lvl="0" indent="0" algn="ctr" rtl="0">
                        <a:lnSpc>
                          <a:spcPct val="100000"/>
                        </a:lnSpc>
                        <a:spcBef>
                          <a:spcPts val="48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Bits</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Start Address</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End Address</a:t>
                      </a:r>
                      <a:endParaRPr sz="1400" u="none" strike="noStrike" cap="none"/>
                    </a:p>
                  </a:txBody>
                  <a:tcPr marL="91450" marR="91450" marT="45700" marB="4570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57050">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A</a:t>
                      </a:r>
                      <a:endParaRPr sz="1400" u="none" strike="noStrike" cap="none"/>
                    </a:p>
                  </a:txBody>
                  <a:tcPr marL="91450" marR="91450" marT="45700" marB="4570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0 (0 to 127)</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2400"/>
                        <a:buFont typeface="Arial"/>
                        <a:buNone/>
                      </a:pPr>
                      <a:r>
                        <a:rPr lang="en-SG" sz="2400" b="0" i="0" u="none" strike="noStrike" cap="none">
                          <a:solidFill>
                            <a:srgbClr val="0000FF"/>
                          </a:solidFill>
                          <a:latin typeface="Arial"/>
                          <a:ea typeface="Arial"/>
                          <a:cs typeface="Arial"/>
                          <a:sym typeface="Arial"/>
                        </a:rPr>
                        <a:t>7</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2400"/>
                        <a:buFont typeface="Arial"/>
                        <a:buNone/>
                      </a:pPr>
                      <a:r>
                        <a:rPr lang="en-SG" sz="2400" b="0" i="0" u="none" strike="noStrike" cap="none">
                          <a:solidFill>
                            <a:srgbClr val="FF3300"/>
                          </a:solidFill>
                          <a:latin typeface="Arial"/>
                          <a:ea typeface="Arial"/>
                          <a:cs typeface="Arial"/>
                          <a:sym typeface="Arial"/>
                        </a:rPr>
                        <a:t>24</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0.0.0.0</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127.255.255.255</a:t>
                      </a:r>
                      <a:endParaRPr sz="1400" u="none" strike="noStrike" cap="none"/>
                    </a:p>
                  </a:txBody>
                  <a:tcPr marL="91450" marR="91450" marT="45700" marB="4570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7050">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B</a:t>
                      </a:r>
                      <a:endParaRPr sz="1400" u="none" strike="noStrike" cap="none"/>
                    </a:p>
                  </a:txBody>
                  <a:tcPr marL="91450" marR="91450" marT="45700" marB="4570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10 (128 to 191)</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2400"/>
                        <a:buFont typeface="Arial"/>
                        <a:buNone/>
                      </a:pPr>
                      <a:r>
                        <a:rPr lang="en-SG" sz="2400" b="0" i="0" u="none" strike="noStrike" cap="none">
                          <a:solidFill>
                            <a:srgbClr val="0000FF"/>
                          </a:solidFill>
                          <a:latin typeface="Arial"/>
                          <a:ea typeface="Arial"/>
                          <a:cs typeface="Arial"/>
                          <a:sym typeface="Arial"/>
                        </a:rPr>
                        <a:t>14</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2400"/>
                        <a:buFont typeface="Arial"/>
                        <a:buNone/>
                      </a:pPr>
                      <a:r>
                        <a:rPr lang="en-SG" sz="2400" b="0" i="0" u="none" strike="noStrike" cap="none">
                          <a:solidFill>
                            <a:srgbClr val="FF3300"/>
                          </a:solidFill>
                          <a:latin typeface="Arial"/>
                          <a:ea typeface="Arial"/>
                          <a:cs typeface="Arial"/>
                          <a:sym typeface="Arial"/>
                        </a:rPr>
                        <a:t>16</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128.0.0.0</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191.255.255.255</a:t>
                      </a:r>
                      <a:endParaRPr sz="1400" u="none" strike="noStrike" cap="none"/>
                    </a:p>
                  </a:txBody>
                  <a:tcPr marL="91450" marR="91450" marT="45700" marB="4570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7050">
                <a:tc>
                  <a:txBody>
                    <a:bodyPr/>
                    <a:lstStyle/>
                    <a:p>
                      <a:pPr marL="0" marR="0" lvl="0" indent="0" algn="ctr" rtl="0">
                        <a:lnSpc>
                          <a:spcPct val="100000"/>
                        </a:lnSpc>
                        <a:spcBef>
                          <a:spcPts val="0"/>
                        </a:spcBef>
                        <a:spcAft>
                          <a:spcPts val="0"/>
                        </a:spcAft>
                        <a:buClr>
                          <a:schemeClr val="dk1"/>
                        </a:buClr>
                        <a:buSzPts val="2400"/>
                        <a:buFont typeface="Arial"/>
                        <a:buNone/>
                      </a:pPr>
                      <a:r>
                        <a:rPr lang="en-SG" sz="2400" b="1" i="0" u="none" strike="noStrike" cap="none">
                          <a:solidFill>
                            <a:schemeClr val="dk1"/>
                          </a:solidFill>
                          <a:latin typeface="Arial"/>
                          <a:ea typeface="Arial"/>
                          <a:cs typeface="Arial"/>
                          <a:sym typeface="Arial"/>
                        </a:rPr>
                        <a:t>C</a:t>
                      </a:r>
                      <a:endParaRPr sz="1400" u="none" strike="noStrike" cap="none"/>
                    </a:p>
                  </a:txBody>
                  <a:tcPr marL="91450" marR="91450" marT="45700" marB="4570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110 (192 to 223)</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FF"/>
                        </a:buClr>
                        <a:buSzPts val="2400"/>
                        <a:buFont typeface="Arial"/>
                        <a:buNone/>
                      </a:pPr>
                      <a:r>
                        <a:rPr lang="en-SG" sz="2400" b="0" i="0" u="none" strike="noStrike" cap="none">
                          <a:solidFill>
                            <a:srgbClr val="0000FF"/>
                          </a:solidFill>
                          <a:latin typeface="Arial"/>
                          <a:ea typeface="Arial"/>
                          <a:cs typeface="Arial"/>
                          <a:sym typeface="Arial"/>
                        </a:rPr>
                        <a:t>21</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3300"/>
                        </a:buClr>
                        <a:buSzPts val="2400"/>
                        <a:buFont typeface="Arial"/>
                        <a:buNone/>
                      </a:pPr>
                      <a:r>
                        <a:rPr lang="en-SG" sz="2400" b="0" i="0" u="none" strike="noStrike" cap="none">
                          <a:solidFill>
                            <a:srgbClr val="FF3300"/>
                          </a:solidFill>
                          <a:latin typeface="Arial"/>
                          <a:ea typeface="Arial"/>
                          <a:cs typeface="Arial"/>
                          <a:sym typeface="Arial"/>
                        </a:rPr>
                        <a:t>8</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192.0.0.0</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400"/>
                        <a:buFont typeface="Arial"/>
                        <a:buNone/>
                      </a:pPr>
                      <a:r>
                        <a:rPr lang="en-SG" sz="2400" b="0" i="0" u="none" strike="noStrike" cap="none">
                          <a:solidFill>
                            <a:schemeClr val="dk1"/>
                          </a:solidFill>
                          <a:latin typeface="Arial"/>
                          <a:ea typeface="Arial"/>
                          <a:cs typeface="Arial"/>
                          <a:sym typeface="Arial"/>
                        </a:rPr>
                        <a:t>223.255.255.255</a:t>
                      </a:r>
                      <a:endParaRPr sz="1400" u="none" strike="noStrike" cap="none"/>
                    </a:p>
                  </a:txBody>
                  <a:tcPr marL="91450" marR="91450" marT="45700" marB="4570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26" name="Google Shape;526;p6"/>
          <p:cNvSpPr txBox="1"/>
          <p:nvPr/>
        </p:nvSpPr>
        <p:spPr>
          <a:xfrm>
            <a:off x="73834" y="-260548"/>
            <a:ext cx="10938900" cy="8775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600"/>
              <a:buFont typeface="Arial Black"/>
              <a:buNone/>
            </a:pPr>
            <a:r>
              <a:rPr lang="en-SG" sz="3600" b="0" i="0" u="none" strike="noStrike" cap="none">
                <a:solidFill>
                  <a:srgbClr val="000000"/>
                </a:solidFill>
                <a:latin typeface="Arial Black"/>
                <a:ea typeface="Arial Black"/>
                <a:cs typeface="Arial Black"/>
                <a:sym typeface="Arial Black"/>
              </a:rPr>
              <a:t>Class of IP Address</a:t>
            </a:r>
            <a:endParaRPr sz="3600" b="0" i="0" u="none" strike="noStrike" cap="none">
              <a:solidFill>
                <a:srgbClr val="000000"/>
              </a:solidFill>
              <a:latin typeface="Arial Black"/>
              <a:ea typeface="Arial Black"/>
              <a:cs typeface="Arial Black"/>
              <a:sym typeface="Arial Black"/>
            </a:endParaRPr>
          </a:p>
        </p:txBody>
      </p:sp>
      <p:sp>
        <p:nvSpPr>
          <p:cNvPr id="527" name="Google Shape;527;p6"/>
          <p:cNvSpPr/>
          <p:nvPr/>
        </p:nvSpPr>
        <p:spPr>
          <a:xfrm>
            <a:off x="8035653" y="3919522"/>
            <a:ext cx="41562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Arial"/>
                <a:ea typeface="Arial"/>
                <a:cs typeface="Arial"/>
                <a:sym typeface="Arial"/>
              </a:rPr>
              <a:t>D :  MULTICAST ADDRESS (1110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Arial"/>
                <a:ea typeface="Arial"/>
                <a:cs typeface="Arial"/>
                <a:sym typeface="Arial"/>
              </a:rPr>
              <a:t>E:   EXPERIMENTAL (1111 ...)</a:t>
            </a:r>
            <a:endParaRPr sz="1400" b="0" i="0" u="none" strike="noStrike" cap="none">
              <a:solidFill>
                <a:srgbClr val="000000"/>
              </a:solidFill>
              <a:latin typeface="Arial"/>
              <a:ea typeface="Arial"/>
              <a:cs typeface="Arial"/>
              <a:sym typeface="Arial"/>
            </a:endParaRPr>
          </a:p>
        </p:txBody>
      </p:sp>
      <p:sp>
        <p:nvSpPr>
          <p:cNvPr id="528" name="Google Shape;528;p6"/>
          <p:cNvSpPr txBox="1"/>
          <p:nvPr/>
        </p:nvSpPr>
        <p:spPr>
          <a:xfrm>
            <a:off x="7920447" y="1134431"/>
            <a:ext cx="19929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1" i="0" u="none" strike="noStrike" cap="none">
                <a:solidFill>
                  <a:srgbClr val="0000FF"/>
                </a:solidFill>
                <a:latin typeface="Arial"/>
                <a:ea typeface="Arial"/>
                <a:cs typeface="Arial"/>
                <a:sym typeface="Arial"/>
              </a:rPr>
              <a:t>N – Network bits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SG" sz="1800" b="1" i="0" u="none" strike="noStrike" cap="none">
                <a:solidFill>
                  <a:srgbClr val="FF3300"/>
                </a:solidFill>
                <a:latin typeface="Arial"/>
                <a:ea typeface="Arial"/>
                <a:cs typeface="Arial"/>
                <a:sym typeface="Arial"/>
              </a:rPr>
              <a:t>H – Host bits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SG"/>
              <a:t>9</a:t>
            </a:fld>
            <a:endParaRPr/>
          </a:p>
        </p:txBody>
      </p:sp>
      <p:graphicFrame>
        <p:nvGraphicFramePr>
          <p:cNvPr id="534" name="Google Shape;534;p8"/>
          <p:cNvGraphicFramePr/>
          <p:nvPr/>
        </p:nvGraphicFramePr>
        <p:xfrm>
          <a:off x="1106558" y="247321"/>
          <a:ext cx="9371175" cy="1483400"/>
        </p:xfrm>
        <a:graphic>
          <a:graphicData uri="http://schemas.openxmlformats.org/drawingml/2006/table">
            <a:tbl>
              <a:tblPr firstRow="1" bandRow="1">
                <a:noFill/>
                <a:tableStyleId>{DFBAE71F-A087-424A-B7BF-EA8BE10E66AE}</a:tableStyleId>
              </a:tblPr>
              <a:tblGrid>
                <a:gridCol w="3123725">
                  <a:extLst>
                    <a:ext uri="{9D8B030D-6E8A-4147-A177-3AD203B41FA5}">
                      <a16:colId xmlns:a16="http://schemas.microsoft.com/office/drawing/2014/main" val="20000"/>
                    </a:ext>
                  </a:extLst>
                </a:gridCol>
                <a:gridCol w="3123725">
                  <a:extLst>
                    <a:ext uri="{9D8B030D-6E8A-4147-A177-3AD203B41FA5}">
                      <a16:colId xmlns:a16="http://schemas.microsoft.com/office/drawing/2014/main" val="20001"/>
                    </a:ext>
                  </a:extLst>
                </a:gridCol>
                <a:gridCol w="3123725">
                  <a:extLst>
                    <a:ext uri="{9D8B030D-6E8A-4147-A177-3AD203B41FA5}">
                      <a16:colId xmlns:a16="http://schemas.microsoft.com/office/drawing/2014/main" val="20002"/>
                    </a:ext>
                  </a:extLst>
                </a:gridCol>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Class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Number of Networks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Number of Hosts in Network</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2⁷ = 128</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2²⁴ – 2 = 16,777,214</a:t>
                      </a:r>
                      <a:endParaRPr sz="18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B</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2¹⁴ = 16,384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2¹⁶ – 2 = 65,534</a:t>
                      </a:r>
                      <a:endParaRPr sz="18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C</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2²¹ = 2,097,152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2⁸ – 2 = 254</a:t>
                      </a:r>
                      <a:endParaRPr sz="18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535" name="Google Shape;535;p8"/>
          <p:cNvSpPr/>
          <p:nvPr/>
        </p:nvSpPr>
        <p:spPr>
          <a:xfrm>
            <a:off x="420283" y="2084378"/>
            <a:ext cx="11580600" cy="4691400"/>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INTERNET</a:t>
            </a:r>
            <a:endParaRPr sz="1400" b="0" i="0" u="none" strike="noStrike" cap="none">
              <a:solidFill>
                <a:srgbClr val="000000"/>
              </a:solidFill>
              <a:latin typeface="Arial"/>
              <a:ea typeface="Arial"/>
              <a:cs typeface="Arial"/>
              <a:sym typeface="Arial"/>
            </a:endParaRPr>
          </a:p>
        </p:txBody>
      </p:sp>
      <p:sp>
        <p:nvSpPr>
          <p:cNvPr id="536" name="Google Shape;536;p8"/>
          <p:cNvSpPr/>
          <p:nvPr/>
        </p:nvSpPr>
        <p:spPr>
          <a:xfrm>
            <a:off x="1669311" y="2674088"/>
            <a:ext cx="3338700" cy="1812900"/>
          </a:xfrm>
          <a:prstGeom prst="ellipse">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2000" b="1" i="0" u="none" strike="noStrike" cap="none">
                <a:solidFill>
                  <a:schemeClr val="lt1"/>
                </a:solidFill>
                <a:latin typeface="Arial"/>
                <a:ea typeface="Arial"/>
                <a:cs typeface="Arial"/>
                <a:sym typeface="Arial"/>
              </a:rPr>
              <a:t>A</a:t>
            </a:r>
            <a:endParaRPr/>
          </a:p>
          <a:p>
            <a:pPr marL="0" marR="0" lvl="0" indent="0" algn="ctr" rtl="0">
              <a:lnSpc>
                <a:spcPct val="100000"/>
              </a:lnSpc>
              <a:spcBef>
                <a:spcPts val="0"/>
              </a:spcBef>
              <a:spcAft>
                <a:spcPts val="0"/>
              </a:spcAft>
              <a:buNone/>
            </a:pPr>
            <a:r>
              <a:rPr lang="en-SG" sz="2000" b="0" i="0" u="none" strike="noStrike" cap="none">
                <a:solidFill>
                  <a:schemeClr val="lt1"/>
                </a:solidFill>
                <a:latin typeface="Arial"/>
                <a:ea typeface="Arial"/>
                <a:cs typeface="Arial"/>
                <a:sym typeface="Arial"/>
              </a:rPr>
              <a:t>10.0.0.0/255.0.0.0</a:t>
            </a:r>
            <a:endParaRPr sz="2000" b="0" i="0" u="none" strike="noStrike" cap="none">
              <a:solidFill>
                <a:schemeClr val="lt1"/>
              </a:solidFill>
              <a:latin typeface="Arial"/>
              <a:ea typeface="Arial"/>
              <a:cs typeface="Arial"/>
              <a:sym typeface="Arial"/>
            </a:endParaRPr>
          </a:p>
        </p:txBody>
      </p:sp>
      <p:sp>
        <p:nvSpPr>
          <p:cNvPr id="537" name="Google Shape;537;p8"/>
          <p:cNvSpPr/>
          <p:nvPr/>
        </p:nvSpPr>
        <p:spPr>
          <a:xfrm>
            <a:off x="2453522" y="4724867"/>
            <a:ext cx="3338700" cy="1812900"/>
          </a:xfrm>
          <a:prstGeom prst="ellipse">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2000" b="1" i="0" u="none" strike="noStrike" cap="none">
                <a:solidFill>
                  <a:schemeClr val="lt1"/>
                </a:solidFill>
                <a:latin typeface="Arial"/>
                <a:ea typeface="Arial"/>
                <a:cs typeface="Arial"/>
                <a:sym typeface="Arial"/>
              </a:rPr>
              <a:t>A</a:t>
            </a:r>
            <a:endParaRPr/>
          </a:p>
          <a:p>
            <a:pPr marL="0" marR="0" lvl="0" indent="0" algn="ctr" rtl="0">
              <a:lnSpc>
                <a:spcPct val="100000"/>
              </a:lnSpc>
              <a:spcBef>
                <a:spcPts val="0"/>
              </a:spcBef>
              <a:spcAft>
                <a:spcPts val="0"/>
              </a:spcAft>
              <a:buNone/>
            </a:pPr>
            <a:r>
              <a:rPr lang="en-SG" sz="2000" b="0" i="0" u="none" strike="noStrike" cap="none">
                <a:solidFill>
                  <a:schemeClr val="lt1"/>
                </a:solidFill>
                <a:latin typeface="Arial"/>
                <a:ea typeface="Arial"/>
                <a:cs typeface="Arial"/>
                <a:sym typeface="Arial"/>
              </a:rPr>
              <a:t>11.0.0.0/255.0.0.0</a:t>
            </a:r>
            <a:endParaRPr sz="2000" b="0" i="0" u="none" strike="noStrike" cap="none">
              <a:solidFill>
                <a:schemeClr val="lt1"/>
              </a:solidFill>
              <a:latin typeface="Arial"/>
              <a:ea typeface="Arial"/>
              <a:cs typeface="Arial"/>
              <a:sym typeface="Arial"/>
            </a:endParaRPr>
          </a:p>
        </p:txBody>
      </p:sp>
      <p:sp>
        <p:nvSpPr>
          <p:cNvPr id="538" name="Google Shape;538;p8"/>
          <p:cNvSpPr/>
          <p:nvPr/>
        </p:nvSpPr>
        <p:spPr>
          <a:xfrm>
            <a:off x="8610600" y="3719622"/>
            <a:ext cx="3338700" cy="1812900"/>
          </a:xfrm>
          <a:prstGeom prst="ellipse">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2000" b="1" i="0" u="none" strike="noStrike" cap="none">
                <a:solidFill>
                  <a:schemeClr val="lt1"/>
                </a:solidFill>
                <a:latin typeface="Arial"/>
                <a:ea typeface="Arial"/>
                <a:cs typeface="Arial"/>
                <a:sym typeface="Arial"/>
              </a:rPr>
              <a:t>A</a:t>
            </a:r>
            <a:endParaRPr/>
          </a:p>
          <a:p>
            <a:pPr marL="0" marR="0" lvl="0" indent="0" algn="ctr" rtl="0">
              <a:lnSpc>
                <a:spcPct val="100000"/>
              </a:lnSpc>
              <a:spcBef>
                <a:spcPts val="0"/>
              </a:spcBef>
              <a:spcAft>
                <a:spcPts val="0"/>
              </a:spcAft>
              <a:buNone/>
            </a:pPr>
            <a:r>
              <a:rPr lang="en-SG" sz="2000" b="0" i="0" u="none" strike="noStrike" cap="none">
                <a:solidFill>
                  <a:schemeClr val="lt1"/>
                </a:solidFill>
                <a:latin typeface="Arial"/>
                <a:ea typeface="Arial"/>
                <a:cs typeface="Arial"/>
                <a:sym typeface="Arial"/>
              </a:rPr>
              <a:t>20.0.0.0/255.0.0.0</a:t>
            </a:r>
            <a:endParaRPr sz="2000" b="0" i="0" u="none" strike="noStrike" cap="none">
              <a:solidFill>
                <a:schemeClr val="lt1"/>
              </a:solidFill>
              <a:latin typeface="Arial"/>
              <a:ea typeface="Arial"/>
              <a:cs typeface="Arial"/>
              <a:sym typeface="Arial"/>
            </a:endParaRPr>
          </a:p>
        </p:txBody>
      </p:sp>
      <p:sp>
        <p:nvSpPr>
          <p:cNvPr id="539" name="Google Shape;539;p8"/>
          <p:cNvSpPr/>
          <p:nvPr/>
        </p:nvSpPr>
        <p:spPr>
          <a:xfrm>
            <a:off x="5688420" y="2674088"/>
            <a:ext cx="2062800" cy="1045500"/>
          </a:xfrm>
          <a:prstGeom prst="ellipse">
            <a:avLst/>
          </a:prstGeom>
          <a:solidFill>
            <a:schemeClr val="accent4"/>
          </a:solidFill>
          <a:ln w="25400" cap="flat" cmpd="sng">
            <a:solidFill>
              <a:srgbClr val="6B51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600" b="0" i="0" u="none" strike="noStrike" cap="none">
                <a:solidFill>
                  <a:schemeClr val="dk1"/>
                </a:solidFill>
                <a:latin typeface="Arial"/>
                <a:ea typeface="Arial"/>
                <a:cs typeface="Arial"/>
                <a:sym typeface="Arial"/>
              </a:rPr>
              <a:t>B</a:t>
            </a:r>
            <a:endParaRPr/>
          </a:p>
          <a:p>
            <a:pPr marL="0" marR="0" lvl="0" indent="0" algn="ctr" rtl="0">
              <a:lnSpc>
                <a:spcPct val="100000"/>
              </a:lnSpc>
              <a:spcBef>
                <a:spcPts val="0"/>
              </a:spcBef>
              <a:spcAft>
                <a:spcPts val="0"/>
              </a:spcAft>
              <a:buNone/>
            </a:pPr>
            <a:r>
              <a:rPr lang="en-SG" sz="1600" b="0" i="0" u="none" strike="noStrike" cap="none">
                <a:solidFill>
                  <a:schemeClr val="dk1"/>
                </a:solidFill>
                <a:latin typeface="Arial"/>
                <a:ea typeface="Arial"/>
                <a:cs typeface="Arial"/>
                <a:sym typeface="Arial"/>
              </a:rPr>
              <a:t>132.1.0.0/</a:t>
            </a:r>
            <a:endParaRPr/>
          </a:p>
          <a:p>
            <a:pPr marL="0" marR="0" lvl="0" indent="0" algn="ctr" rtl="0">
              <a:lnSpc>
                <a:spcPct val="100000"/>
              </a:lnSpc>
              <a:spcBef>
                <a:spcPts val="0"/>
              </a:spcBef>
              <a:spcAft>
                <a:spcPts val="0"/>
              </a:spcAft>
              <a:buNone/>
            </a:pPr>
            <a:r>
              <a:rPr lang="en-SG" sz="1600" b="0" i="0" u="none" strike="noStrike" cap="none">
                <a:solidFill>
                  <a:schemeClr val="dk1"/>
                </a:solidFill>
                <a:latin typeface="Arial"/>
                <a:ea typeface="Arial"/>
                <a:cs typeface="Arial"/>
                <a:sym typeface="Arial"/>
              </a:rPr>
              <a:t>255.255.0.0</a:t>
            </a:r>
            <a:endParaRPr sz="1600" b="0" i="0" u="none" strike="noStrike" cap="none">
              <a:solidFill>
                <a:schemeClr val="dk1"/>
              </a:solidFill>
              <a:latin typeface="Arial"/>
              <a:ea typeface="Arial"/>
              <a:cs typeface="Arial"/>
              <a:sym typeface="Arial"/>
            </a:endParaRPr>
          </a:p>
        </p:txBody>
      </p:sp>
      <p:sp>
        <p:nvSpPr>
          <p:cNvPr id="540" name="Google Shape;540;p8"/>
          <p:cNvSpPr/>
          <p:nvPr/>
        </p:nvSpPr>
        <p:spPr>
          <a:xfrm>
            <a:off x="5900894" y="5631293"/>
            <a:ext cx="2062800" cy="1045500"/>
          </a:xfrm>
          <a:prstGeom prst="ellipse">
            <a:avLst/>
          </a:prstGeom>
          <a:solidFill>
            <a:schemeClr val="accent4"/>
          </a:solidFill>
          <a:ln w="25400" cap="flat" cmpd="sng">
            <a:solidFill>
              <a:srgbClr val="6B51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600" b="0" i="0" u="none" strike="noStrike" cap="none">
                <a:solidFill>
                  <a:schemeClr val="dk1"/>
                </a:solidFill>
                <a:latin typeface="Arial"/>
                <a:ea typeface="Arial"/>
                <a:cs typeface="Arial"/>
                <a:sym typeface="Arial"/>
              </a:rPr>
              <a:t>B</a:t>
            </a:r>
            <a:endParaRPr/>
          </a:p>
          <a:p>
            <a:pPr marL="0" marR="0" lvl="0" indent="0" algn="ctr" rtl="0">
              <a:lnSpc>
                <a:spcPct val="100000"/>
              </a:lnSpc>
              <a:spcBef>
                <a:spcPts val="0"/>
              </a:spcBef>
              <a:spcAft>
                <a:spcPts val="0"/>
              </a:spcAft>
              <a:buNone/>
            </a:pPr>
            <a:r>
              <a:rPr lang="en-SG" sz="1600" b="0" i="0" u="none" strike="noStrike" cap="none">
                <a:solidFill>
                  <a:schemeClr val="dk1"/>
                </a:solidFill>
                <a:latin typeface="Arial"/>
                <a:ea typeface="Arial"/>
                <a:cs typeface="Arial"/>
                <a:sym typeface="Arial"/>
              </a:rPr>
              <a:t>132.2.0.0/</a:t>
            </a:r>
            <a:endParaRPr/>
          </a:p>
          <a:p>
            <a:pPr marL="0" marR="0" lvl="0" indent="0" algn="ctr" rtl="0">
              <a:lnSpc>
                <a:spcPct val="100000"/>
              </a:lnSpc>
              <a:spcBef>
                <a:spcPts val="0"/>
              </a:spcBef>
              <a:spcAft>
                <a:spcPts val="0"/>
              </a:spcAft>
              <a:buNone/>
            </a:pPr>
            <a:r>
              <a:rPr lang="en-SG" sz="1600" b="0" i="0" u="none" strike="noStrike" cap="none">
                <a:solidFill>
                  <a:schemeClr val="dk1"/>
                </a:solidFill>
                <a:latin typeface="Arial"/>
                <a:ea typeface="Arial"/>
                <a:cs typeface="Arial"/>
                <a:sym typeface="Arial"/>
              </a:rPr>
              <a:t>255.255.0.0</a:t>
            </a:r>
            <a:endParaRPr sz="1600" b="0" i="0" u="none" strike="noStrike" cap="none">
              <a:solidFill>
                <a:schemeClr val="dk1"/>
              </a:solidFill>
              <a:latin typeface="Arial"/>
              <a:ea typeface="Arial"/>
              <a:cs typeface="Arial"/>
              <a:sym typeface="Arial"/>
            </a:endParaRPr>
          </a:p>
        </p:txBody>
      </p:sp>
      <p:sp>
        <p:nvSpPr>
          <p:cNvPr id="541" name="Google Shape;541;p8"/>
          <p:cNvSpPr/>
          <p:nvPr/>
        </p:nvSpPr>
        <p:spPr>
          <a:xfrm>
            <a:off x="6651609" y="3786565"/>
            <a:ext cx="1631100" cy="806700"/>
          </a:xfrm>
          <a:prstGeom prst="ellipse">
            <a:avLst/>
          </a:prstGeom>
          <a:solidFill>
            <a:srgbClr val="C4E0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C</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199.19.1.0/</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255.255.255.0</a:t>
            </a:r>
            <a:endParaRPr sz="1200" b="0" i="0" u="none" strike="noStrike" cap="none">
              <a:solidFill>
                <a:schemeClr val="dk1"/>
              </a:solidFill>
              <a:latin typeface="Arial"/>
              <a:ea typeface="Arial"/>
              <a:cs typeface="Arial"/>
              <a:sym typeface="Arial"/>
            </a:endParaRPr>
          </a:p>
        </p:txBody>
      </p:sp>
      <p:sp>
        <p:nvSpPr>
          <p:cNvPr id="542" name="Google Shape;542;p8"/>
          <p:cNvSpPr/>
          <p:nvPr/>
        </p:nvSpPr>
        <p:spPr>
          <a:xfrm>
            <a:off x="8297704" y="2569241"/>
            <a:ext cx="1631100" cy="806700"/>
          </a:xfrm>
          <a:prstGeom prst="ellipse">
            <a:avLst/>
          </a:prstGeom>
          <a:solidFill>
            <a:srgbClr val="C4E0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C</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199.19.2.0/</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255.255.255.0</a:t>
            </a:r>
            <a:endParaRPr sz="1200" b="0" i="0" u="none" strike="noStrike" cap="none">
              <a:solidFill>
                <a:schemeClr val="dk1"/>
              </a:solidFill>
              <a:latin typeface="Arial"/>
              <a:ea typeface="Arial"/>
              <a:cs typeface="Arial"/>
              <a:sym typeface="Arial"/>
            </a:endParaRPr>
          </a:p>
        </p:txBody>
      </p:sp>
      <p:sp>
        <p:nvSpPr>
          <p:cNvPr id="543" name="Google Shape;543;p8"/>
          <p:cNvSpPr/>
          <p:nvPr/>
        </p:nvSpPr>
        <p:spPr>
          <a:xfrm>
            <a:off x="8282763" y="5442855"/>
            <a:ext cx="1631100" cy="806700"/>
          </a:xfrm>
          <a:prstGeom prst="ellipse">
            <a:avLst/>
          </a:prstGeom>
          <a:solidFill>
            <a:srgbClr val="C4E0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C</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200.19.2.0/</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255.255.255.0</a:t>
            </a:r>
            <a:endParaRPr sz="1200" b="0" i="0" u="none" strike="noStrike" cap="none">
              <a:solidFill>
                <a:schemeClr val="dk1"/>
              </a:solidFill>
              <a:latin typeface="Arial"/>
              <a:ea typeface="Arial"/>
              <a:cs typeface="Arial"/>
              <a:sym typeface="Arial"/>
            </a:endParaRPr>
          </a:p>
        </p:txBody>
      </p:sp>
      <p:sp>
        <p:nvSpPr>
          <p:cNvPr id="544" name="Google Shape;544;p8"/>
          <p:cNvSpPr/>
          <p:nvPr/>
        </p:nvSpPr>
        <p:spPr>
          <a:xfrm>
            <a:off x="925297" y="4421909"/>
            <a:ext cx="1631100" cy="806700"/>
          </a:xfrm>
          <a:prstGeom prst="ellipse">
            <a:avLst/>
          </a:prstGeom>
          <a:solidFill>
            <a:srgbClr val="C4E0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C</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200.20.1.0/</a:t>
            </a:r>
            <a:endParaRPr/>
          </a:p>
          <a:p>
            <a:pPr marL="0" marR="0" lvl="0" indent="0" algn="ctr" rtl="0">
              <a:lnSpc>
                <a:spcPct val="100000"/>
              </a:lnSpc>
              <a:spcBef>
                <a:spcPts val="0"/>
              </a:spcBef>
              <a:spcAft>
                <a:spcPts val="0"/>
              </a:spcAft>
              <a:buNone/>
            </a:pPr>
            <a:r>
              <a:rPr lang="en-SG" sz="1200" b="0" i="0" u="none" strike="noStrike" cap="none">
                <a:solidFill>
                  <a:schemeClr val="dk1"/>
                </a:solidFill>
                <a:latin typeface="Arial"/>
                <a:ea typeface="Arial"/>
                <a:cs typeface="Arial"/>
                <a:sym typeface="Arial"/>
              </a:rPr>
              <a:t>255.255.255.0</a:t>
            </a:r>
            <a:endParaRPr sz="12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15"/>
          <p:cNvSpPr txBox="1">
            <a:spLocks noGrp="1"/>
          </p:cNvSpPr>
          <p:nvPr>
            <p:ph type="title"/>
          </p:nvPr>
        </p:nvSpPr>
        <p:spPr>
          <a:xfrm>
            <a:off x="541867" y="152400"/>
            <a:ext cx="112062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IANA (Internet Assigned Number Authority)</a:t>
            </a:r>
            <a:endParaRPr/>
          </a:p>
        </p:txBody>
      </p:sp>
      <p:sp>
        <p:nvSpPr>
          <p:cNvPr id="550" name="Google Shape;550;p15"/>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SG"/>
              <a:t>10</a:t>
            </a:fld>
            <a:endParaRPr/>
          </a:p>
        </p:txBody>
      </p:sp>
      <p:sp>
        <p:nvSpPr>
          <p:cNvPr id="551" name="Google Shape;551;p15"/>
          <p:cNvSpPr/>
          <p:nvPr/>
        </p:nvSpPr>
        <p:spPr>
          <a:xfrm>
            <a:off x="758607" y="2550270"/>
            <a:ext cx="3488700" cy="596400"/>
          </a:xfrm>
          <a:prstGeom prst="ellipse">
            <a:avLst/>
          </a:prstGeom>
          <a:solidFill>
            <a:srgbClr val="FEE999"/>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Arial Black"/>
              <a:buNone/>
            </a:pPr>
            <a:r>
              <a:rPr lang="en-SG" sz="2400" b="0" i="0" u="none" strike="noStrike" cap="none">
                <a:solidFill>
                  <a:schemeClr val="dk1"/>
                </a:solidFill>
                <a:latin typeface="Arial Black"/>
                <a:ea typeface="Arial Black"/>
                <a:cs typeface="Arial Black"/>
                <a:sym typeface="Arial Black"/>
              </a:rPr>
              <a:t>Regional ISP</a:t>
            </a:r>
            <a:endParaRPr sz="2400" b="0" i="0" u="none" strike="noStrike" cap="none">
              <a:solidFill>
                <a:schemeClr val="dk1"/>
              </a:solidFill>
              <a:latin typeface="Arial Black"/>
              <a:ea typeface="Arial Black"/>
              <a:cs typeface="Arial Black"/>
              <a:sym typeface="Arial Black"/>
            </a:endParaRPr>
          </a:p>
        </p:txBody>
      </p:sp>
      <p:sp>
        <p:nvSpPr>
          <p:cNvPr id="552" name="Google Shape;552;p15"/>
          <p:cNvSpPr/>
          <p:nvPr/>
        </p:nvSpPr>
        <p:spPr>
          <a:xfrm>
            <a:off x="3011558" y="1809024"/>
            <a:ext cx="3614400" cy="908700"/>
          </a:xfrm>
          <a:prstGeom prst="ellipse">
            <a:avLst/>
          </a:prstGeom>
          <a:solidFill>
            <a:srgbClr val="FFEB99"/>
          </a:solidFill>
          <a:ln w="9525" cap="flat" cmpd="sng">
            <a:solidFill>
              <a:schemeClr val="dk1"/>
            </a:solidFill>
            <a:prstDash val="solid"/>
            <a:round/>
            <a:headEnd type="none" w="sm" len="sm"/>
            <a:tailEnd type="none" w="sm" len="sm"/>
          </a:ln>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chemeClr val="dk1"/>
              </a:buClr>
              <a:buSzPts val="2400"/>
              <a:buFont typeface="Arial Black"/>
              <a:buNone/>
            </a:pPr>
            <a:r>
              <a:rPr lang="en-SG" sz="2400" b="0" i="0" u="none" strike="noStrike" cap="none">
                <a:solidFill>
                  <a:schemeClr val="dk1"/>
                </a:solidFill>
                <a:latin typeface="Arial Black"/>
                <a:ea typeface="Arial Black"/>
                <a:cs typeface="Arial Black"/>
                <a:sym typeface="Arial Black"/>
              </a:rPr>
              <a:t>Backbone ISP</a:t>
            </a:r>
            <a:endParaRPr sz="2400" b="0" i="0" u="none" strike="noStrike" cap="none">
              <a:solidFill>
                <a:schemeClr val="dk1"/>
              </a:solidFill>
              <a:latin typeface="Arial Black"/>
              <a:ea typeface="Arial Black"/>
              <a:cs typeface="Arial Black"/>
              <a:sym typeface="Arial Black"/>
            </a:endParaRPr>
          </a:p>
        </p:txBody>
      </p:sp>
      <p:sp>
        <p:nvSpPr>
          <p:cNvPr id="553" name="Google Shape;553;p15"/>
          <p:cNvSpPr/>
          <p:nvPr/>
        </p:nvSpPr>
        <p:spPr>
          <a:xfrm>
            <a:off x="4400641" y="2659599"/>
            <a:ext cx="3488700" cy="596400"/>
          </a:xfrm>
          <a:prstGeom prst="ellipse">
            <a:avLst/>
          </a:prstGeom>
          <a:solidFill>
            <a:srgbClr val="FFEB99"/>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Arial Black"/>
              <a:buNone/>
            </a:pPr>
            <a:r>
              <a:rPr lang="en-SG" sz="2400" b="0" i="0" u="none" strike="noStrike" cap="none">
                <a:solidFill>
                  <a:schemeClr val="dk1"/>
                </a:solidFill>
                <a:latin typeface="Arial Black"/>
                <a:ea typeface="Arial Black"/>
                <a:cs typeface="Arial Black"/>
                <a:sym typeface="Arial Black"/>
              </a:rPr>
              <a:t>Regional ISP</a:t>
            </a:r>
            <a:endParaRPr sz="2400" b="0" i="0" u="none" strike="noStrike" cap="none">
              <a:solidFill>
                <a:schemeClr val="dk1"/>
              </a:solidFill>
              <a:latin typeface="Arial Black"/>
              <a:ea typeface="Arial Black"/>
              <a:cs typeface="Arial Black"/>
              <a:sym typeface="Arial Black"/>
            </a:endParaRPr>
          </a:p>
        </p:txBody>
      </p:sp>
      <p:sp>
        <p:nvSpPr>
          <p:cNvPr id="554" name="Google Shape;554;p15"/>
          <p:cNvSpPr/>
          <p:nvPr/>
        </p:nvSpPr>
        <p:spPr>
          <a:xfrm>
            <a:off x="7889276" y="2575118"/>
            <a:ext cx="4169700" cy="1143000"/>
          </a:xfrm>
          <a:prstGeom prst="ellipse">
            <a:avLst/>
          </a:prstGeom>
          <a:solidFill>
            <a:srgbClr val="FFEB99"/>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Arial Black"/>
              <a:buNone/>
            </a:pPr>
            <a:r>
              <a:rPr lang="en-SG" sz="2400" b="0" i="0" u="none" strike="noStrike" cap="none">
                <a:solidFill>
                  <a:schemeClr val="dk1"/>
                </a:solidFill>
                <a:latin typeface="Arial Black"/>
                <a:ea typeface="Arial Black"/>
                <a:cs typeface="Arial Black"/>
                <a:sym typeface="Arial Black"/>
              </a:rPr>
              <a:t>Large Private Organisation</a:t>
            </a:r>
            <a:endParaRPr sz="1400" b="0" i="0" u="none" strike="noStrike" cap="none">
              <a:solidFill>
                <a:srgbClr val="000000"/>
              </a:solidFill>
              <a:latin typeface="Arial"/>
              <a:ea typeface="Arial"/>
              <a:cs typeface="Arial"/>
              <a:sym typeface="Arial"/>
            </a:endParaRPr>
          </a:p>
        </p:txBody>
      </p:sp>
      <p:sp>
        <p:nvSpPr>
          <p:cNvPr id="555" name="Google Shape;555;p15"/>
          <p:cNvSpPr/>
          <p:nvPr/>
        </p:nvSpPr>
        <p:spPr>
          <a:xfrm>
            <a:off x="4409659" y="1380240"/>
            <a:ext cx="1282200" cy="451800"/>
          </a:xfrm>
          <a:prstGeom prst="rect">
            <a:avLst/>
          </a:prstGeom>
          <a:noFill/>
          <a:ln w="9525" cap="flat" cmpd="sng">
            <a:solidFill>
              <a:srgbClr val="00B0F0"/>
            </a:solidFill>
            <a:prstDash val="solid"/>
            <a:round/>
            <a:headEnd type="none" w="sm" len="sm"/>
            <a:tailEnd type="none" w="sm" len="sm"/>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SG" sz="2400" b="0" i="0" u="none" strike="noStrike" cap="none">
                <a:solidFill>
                  <a:schemeClr val="dk1"/>
                </a:solidFill>
                <a:latin typeface="Times New Roman"/>
                <a:ea typeface="Times New Roman"/>
                <a:cs typeface="Times New Roman"/>
                <a:sym typeface="Times New Roman"/>
              </a:rPr>
              <a:t>IANA</a:t>
            </a:r>
            <a:endParaRPr sz="1400" b="0" i="0" u="none" strike="noStrike" cap="none">
              <a:solidFill>
                <a:srgbClr val="000000"/>
              </a:solidFill>
              <a:latin typeface="Arial"/>
              <a:ea typeface="Arial"/>
              <a:cs typeface="Arial"/>
              <a:sym typeface="Arial"/>
            </a:endParaRPr>
          </a:p>
        </p:txBody>
      </p:sp>
      <p:sp>
        <p:nvSpPr>
          <p:cNvPr id="556" name="Google Shape;556;p15"/>
          <p:cNvSpPr/>
          <p:nvPr/>
        </p:nvSpPr>
        <p:spPr>
          <a:xfrm>
            <a:off x="1741007" y="3908356"/>
            <a:ext cx="954300" cy="795000"/>
          </a:xfrm>
          <a:prstGeom prst="ellipse">
            <a:avLst/>
          </a:prstGeom>
          <a:solidFill>
            <a:srgbClr val="92D050"/>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chemeClr val="dk1"/>
              </a:buClr>
              <a:buSzPts val="1600"/>
              <a:buFont typeface="Tahoma"/>
              <a:buNone/>
            </a:pPr>
            <a:r>
              <a:rPr lang="en-SG" sz="1600" b="0" i="0" u="none" strike="noStrike" cap="none">
                <a:solidFill>
                  <a:schemeClr val="dk1"/>
                </a:solidFill>
                <a:latin typeface="Tahoma"/>
                <a:ea typeface="Tahoma"/>
                <a:cs typeface="Tahoma"/>
                <a:sym typeface="Tahoma"/>
              </a:rPr>
              <a:t>Local ISP</a:t>
            </a:r>
            <a:endParaRPr sz="1600" b="0" i="0" u="none" strike="noStrike" cap="none">
              <a:solidFill>
                <a:schemeClr val="dk1"/>
              </a:solidFill>
              <a:latin typeface="Tahoma"/>
              <a:ea typeface="Tahoma"/>
              <a:cs typeface="Tahoma"/>
              <a:sym typeface="Tahoma"/>
            </a:endParaRPr>
          </a:p>
        </p:txBody>
      </p:sp>
      <p:sp>
        <p:nvSpPr>
          <p:cNvPr id="557" name="Google Shape;557;p15"/>
          <p:cNvSpPr/>
          <p:nvPr/>
        </p:nvSpPr>
        <p:spPr>
          <a:xfrm>
            <a:off x="3623643" y="3881045"/>
            <a:ext cx="954300" cy="795000"/>
          </a:xfrm>
          <a:prstGeom prst="ellipse">
            <a:avLst/>
          </a:prstGeom>
          <a:solidFill>
            <a:srgbClr val="92D050"/>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chemeClr val="dk1"/>
              </a:buClr>
              <a:buSzPts val="1600"/>
              <a:buFont typeface="Tahoma"/>
              <a:buNone/>
            </a:pPr>
            <a:r>
              <a:rPr lang="en-SG" sz="1600" b="0" i="0" u="none" strike="noStrike" cap="none">
                <a:solidFill>
                  <a:schemeClr val="dk1"/>
                </a:solidFill>
                <a:latin typeface="Tahoma"/>
                <a:ea typeface="Tahoma"/>
                <a:cs typeface="Tahoma"/>
                <a:sym typeface="Tahoma"/>
              </a:rPr>
              <a:t>Local ISP</a:t>
            </a:r>
            <a:endParaRPr sz="1600" b="0" i="0" u="none" strike="noStrike" cap="none">
              <a:solidFill>
                <a:schemeClr val="dk1"/>
              </a:solidFill>
              <a:latin typeface="Tahoma"/>
              <a:ea typeface="Tahoma"/>
              <a:cs typeface="Tahoma"/>
              <a:sym typeface="Tahoma"/>
            </a:endParaRPr>
          </a:p>
        </p:txBody>
      </p:sp>
      <p:sp>
        <p:nvSpPr>
          <p:cNvPr id="558" name="Google Shape;558;p15"/>
          <p:cNvSpPr/>
          <p:nvPr/>
        </p:nvSpPr>
        <p:spPr>
          <a:xfrm>
            <a:off x="5214729" y="3921611"/>
            <a:ext cx="954300" cy="795000"/>
          </a:xfrm>
          <a:prstGeom prst="ellipse">
            <a:avLst/>
          </a:prstGeom>
          <a:solidFill>
            <a:srgbClr val="92D050"/>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chemeClr val="dk1"/>
              </a:buClr>
              <a:buSzPts val="1600"/>
              <a:buFont typeface="Tahoma"/>
              <a:buNone/>
            </a:pPr>
            <a:r>
              <a:rPr lang="en-SG" sz="1600" b="0" i="0" u="none" strike="noStrike" cap="none">
                <a:solidFill>
                  <a:schemeClr val="dk1"/>
                </a:solidFill>
                <a:latin typeface="Tahoma"/>
                <a:ea typeface="Tahoma"/>
                <a:cs typeface="Tahoma"/>
                <a:sym typeface="Tahoma"/>
              </a:rPr>
              <a:t>Local ISP</a:t>
            </a:r>
            <a:endParaRPr sz="1600" b="0" i="0" u="none" strike="noStrike" cap="none">
              <a:solidFill>
                <a:schemeClr val="dk1"/>
              </a:solidFill>
              <a:latin typeface="Tahoma"/>
              <a:ea typeface="Tahoma"/>
              <a:cs typeface="Tahoma"/>
              <a:sym typeface="Tahoma"/>
            </a:endParaRPr>
          </a:p>
        </p:txBody>
      </p:sp>
      <p:sp>
        <p:nvSpPr>
          <p:cNvPr id="559" name="Google Shape;559;p15"/>
          <p:cNvSpPr/>
          <p:nvPr/>
        </p:nvSpPr>
        <p:spPr>
          <a:xfrm>
            <a:off x="6805815" y="3921611"/>
            <a:ext cx="954300" cy="795000"/>
          </a:xfrm>
          <a:prstGeom prst="ellipse">
            <a:avLst/>
          </a:prstGeom>
          <a:solidFill>
            <a:srgbClr val="92D050"/>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ctr" rtl="0">
              <a:lnSpc>
                <a:spcPct val="100000"/>
              </a:lnSpc>
              <a:spcBef>
                <a:spcPts val="0"/>
              </a:spcBef>
              <a:spcAft>
                <a:spcPts val="0"/>
              </a:spcAft>
              <a:buClr>
                <a:schemeClr val="dk1"/>
              </a:buClr>
              <a:buSzPts val="1600"/>
              <a:buFont typeface="Tahoma"/>
              <a:buNone/>
            </a:pPr>
            <a:r>
              <a:rPr lang="en-SG" sz="1600" b="0" i="0" u="none" strike="noStrike" cap="none">
                <a:solidFill>
                  <a:schemeClr val="dk1"/>
                </a:solidFill>
                <a:latin typeface="Tahoma"/>
                <a:ea typeface="Tahoma"/>
                <a:cs typeface="Tahoma"/>
                <a:sym typeface="Tahoma"/>
              </a:rPr>
              <a:t>Local ISP</a:t>
            </a:r>
            <a:endParaRPr sz="1600" b="0" i="0" u="none" strike="noStrike" cap="none">
              <a:solidFill>
                <a:schemeClr val="dk1"/>
              </a:solidFill>
              <a:latin typeface="Tahoma"/>
              <a:ea typeface="Tahoma"/>
              <a:cs typeface="Tahoma"/>
              <a:sym typeface="Tahoma"/>
            </a:endParaRPr>
          </a:p>
        </p:txBody>
      </p:sp>
      <p:sp>
        <p:nvSpPr>
          <p:cNvPr id="560" name="Google Shape;560;p15"/>
          <p:cNvSpPr/>
          <p:nvPr/>
        </p:nvSpPr>
        <p:spPr>
          <a:xfrm>
            <a:off x="1255647" y="5516217"/>
            <a:ext cx="1924800" cy="387600"/>
          </a:xfrm>
          <a:prstGeom prst="rect">
            <a:avLst/>
          </a:prstGeom>
          <a:solidFill>
            <a:srgbClr val="D8D8D8"/>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Courier New"/>
              <a:buNone/>
            </a:pPr>
            <a:r>
              <a:rPr lang="en-SG" sz="2400" b="0" i="0" u="none" strike="noStrike" cap="none">
                <a:solidFill>
                  <a:schemeClr val="dk1"/>
                </a:solidFill>
                <a:latin typeface="Courier New"/>
                <a:ea typeface="Courier New"/>
                <a:cs typeface="Courier New"/>
                <a:sym typeface="Courier New"/>
              </a:rPr>
              <a:t>END USERS</a:t>
            </a:r>
            <a:endParaRPr sz="2400" b="0" i="0" u="none" strike="noStrike" cap="none">
              <a:solidFill>
                <a:schemeClr val="dk1"/>
              </a:solidFill>
              <a:latin typeface="Courier New"/>
              <a:ea typeface="Courier New"/>
              <a:cs typeface="Courier New"/>
              <a:sym typeface="Courier New"/>
            </a:endParaRPr>
          </a:p>
        </p:txBody>
      </p:sp>
      <p:sp>
        <p:nvSpPr>
          <p:cNvPr id="561" name="Google Shape;561;p15"/>
          <p:cNvSpPr/>
          <p:nvPr/>
        </p:nvSpPr>
        <p:spPr>
          <a:xfrm>
            <a:off x="3896143" y="5516217"/>
            <a:ext cx="1924800" cy="387600"/>
          </a:xfrm>
          <a:prstGeom prst="rect">
            <a:avLst/>
          </a:prstGeom>
          <a:solidFill>
            <a:srgbClr val="D8D8D8"/>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Courier New"/>
              <a:buNone/>
            </a:pPr>
            <a:r>
              <a:rPr lang="en-SG" sz="2400" b="0" i="0" u="none" strike="noStrike" cap="none">
                <a:solidFill>
                  <a:schemeClr val="dk1"/>
                </a:solidFill>
                <a:latin typeface="Courier New"/>
                <a:ea typeface="Courier New"/>
                <a:cs typeface="Courier New"/>
                <a:sym typeface="Courier New"/>
              </a:rPr>
              <a:t>END USERS</a:t>
            </a:r>
            <a:endParaRPr sz="2400" b="0" i="0" u="none" strike="noStrike" cap="none">
              <a:solidFill>
                <a:schemeClr val="dk1"/>
              </a:solidFill>
              <a:latin typeface="Courier New"/>
              <a:ea typeface="Courier New"/>
              <a:cs typeface="Courier New"/>
              <a:sym typeface="Courier New"/>
            </a:endParaRPr>
          </a:p>
        </p:txBody>
      </p:sp>
      <p:sp>
        <p:nvSpPr>
          <p:cNvPr id="562" name="Google Shape;562;p15"/>
          <p:cNvSpPr/>
          <p:nvPr/>
        </p:nvSpPr>
        <p:spPr>
          <a:xfrm>
            <a:off x="6536639" y="5516217"/>
            <a:ext cx="1924800" cy="387600"/>
          </a:xfrm>
          <a:prstGeom prst="rect">
            <a:avLst/>
          </a:prstGeom>
          <a:solidFill>
            <a:srgbClr val="D8D8D8"/>
          </a:solid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Courier New"/>
              <a:buNone/>
            </a:pPr>
            <a:r>
              <a:rPr lang="en-SG" sz="2400" b="0" i="0" u="none" strike="noStrike" cap="none">
                <a:solidFill>
                  <a:schemeClr val="dk1"/>
                </a:solidFill>
                <a:latin typeface="Courier New"/>
                <a:ea typeface="Courier New"/>
                <a:cs typeface="Courier New"/>
                <a:sym typeface="Courier New"/>
              </a:rPr>
              <a:t>END USERS</a:t>
            </a:r>
            <a:endParaRPr sz="2400" b="0" i="0" u="none" strike="noStrike" cap="none">
              <a:solidFill>
                <a:schemeClr val="dk1"/>
              </a:solidFill>
              <a:latin typeface="Courier New"/>
              <a:ea typeface="Courier New"/>
              <a:cs typeface="Courier New"/>
              <a:sym typeface="Courier New"/>
            </a:endParaRPr>
          </a:p>
        </p:txBody>
      </p:sp>
      <p:sp>
        <p:nvSpPr>
          <p:cNvPr id="563" name="Google Shape;563;p15"/>
          <p:cNvSpPr/>
          <p:nvPr/>
        </p:nvSpPr>
        <p:spPr>
          <a:xfrm>
            <a:off x="6332461" y="1622147"/>
            <a:ext cx="3614400" cy="908700"/>
          </a:xfrm>
          <a:prstGeom prst="ellipse">
            <a:avLst/>
          </a:prstGeom>
          <a:solidFill>
            <a:srgbClr val="FFEB99"/>
          </a:solidFill>
          <a:ln w="9525" cap="flat" cmpd="sng">
            <a:solidFill>
              <a:schemeClr val="dk1"/>
            </a:solidFill>
            <a:prstDash val="solid"/>
            <a:round/>
            <a:headEnd type="none" w="sm" len="sm"/>
            <a:tailEnd type="none" w="sm" len="sm"/>
          </a:ln>
        </p:spPr>
        <p:txBody>
          <a:bodyPr spcFirstLastPara="1" wrap="square" lIns="90000" tIns="46800" rIns="90000" bIns="46800" anchor="ctr" anchorCtr="0">
            <a:noAutofit/>
          </a:bodyPr>
          <a:lstStyle/>
          <a:p>
            <a:pPr marL="0" marR="0" lvl="0" indent="0" algn="l" rtl="0">
              <a:lnSpc>
                <a:spcPct val="100000"/>
              </a:lnSpc>
              <a:spcBef>
                <a:spcPts val="0"/>
              </a:spcBef>
              <a:spcAft>
                <a:spcPts val="0"/>
              </a:spcAft>
              <a:buClr>
                <a:schemeClr val="dk1"/>
              </a:buClr>
              <a:buSzPts val="2400"/>
              <a:buFont typeface="Arial Black"/>
              <a:buNone/>
            </a:pPr>
            <a:r>
              <a:rPr lang="en-SG" sz="2400" b="0" i="0" u="none" strike="noStrike" cap="none">
                <a:solidFill>
                  <a:schemeClr val="dk1"/>
                </a:solidFill>
                <a:latin typeface="Arial Black"/>
                <a:ea typeface="Arial Black"/>
                <a:cs typeface="Arial Black"/>
                <a:sym typeface="Arial Black"/>
              </a:rPr>
              <a:t>Backbone ISP</a:t>
            </a:r>
            <a:endParaRPr sz="2400" b="0" i="0" u="none" strike="noStrike" cap="none">
              <a:solidFill>
                <a:schemeClr val="dk1"/>
              </a:solidFill>
              <a:latin typeface="Arial Black"/>
              <a:ea typeface="Arial Black"/>
              <a:cs typeface="Arial Black"/>
              <a:sym typeface="Arial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10"/>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Subnetting</a:t>
            </a:r>
            <a:endParaRPr/>
          </a:p>
        </p:txBody>
      </p:sp>
      <p:sp>
        <p:nvSpPr>
          <p:cNvPr id="569" name="Google Shape;569;p10"/>
          <p:cNvSpPr txBox="1">
            <a:spLocks noGrp="1"/>
          </p:cNvSpPr>
          <p:nvPr>
            <p:ph type="body" idx="1"/>
          </p:nvPr>
        </p:nvSpPr>
        <p:spPr>
          <a:xfrm>
            <a:off x="609600" y="1371600"/>
            <a:ext cx="10905000" cy="5937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Font typeface="Tahoma"/>
              <a:buChar char="•"/>
            </a:pPr>
            <a:r>
              <a:rPr lang="en-SG"/>
              <a:t>partition a class C network into smaller networks</a:t>
            </a:r>
            <a:endParaRPr/>
          </a:p>
          <a:p>
            <a:pPr marL="342900" lvl="0" indent="-165100" algn="l" rtl="0">
              <a:lnSpc>
                <a:spcPct val="100000"/>
              </a:lnSpc>
              <a:spcBef>
                <a:spcPts val="560"/>
              </a:spcBef>
              <a:spcAft>
                <a:spcPts val="0"/>
              </a:spcAft>
              <a:buSzPts val="2800"/>
              <a:buFont typeface="Tahoma"/>
              <a:buNone/>
            </a:pPr>
            <a:endParaRPr/>
          </a:p>
        </p:txBody>
      </p:sp>
      <p:graphicFrame>
        <p:nvGraphicFramePr>
          <p:cNvPr id="570" name="Google Shape;570;p10"/>
          <p:cNvGraphicFramePr/>
          <p:nvPr/>
        </p:nvGraphicFramePr>
        <p:xfrm>
          <a:off x="323965" y="3607868"/>
          <a:ext cx="11374725" cy="950975"/>
        </p:xfrm>
        <a:graphic>
          <a:graphicData uri="http://schemas.openxmlformats.org/drawingml/2006/table">
            <a:tbl>
              <a:tblPr firstRow="1" bandRow="1">
                <a:noFill/>
                <a:tableStyleId>{DFBAE71F-A087-424A-B7BF-EA8BE10E66AE}</a:tableStyleId>
              </a:tblPr>
              <a:tblGrid>
                <a:gridCol w="2676850">
                  <a:extLst>
                    <a:ext uri="{9D8B030D-6E8A-4147-A177-3AD203B41FA5}">
                      <a16:colId xmlns:a16="http://schemas.microsoft.com/office/drawing/2014/main" val="20000"/>
                    </a:ext>
                  </a:extLst>
                </a:gridCol>
                <a:gridCol w="2005675">
                  <a:extLst>
                    <a:ext uri="{9D8B030D-6E8A-4147-A177-3AD203B41FA5}">
                      <a16:colId xmlns:a16="http://schemas.microsoft.com/office/drawing/2014/main" val="20001"/>
                    </a:ext>
                  </a:extLst>
                </a:gridCol>
                <a:gridCol w="2142300">
                  <a:extLst>
                    <a:ext uri="{9D8B030D-6E8A-4147-A177-3AD203B41FA5}">
                      <a16:colId xmlns:a16="http://schemas.microsoft.com/office/drawing/2014/main" val="20002"/>
                    </a:ext>
                  </a:extLst>
                </a:gridCol>
                <a:gridCol w="2274950">
                  <a:extLst>
                    <a:ext uri="{9D8B030D-6E8A-4147-A177-3AD203B41FA5}">
                      <a16:colId xmlns:a16="http://schemas.microsoft.com/office/drawing/2014/main" val="20003"/>
                    </a:ext>
                  </a:extLst>
                </a:gridCol>
                <a:gridCol w="2274950">
                  <a:extLst>
                    <a:ext uri="{9D8B030D-6E8A-4147-A177-3AD203B41FA5}">
                      <a16:colId xmlns:a16="http://schemas.microsoft.com/office/drawing/2014/main" val="20004"/>
                    </a:ext>
                  </a:extLst>
                </a:gridCol>
              </a:tblGrid>
              <a:tr h="950975">
                <a:tc>
                  <a:txBody>
                    <a:bodyPr/>
                    <a:lstStyle/>
                    <a:p>
                      <a:pPr marL="0" marR="0" lvl="0" indent="0" algn="ctr" rtl="0">
                        <a:lnSpc>
                          <a:spcPct val="100000"/>
                        </a:lnSpc>
                        <a:spcBef>
                          <a:spcPts val="0"/>
                        </a:spcBef>
                        <a:spcAft>
                          <a:spcPts val="0"/>
                        </a:spcAft>
                        <a:buClr>
                          <a:srgbClr val="000000"/>
                        </a:buClr>
                        <a:buSzPts val="2800"/>
                        <a:buFont typeface="Arial"/>
                        <a:buNone/>
                      </a:pPr>
                      <a:r>
                        <a:rPr lang="en-SG" sz="2800" u="none" strike="noStrike" cap="none"/>
                        <a:t>Network Address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FF"/>
                        </a:buClr>
                        <a:buSzPts val="2800"/>
                        <a:buFont typeface="Courier New"/>
                        <a:buNone/>
                      </a:pPr>
                      <a:r>
                        <a:rPr lang="en-SG" sz="2800" b="1" u="none" strike="noStrike" cap="none">
                          <a:solidFill>
                            <a:srgbClr val="0070C0"/>
                          </a:solidFill>
                          <a:latin typeface="Courier New"/>
                          <a:ea typeface="Courier New"/>
                          <a:cs typeface="Courier New"/>
                          <a:sym typeface="Courier New"/>
                        </a:rPr>
                        <a:t>11000000</a:t>
                      </a:r>
                      <a:endParaRPr sz="1400" u="none" strike="noStrike" cap="none">
                        <a:solidFill>
                          <a:srgbClr val="0070C0"/>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FF"/>
                        </a:buClr>
                        <a:buSzPts val="2800"/>
                        <a:buFont typeface="Courier New"/>
                        <a:buNone/>
                      </a:pPr>
                      <a:r>
                        <a:rPr lang="en-SG" sz="2800" b="1" u="none" strike="noStrike" cap="none">
                          <a:solidFill>
                            <a:srgbClr val="0070C0"/>
                          </a:solidFill>
                          <a:latin typeface="Courier New"/>
                          <a:ea typeface="Courier New"/>
                          <a:cs typeface="Courier New"/>
                          <a:sym typeface="Courier New"/>
                        </a:rPr>
                        <a:t>10101000</a:t>
                      </a:r>
                      <a:endParaRPr sz="1400" u="none" strike="noStrike" cap="none">
                        <a:solidFill>
                          <a:srgbClr val="0070C0"/>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FF"/>
                        </a:buClr>
                        <a:buSzPts val="2800"/>
                        <a:buFont typeface="Courier New"/>
                        <a:buNone/>
                      </a:pPr>
                      <a:r>
                        <a:rPr lang="en-SG" sz="2800" b="1" u="none" strike="noStrike" cap="none">
                          <a:solidFill>
                            <a:srgbClr val="0070C0"/>
                          </a:solidFill>
                          <a:latin typeface="Courier New"/>
                          <a:ea typeface="Courier New"/>
                          <a:cs typeface="Courier New"/>
                          <a:sym typeface="Courier New"/>
                        </a:rPr>
                        <a:t>00001010</a:t>
                      </a:r>
                      <a:endParaRPr sz="1400" u="none" strike="noStrike" cap="none">
                        <a:solidFill>
                          <a:srgbClr val="0070C0"/>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FF"/>
                        </a:buClr>
                        <a:buSzPts val="2800"/>
                        <a:buFont typeface="Courier New"/>
                        <a:buNone/>
                      </a:pPr>
                      <a:r>
                        <a:rPr lang="en-SG" sz="2800" b="1" u="none" strike="noStrike" cap="none">
                          <a:solidFill>
                            <a:srgbClr val="0070C0"/>
                          </a:solidFill>
                          <a:latin typeface="Courier New"/>
                          <a:ea typeface="Courier New"/>
                          <a:cs typeface="Courier New"/>
                          <a:sym typeface="Courier New"/>
                        </a:rPr>
                        <a:t>0</a:t>
                      </a:r>
                      <a:r>
                        <a:rPr lang="en-SG" sz="2800" b="1" u="none" strike="noStrike" cap="none">
                          <a:latin typeface="Courier New"/>
                          <a:ea typeface="Courier New"/>
                          <a:cs typeface="Courier New"/>
                          <a:sym typeface="Courier New"/>
                        </a:rPr>
                        <a:t>0000000</a:t>
                      </a:r>
                      <a:endParaRPr sz="1400" u="none" strike="noStrike" cap="none"/>
                    </a:p>
                  </a:txBody>
                  <a:tcPr marL="91450" marR="91450" marT="45725" marB="45725" anchor="ctr"/>
                </a:tc>
                <a:extLst>
                  <a:ext uri="{0D108BD9-81ED-4DB2-BD59-A6C34878D82A}">
                    <a16:rowId xmlns:a16="http://schemas.microsoft.com/office/drawing/2014/main" val="10000"/>
                  </a:ext>
                </a:extLst>
              </a:tr>
            </a:tbl>
          </a:graphicData>
        </a:graphic>
      </p:graphicFrame>
      <p:sp>
        <p:nvSpPr>
          <p:cNvPr id="571" name="Google Shape;571;p10"/>
          <p:cNvSpPr/>
          <p:nvPr/>
        </p:nvSpPr>
        <p:spPr>
          <a:xfrm>
            <a:off x="3831770" y="2118999"/>
            <a:ext cx="2582100" cy="1299600"/>
          </a:xfrm>
          <a:prstGeom prst="ellipse">
            <a:avLst/>
          </a:prstGeom>
          <a:noFill/>
          <a:ln w="9525" cap="flat" cmpd="sng">
            <a:solidFill>
              <a:schemeClr val="dk1"/>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2400"/>
              <a:buFont typeface="Times New Roman"/>
              <a:buNone/>
            </a:pPr>
            <a:r>
              <a:rPr lang="en-SG" sz="2400" b="0" i="0" u="none" strike="noStrike" cap="none">
                <a:solidFill>
                  <a:schemeClr val="dk1"/>
                </a:solidFill>
                <a:latin typeface="Times New Roman"/>
                <a:ea typeface="Times New Roman"/>
                <a:cs typeface="Times New Roman"/>
                <a:sym typeface="Times New Roman"/>
              </a:rPr>
              <a:t>192.168.10.0</a:t>
            </a:r>
            <a:endParaRPr sz="1400" b="0" i="0" u="none" strike="noStrike" cap="none">
              <a:solidFill>
                <a:srgbClr val="000000"/>
              </a:solidFill>
              <a:latin typeface="Arial"/>
              <a:ea typeface="Arial"/>
              <a:cs typeface="Arial"/>
              <a:sym typeface="Arial"/>
            </a:endParaRPr>
          </a:p>
        </p:txBody>
      </p:sp>
      <p:sp>
        <p:nvSpPr>
          <p:cNvPr id="572" name="Google Shape;572;p10"/>
          <p:cNvSpPr/>
          <p:nvPr/>
        </p:nvSpPr>
        <p:spPr>
          <a:xfrm>
            <a:off x="3831770" y="2108527"/>
            <a:ext cx="2582100" cy="1299600"/>
          </a:xfrm>
          <a:prstGeom prst="chord">
            <a:avLst>
              <a:gd name="adj1" fmla="val 5388479"/>
              <a:gd name="adj2" fmla="val 16200000"/>
            </a:avLst>
          </a:prstGeom>
          <a:solidFill>
            <a:srgbClr val="92D050">
              <a:alpha val="44310"/>
            </a:srgbClr>
          </a:solidFill>
          <a:ln w="9525" cap="flat" cmpd="sng">
            <a:solidFill>
              <a:schemeClr val="dk1"/>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
        <p:nvSpPr>
          <p:cNvPr id="573" name="Google Shape;573;p10"/>
          <p:cNvSpPr/>
          <p:nvPr/>
        </p:nvSpPr>
        <p:spPr>
          <a:xfrm flipH="1">
            <a:off x="3831744" y="2129471"/>
            <a:ext cx="2582100" cy="1299600"/>
          </a:xfrm>
          <a:prstGeom prst="chord">
            <a:avLst>
              <a:gd name="adj1" fmla="val 5508477"/>
              <a:gd name="adj2" fmla="val 16200000"/>
            </a:avLst>
          </a:prstGeom>
          <a:solidFill>
            <a:schemeClr val="accent1">
              <a:alpha val="57250"/>
            </a:schemeClr>
          </a:solidFill>
          <a:ln w="9525" cap="flat" cmpd="sng">
            <a:solidFill>
              <a:schemeClr val="dk1"/>
            </a:solidFill>
            <a:prstDash val="solid"/>
            <a:round/>
            <a:headEnd type="none" w="sm" len="sm"/>
            <a:tailEnd type="none" w="sm" len="sm"/>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grpSp>
        <p:nvGrpSpPr>
          <p:cNvPr id="574" name="Google Shape;574;p10"/>
          <p:cNvGrpSpPr/>
          <p:nvPr/>
        </p:nvGrpSpPr>
        <p:grpSpPr>
          <a:xfrm>
            <a:off x="3188343" y="4558848"/>
            <a:ext cx="6774300" cy="1321565"/>
            <a:chOff x="2949804" y="4708054"/>
            <a:chExt cx="6774300" cy="1321565"/>
          </a:xfrm>
        </p:grpSpPr>
        <p:sp>
          <p:nvSpPr>
            <p:cNvPr id="575" name="Google Shape;575;p10"/>
            <p:cNvSpPr/>
            <p:nvPr/>
          </p:nvSpPr>
          <p:spPr>
            <a:xfrm rot="5400000">
              <a:off x="6214854" y="1443004"/>
              <a:ext cx="244200" cy="6774300"/>
            </a:xfrm>
            <a:prstGeom prst="rightBrace">
              <a:avLst>
                <a:gd name="adj1" fmla="val 8333"/>
                <a:gd name="adj2" fmla="val 50000"/>
              </a:avLst>
            </a:prstGeom>
            <a:noFill/>
            <a:ln w="38100" cap="flat" cmpd="sng">
              <a:solidFill>
                <a:srgbClr val="FF0000"/>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
          <p:nvSpPr>
            <p:cNvPr id="576" name="Google Shape;576;p10"/>
            <p:cNvSpPr txBox="1"/>
            <p:nvPr/>
          </p:nvSpPr>
          <p:spPr>
            <a:xfrm>
              <a:off x="4331567" y="4952319"/>
              <a:ext cx="4173600" cy="107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SG" sz="3200" b="0" i="0" u="none" strike="noStrike" cap="none">
                  <a:solidFill>
                    <a:srgbClr val="0070C0"/>
                  </a:solidFill>
                  <a:latin typeface="Tahoma"/>
                  <a:ea typeface="Tahoma"/>
                  <a:cs typeface="Tahoma"/>
                  <a:sym typeface="Tahoma"/>
                </a:rPr>
                <a:t>25 BIT SUBNET MASK</a:t>
              </a:r>
              <a:endParaRPr sz="1400" b="0"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en-SG" sz="3200" b="0" i="0" u="none" strike="noStrike" cap="none">
                  <a:solidFill>
                    <a:srgbClr val="0070C0"/>
                  </a:solidFill>
                  <a:latin typeface="Tahoma"/>
                  <a:ea typeface="Tahoma"/>
                  <a:cs typeface="Tahoma"/>
                  <a:sym typeface="Tahoma"/>
                </a:rPr>
                <a:t>255.255.255.128</a:t>
              </a:r>
              <a:endParaRPr sz="1400" b="0" i="0" u="none" strike="noStrike" cap="none">
                <a:solidFill>
                  <a:srgbClr val="0070C0"/>
                </a:solidFill>
                <a:latin typeface="Arial"/>
                <a:ea typeface="Arial"/>
                <a:cs typeface="Arial"/>
                <a:sym typeface="Arial"/>
              </a:endParaRPr>
            </a:p>
          </p:txBody>
        </p:sp>
      </p:grpSp>
      <p:sp>
        <p:nvSpPr>
          <p:cNvPr id="577" name="Google Shape;577;p10"/>
          <p:cNvSpPr/>
          <p:nvPr/>
        </p:nvSpPr>
        <p:spPr>
          <a:xfrm>
            <a:off x="323965" y="4803113"/>
            <a:ext cx="3721500" cy="1873200"/>
          </a:xfrm>
          <a:prstGeom prst="ellipse">
            <a:avLst/>
          </a:prstGeom>
          <a:solidFill>
            <a:srgbClr val="CEEAB1"/>
          </a:solidFill>
          <a:ln w="25400" cap="flat" cmpd="sng">
            <a:solidFill>
              <a:srgbClr val="6B2B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SG" sz="1800" b="0" i="0" u="none" strike="noStrike" cap="none">
                <a:solidFill>
                  <a:srgbClr val="0070C0"/>
                </a:solidFill>
                <a:latin typeface="Arial"/>
                <a:ea typeface="Arial"/>
                <a:cs typeface="Arial"/>
                <a:sym typeface="Arial"/>
              </a:rPr>
              <a:t>192.168.10.0</a:t>
            </a:r>
            <a:r>
              <a:rPr lang="en-SG" sz="1800" b="0" i="0" u="none" strike="noStrike" cap="none">
                <a:solidFill>
                  <a:srgbClr val="FF0000"/>
                </a:solidFill>
                <a:latin typeface="Arial"/>
                <a:ea typeface="Arial"/>
                <a:cs typeface="Arial"/>
                <a:sym typeface="Arial"/>
              </a:rPr>
              <a:t>0000001</a:t>
            </a:r>
            <a:endParaRPr/>
          </a:p>
          <a:p>
            <a:pPr marL="0" marR="0" lvl="0" indent="0" algn="ctr" rtl="0">
              <a:lnSpc>
                <a:spcPct val="100000"/>
              </a:lnSpc>
              <a:spcBef>
                <a:spcPts val="0"/>
              </a:spcBef>
              <a:spcAft>
                <a:spcPts val="0"/>
              </a:spcAft>
              <a:buNone/>
            </a:pPr>
            <a:r>
              <a:rPr lang="en-SG" sz="1800" b="0" i="0" u="none" strike="noStrike" cap="none">
                <a:solidFill>
                  <a:schemeClr val="dk2"/>
                </a:solidFill>
                <a:latin typeface="Arial"/>
                <a:ea typeface="Arial"/>
                <a:cs typeface="Arial"/>
                <a:sym typeface="Arial"/>
              </a:rPr>
              <a:t>(192.168.10.1)</a:t>
            </a:r>
            <a:endParaRPr/>
          </a:p>
          <a:p>
            <a:pPr marL="0" marR="0" lvl="0" indent="0" algn="ctr" rtl="0">
              <a:lnSpc>
                <a:spcPct val="100000"/>
              </a:lnSpc>
              <a:spcBef>
                <a:spcPts val="0"/>
              </a:spcBef>
              <a:spcAft>
                <a:spcPts val="0"/>
              </a:spcAft>
              <a:buNone/>
            </a:pPr>
            <a:r>
              <a:rPr lang="en-SG" sz="1800" b="0" i="0" u="none" strike="noStrike" cap="none">
                <a:solidFill>
                  <a:schemeClr val="dk2"/>
                </a:solidFill>
                <a:latin typeface="Arial"/>
                <a:ea typeface="Arial"/>
                <a:cs typeface="Arial"/>
                <a:sym typeface="Arial"/>
              </a:rPr>
              <a:t>to</a:t>
            </a:r>
            <a:endParaRPr/>
          </a:p>
          <a:p>
            <a:pPr marL="0" marR="0" lvl="0" indent="0" algn="ctr" rtl="0">
              <a:lnSpc>
                <a:spcPct val="100000"/>
              </a:lnSpc>
              <a:spcBef>
                <a:spcPts val="0"/>
              </a:spcBef>
              <a:spcAft>
                <a:spcPts val="0"/>
              </a:spcAft>
              <a:buNone/>
            </a:pPr>
            <a:r>
              <a:rPr lang="en-SG" sz="1800" b="0" i="0" u="none" strike="noStrike" cap="none">
                <a:solidFill>
                  <a:srgbClr val="0070C0"/>
                </a:solidFill>
                <a:latin typeface="Arial"/>
                <a:ea typeface="Arial"/>
                <a:cs typeface="Arial"/>
                <a:sym typeface="Arial"/>
              </a:rPr>
              <a:t>192.168.10.0</a:t>
            </a:r>
            <a:r>
              <a:rPr lang="en-SG" sz="1800" b="0" i="0" u="none" strike="noStrike" cap="none">
                <a:solidFill>
                  <a:srgbClr val="FF0000"/>
                </a:solidFill>
                <a:latin typeface="Arial"/>
                <a:ea typeface="Arial"/>
                <a:cs typeface="Arial"/>
                <a:sym typeface="Arial"/>
              </a:rPr>
              <a:t>1111111</a:t>
            </a:r>
            <a:endParaRPr/>
          </a:p>
          <a:p>
            <a:pPr marL="0" marR="0" lvl="0" indent="0" algn="ctr" rtl="0">
              <a:lnSpc>
                <a:spcPct val="100000"/>
              </a:lnSpc>
              <a:spcBef>
                <a:spcPts val="0"/>
              </a:spcBef>
              <a:spcAft>
                <a:spcPts val="0"/>
              </a:spcAft>
              <a:buNone/>
            </a:pPr>
            <a:r>
              <a:rPr lang="en-SG" sz="1800" b="0" i="0" u="none" strike="noStrike" cap="none">
                <a:solidFill>
                  <a:schemeClr val="dk2"/>
                </a:solidFill>
                <a:latin typeface="Arial"/>
                <a:ea typeface="Arial"/>
                <a:cs typeface="Arial"/>
                <a:sym typeface="Arial"/>
              </a:rPr>
              <a:t>(192.168.10.127)</a:t>
            </a:r>
            <a:endParaRPr/>
          </a:p>
          <a:p>
            <a:pPr marL="0" marR="0" lvl="0" indent="0" algn="ctr" rtl="0">
              <a:lnSpc>
                <a:spcPct val="100000"/>
              </a:lnSpc>
              <a:spcBef>
                <a:spcPts val="0"/>
              </a:spcBef>
              <a:spcAft>
                <a:spcPts val="0"/>
              </a:spcAft>
              <a:buNone/>
            </a:pPr>
            <a:endParaRPr sz="1800" b="0" i="0" u="none" strike="noStrike" cap="none">
              <a:solidFill>
                <a:srgbClr val="FF0000"/>
              </a:solidFill>
              <a:latin typeface="Arial"/>
              <a:ea typeface="Arial"/>
              <a:cs typeface="Arial"/>
              <a:sym typeface="Arial"/>
            </a:endParaRPr>
          </a:p>
          <a:p>
            <a:pPr marL="0" marR="0" lvl="0" indent="0" algn="ctr" rtl="0">
              <a:lnSpc>
                <a:spcPct val="100000"/>
              </a:lnSpc>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78" name="Google Shape;578;p10"/>
          <p:cNvSpPr/>
          <p:nvPr/>
        </p:nvSpPr>
        <p:spPr>
          <a:xfrm>
            <a:off x="8743813" y="5071435"/>
            <a:ext cx="3069000" cy="1728900"/>
          </a:xfrm>
          <a:prstGeom prst="ellipse">
            <a:avLst/>
          </a:prstGeom>
          <a:solidFill>
            <a:srgbClr val="FFA76C"/>
          </a:solidFill>
          <a:ln w="25400" cap="flat" cmpd="sng">
            <a:solidFill>
              <a:srgbClr val="6B2B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800" b="0" i="0" u="none" strike="noStrike" cap="none">
                <a:solidFill>
                  <a:srgbClr val="0070C0"/>
                </a:solidFill>
                <a:latin typeface="Arial"/>
                <a:ea typeface="Arial"/>
                <a:cs typeface="Arial"/>
                <a:sym typeface="Arial"/>
              </a:rPr>
              <a:t>192.168.1</a:t>
            </a:r>
            <a:r>
              <a:rPr lang="en-SG" sz="1800" b="0" i="0" u="none" strike="noStrike" cap="none">
                <a:solidFill>
                  <a:srgbClr val="FF0000"/>
                </a:solidFill>
                <a:latin typeface="Arial"/>
                <a:ea typeface="Arial"/>
                <a:cs typeface="Arial"/>
                <a:sym typeface="Arial"/>
              </a:rPr>
              <a:t>0000000</a:t>
            </a:r>
            <a:endParaRPr/>
          </a:p>
          <a:p>
            <a:pPr marL="0" marR="0" lvl="0" indent="0" algn="ctr" rtl="0">
              <a:lnSpc>
                <a:spcPct val="100000"/>
              </a:lnSpc>
              <a:spcBef>
                <a:spcPts val="0"/>
              </a:spcBef>
              <a:spcAft>
                <a:spcPts val="0"/>
              </a:spcAft>
              <a:buNone/>
            </a:pPr>
            <a:r>
              <a:rPr lang="en-SG" sz="1800" b="0" i="0" u="none" strike="noStrike" cap="none">
                <a:solidFill>
                  <a:schemeClr val="dk2"/>
                </a:solidFill>
                <a:latin typeface="Arial"/>
                <a:ea typeface="Arial"/>
                <a:cs typeface="Arial"/>
                <a:sym typeface="Arial"/>
              </a:rPr>
              <a:t>(192.168.10.128)</a:t>
            </a:r>
            <a:endParaRPr/>
          </a:p>
          <a:p>
            <a:pPr marL="0" marR="0" lvl="0" indent="0" algn="ctr" rtl="0">
              <a:lnSpc>
                <a:spcPct val="100000"/>
              </a:lnSpc>
              <a:spcBef>
                <a:spcPts val="0"/>
              </a:spcBef>
              <a:spcAft>
                <a:spcPts val="0"/>
              </a:spcAft>
              <a:buNone/>
            </a:pPr>
            <a:r>
              <a:rPr lang="en-SG" sz="1800" b="0" i="0" u="none" strike="noStrike" cap="none">
                <a:solidFill>
                  <a:schemeClr val="dk2"/>
                </a:solidFill>
                <a:latin typeface="Arial"/>
                <a:ea typeface="Arial"/>
                <a:cs typeface="Arial"/>
                <a:sym typeface="Arial"/>
              </a:rPr>
              <a:t>to</a:t>
            </a:r>
            <a:endParaRPr/>
          </a:p>
          <a:p>
            <a:pPr marL="0" marR="0" lvl="0" indent="0" algn="ctr" rtl="0">
              <a:lnSpc>
                <a:spcPct val="100000"/>
              </a:lnSpc>
              <a:spcBef>
                <a:spcPts val="0"/>
              </a:spcBef>
              <a:spcAft>
                <a:spcPts val="0"/>
              </a:spcAft>
              <a:buNone/>
            </a:pPr>
            <a:r>
              <a:rPr lang="en-SG" sz="1800" b="0" i="0" u="none" strike="noStrike" cap="none">
                <a:solidFill>
                  <a:srgbClr val="0070C0"/>
                </a:solidFill>
                <a:latin typeface="Arial"/>
                <a:ea typeface="Arial"/>
                <a:cs typeface="Arial"/>
                <a:sym typeface="Arial"/>
              </a:rPr>
              <a:t>192.168.1</a:t>
            </a:r>
            <a:r>
              <a:rPr lang="en-SG" sz="1800" b="0" i="0" u="none" strike="noStrike" cap="none">
                <a:solidFill>
                  <a:srgbClr val="FF0000"/>
                </a:solidFill>
                <a:latin typeface="Arial"/>
                <a:ea typeface="Arial"/>
                <a:cs typeface="Arial"/>
                <a:sym typeface="Arial"/>
              </a:rPr>
              <a:t>1111110</a:t>
            </a:r>
            <a:endParaRPr/>
          </a:p>
          <a:p>
            <a:pPr marL="0" marR="0" lvl="0" indent="0" algn="ctr" rtl="0">
              <a:lnSpc>
                <a:spcPct val="100000"/>
              </a:lnSpc>
              <a:spcBef>
                <a:spcPts val="0"/>
              </a:spcBef>
              <a:spcAft>
                <a:spcPts val="0"/>
              </a:spcAft>
              <a:buNone/>
            </a:pPr>
            <a:r>
              <a:rPr lang="en-SG" sz="1800" b="0" i="0" u="none" strike="noStrike" cap="none">
                <a:solidFill>
                  <a:schemeClr val="dk2"/>
                </a:solidFill>
                <a:latin typeface="Arial"/>
                <a:ea typeface="Arial"/>
                <a:cs typeface="Arial"/>
                <a:sym typeface="Arial"/>
              </a:rPr>
              <a:t>(192.168.10.254)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8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SG"/>
              <a:t>12</a:t>
            </a:fld>
            <a:endParaRPr/>
          </a:p>
        </p:txBody>
      </p:sp>
      <p:sp>
        <p:nvSpPr>
          <p:cNvPr id="584" name="Google Shape;584;p81"/>
          <p:cNvSpPr/>
          <p:nvPr/>
        </p:nvSpPr>
        <p:spPr>
          <a:xfrm>
            <a:off x="420283" y="446568"/>
            <a:ext cx="11580600" cy="6329100"/>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SG" sz="2400" b="0" i="0" u="none" strike="noStrike" cap="none">
                <a:solidFill>
                  <a:schemeClr val="dk1"/>
                </a:solidFill>
                <a:latin typeface="Calibri"/>
                <a:ea typeface="Calibri"/>
                <a:cs typeface="Calibri"/>
                <a:sym typeface="Calibri"/>
              </a:rPr>
              <a:t>INTERNET</a:t>
            </a:r>
            <a:endParaRPr sz="2400" b="0" i="0" u="none" strike="noStrike" cap="none">
              <a:solidFill>
                <a:srgbClr val="000000"/>
              </a:solidFill>
              <a:latin typeface="Arial"/>
              <a:ea typeface="Arial"/>
              <a:cs typeface="Arial"/>
              <a:sym typeface="Arial"/>
            </a:endParaRPr>
          </a:p>
        </p:txBody>
      </p:sp>
      <p:sp>
        <p:nvSpPr>
          <p:cNvPr id="585" name="Google Shape;585;p81"/>
          <p:cNvSpPr/>
          <p:nvPr/>
        </p:nvSpPr>
        <p:spPr>
          <a:xfrm>
            <a:off x="1977657" y="1913859"/>
            <a:ext cx="8538000" cy="4708200"/>
          </a:xfrm>
          <a:prstGeom prst="ellipse">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SG" sz="2400" b="0" i="0" u="none" strike="noStrike" cap="none">
                <a:solidFill>
                  <a:schemeClr val="lt1"/>
                </a:solidFill>
                <a:latin typeface="Arial"/>
                <a:ea typeface="Arial"/>
                <a:cs typeface="Arial"/>
                <a:sym typeface="Arial"/>
              </a:rPr>
              <a:t>ISP Network: 10.0.0.0/255.0.0.0</a:t>
            </a:r>
            <a:endParaRPr sz="2400" b="0" i="0" u="none" strike="noStrike" cap="none">
              <a:solidFill>
                <a:schemeClr val="lt1"/>
              </a:solidFill>
              <a:latin typeface="Arial"/>
              <a:ea typeface="Arial"/>
              <a:cs typeface="Arial"/>
              <a:sym typeface="Arial"/>
            </a:endParaRPr>
          </a:p>
        </p:txBody>
      </p:sp>
      <p:sp>
        <p:nvSpPr>
          <p:cNvPr id="586" name="Google Shape;586;p81"/>
          <p:cNvSpPr/>
          <p:nvPr/>
        </p:nvSpPr>
        <p:spPr>
          <a:xfrm>
            <a:off x="2307265" y="3646968"/>
            <a:ext cx="3338700" cy="2020200"/>
          </a:xfrm>
          <a:prstGeom prst="ellipse">
            <a:avLst/>
          </a:prstGeom>
          <a:solidFill>
            <a:schemeClr val="accent4"/>
          </a:solidFill>
          <a:ln w="38100" cap="flat" cmpd="sng">
            <a:solidFill>
              <a:schemeClr val="lt1"/>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SG" sz="1400" b="1" i="0" u="sng" strike="noStrike" cap="none">
                <a:solidFill>
                  <a:schemeClr val="dk1"/>
                </a:solidFill>
                <a:latin typeface="Arial"/>
                <a:ea typeface="Arial"/>
                <a:cs typeface="Arial"/>
                <a:sym typeface="Arial"/>
              </a:rPr>
              <a:t>Customer A</a:t>
            </a:r>
            <a:endParaRPr/>
          </a:p>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SG" sz="1800" b="0" i="0" u="none" strike="noStrike" cap="none">
                <a:solidFill>
                  <a:schemeClr val="dk1"/>
                </a:solidFill>
                <a:latin typeface="Arial"/>
                <a:ea typeface="Arial"/>
                <a:cs typeface="Arial"/>
                <a:sym typeface="Arial"/>
              </a:rPr>
              <a:t>10.1.0.0/</a:t>
            </a:r>
            <a:r>
              <a:rPr lang="en-SG" sz="1800" b="0" i="0" u="none" strike="noStrike" cap="none">
                <a:solidFill>
                  <a:srgbClr val="FF0000"/>
                </a:solidFill>
                <a:latin typeface="Arial"/>
                <a:ea typeface="Arial"/>
                <a:cs typeface="Arial"/>
                <a:sym typeface="Arial"/>
              </a:rPr>
              <a:t>255.255</a:t>
            </a:r>
            <a:r>
              <a:rPr lang="en-SG" sz="1800" b="0" i="0" u="none" strike="noStrike" cap="none">
                <a:solidFill>
                  <a:schemeClr val="dk1"/>
                </a:solidFill>
                <a:latin typeface="Arial"/>
                <a:ea typeface="Arial"/>
                <a:cs typeface="Arial"/>
                <a:sym typeface="Arial"/>
              </a:rPr>
              <a:t>.0.0</a:t>
            </a:r>
            <a:endParaRPr/>
          </a:p>
          <a:p>
            <a:pPr marL="0" marR="0" lvl="0" indent="0" algn="ctr" rtl="0">
              <a:lnSpc>
                <a:spcPct val="100000"/>
              </a:lnSpc>
              <a:spcBef>
                <a:spcPts val="0"/>
              </a:spcBef>
              <a:spcAft>
                <a:spcPts val="0"/>
              </a:spcAft>
              <a:buNone/>
            </a:pPr>
            <a:r>
              <a:rPr lang="en-SG" sz="1800" b="0" i="0" u="none" strike="noStrike" cap="none">
                <a:solidFill>
                  <a:schemeClr val="dk1"/>
                </a:solidFill>
                <a:latin typeface="Arial"/>
                <a:ea typeface="Arial"/>
                <a:cs typeface="Arial"/>
                <a:sym typeface="Arial"/>
              </a:rPr>
              <a:t>(65,534 hosts)</a:t>
            </a:r>
            <a:endParaRPr/>
          </a:p>
        </p:txBody>
      </p:sp>
      <p:sp>
        <p:nvSpPr>
          <p:cNvPr id="587" name="Google Shape;587;p81"/>
          <p:cNvSpPr/>
          <p:nvPr/>
        </p:nvSpPr>
        <p:spPr>
          <a:xfrm>
            <a:off x="5436782" y="4848447"/>
            <a:ext cx="2913300" cy="1690500"/>
          </a:xfrm>
          <a:prstGeom prst="ellipse">
            <a:avLst/>
          </a:prstGeom>
          <a:solidFill>
            <a:srgbClr val="00B050"/>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600" b="1" i="0" u="sng" strike="noStrike" cap="none">
                <a:solidFill>
                  <a:schemeClr val="lt1"/>
                </a:solidFill>
                <a:latin typeface="Arial"/>
                <a:ea typeface="Arial"/>
                <a:cs typeface="Arial"/>
                <a:sym typeface="Arial"/>
              </a:rPr>
              <a:t>Customer B</a:t>
            </a:r>
            <a:endParaRPr/>
          </a:p>
          <a:p>
            <a:pPr marL="0" marR="0" lvl="0" indent="0" algn="ctr" rtl="0">
              <a:lnSpc>
                <a:spcPct val="100000"/>
              </a:lnSpc>
              <a:spcBef>
                <a:spcPts val="0"/>
              </a:spcBef>
              <a:spcAft>
                <a:spcPts val="0"/>
              </a:spcAft>
              <a:buNone/>
            </a:pPr>
            <a:endParaRPr sz="1600" b="1" i="0" u="sng"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r>
              <a:rPr lang="en-SG" sz="1600" b="0" i="0" u="none" strike="noStrike" cap="none">
                <a:solidFill>
                  <a:schemeClr val="lt1"/>
                </a:solidFill>
                <a:latin typeface="Arial"/>
                <a:ea typeface="Arial"/>
                <a:cs typeface="Arial"/>
                <a:sym typeface="Arial"/>
              </a:rPr>
              <a:t>10.2.0.0/</a:t>
            </a:r>
            <a:r>
              <a:rPr lang="en-SG" sz="1600" b="0" i="0" u="none" strike="noStrike" cap="none">
                <a:solidFill>
                  <a:srgbClr val="FF0000"/>
                </a:solidFill>
                <a:latin typeface="Arial"/>
                <a:ea typeface="Arial"/>
                <a:cs typeface="Arial"/>
                <a:sym typeface="Arial"/>
              </a:rPr>
              <a:t>255.255</a:t>
            </a:r>
            <a:r>
              <a:rPr lang="en-SG" sz="1600" b="0" i="0" u="none" strike="noStrike" cap="none">
                <a:solidFill>
                  <a:schemeClr val="lt1"/>
                </a:solidFill>
                <a:latin typeface="Arial"/>
                <a:ea typeface="Arial"/>
                <a:cs typeface="Arial"/>
                <a:sym typeface="Arial"/>
              </a:rPr>
              <a:t>.0.0</a:t>
            </a:r>
            <a:endParaRPr/>
          </a:p>
          <a:p>
            <a:pPr marL="0" marR="0" lvl="0" indent="0" algn="ctr" rtl="0">
              <a:lnSpc>
                <a:spcPct val="100000"/>
              </a:lnSpc>
              <a:spcBef>
                <a:spcPts val="0"/>
              </a:spcBef>
              <a:spcAft>
                <a:spcPts val="0"/>
              </a:spcAft>
              <a:buNone/>
            </a:pPr>
            <a:r>
              <a:rPr lang="en-SG" sz="1600" b="0" i="0" u="none" strike="noStrike" cap="none">
                <a:solidFill>
                  <a:schemeClr val="lt1"/>
                </a:solidFill>
                <a:latin typeface="Arial"/>
                <a:ea typeface="Arial"/>
                <a:cs typeface="Arial"/>
                <a:sym typeface="Arial"/>
              </a:rPr>
              <a:t>(65,534 hosts)</a:t>
            </a:r>
            <a:endParaRPr/>
          </a:p>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8" name="Google Shape;588;p81"/>
          <p:cNvSpPr/>
          <p:nvPr/>
        </p:nvSpPr>
        <p:spPr>
          <a:xfrm>
            <a:off x="7203262" y="3094074"/>
            <a:ext cx="2913300" cy="1361100"/>
          </a:xfrm>
          <a:prstGeom prst="ellipse">
            <a:avLst/>
          </a:prstGeom>
          <a:solidFill>
            <a:srgbClr val="00B0F0"/>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1400" b="1" i="0" u="sng" strike="noStrike" cap="none">
                <a:solidFill>
                  <a:schemeClr val="lt1"/>
                </a:solidFill>
                <a:latin typeface="Arial"/>
                <a:ea typeface="Arial"/>
                <a:cs typeface="Arial"/>
                <a:sym typeface="Arial"/>
              </a:rPr>
              <a:t>Customer B</a:t>
            </a:r>
            <a:endParaRPr/>
          </a:p>
          <a:p>
            <a:pPr marL="0" marR="0" lvl="0" indent="0" algn="ctr" rtl="0">
              <a:lnSpc>
                <a:spcPct val="100000"/>
              </a:lnSpc>
              <a:spcBef>
                <a:spcPts val="0"/>
              </a:spcBef>
              <a:spcAft>
                <a:spcPts val="0"/>
              </a:spcAft>
              <a:buNone/>
            </a:pPr>
            <a:endParaRPr sz="1400" b="1" i="0" u="sng"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r>
              <a:rPr lang="en-SG" sz="1400" b="0" i="0" u="none" strike="noStrike" cap="none">
                <a:solidFill>
                  <a:schemeClr val="lt1"/>
                </a:solidFill>
                <a:latin typeface="Arial"/>
                <a:ea typeface="Arial"/>
                <a:cs typeface="Arial"/>
                <a:sym typeface="Arial"/>
              </a:rPr>
              <a:t>10.3.0.0/</a:t>
            </a:r>
            <a:r>
              <a:rPr lang="en-SG" sz="1400" b="0" i="0" u="none" strike="noStrike" cap="none">
                <a:solidFill>
                  <a:srgbClr val="FF0000"/>
                </a:solidFill>
                <a:latin typeface="Arial"/>
                <a:ea typeface="Arial"/>
                <a:cs typeface="Arial"/>
                <a:sym typeface="Arial"/>
              </a:rPr>
              <a:t>255.255</a:t>
            </a:r>
            <a:r>
              <a:rPr lang="en-SG" sz="1400" b="0" i="0" u="none" strike="noStrike" cap="none">
                <a:solidFill>
                  <a:schemeClr val="lt1"/>
                </a:solidFill>
                <a:latin typeface="Arial"/>
                <a:ea typeface="Arial"/>
                <a:cs typeface="Arial"/>
                <a:sym typeface="Arial"/>
              </a:rPr>
              <a:t>.0.0</a:t>
            </a:r>
            <a:endParaRPr/>
          </a:p>
          <a:p>
            <a:pPr marL="0" marR="0" lvl="0" indent="0" algn="ctr" rtl="0">
              <a:lnSpc>
                <a:spcPct val="100000"/>
              </a:lnSpc>
              <a:spcBef>
                <a:spcPts val="0"/>
              </a:spcBef>
              <a:spcAft>
                <a:spcPts val="0"/>
              </a:spcAft>
              <a:buNone/>
            </a:pPr>
            <a:r>
              <a:rPr lang="en-SG" sz="1400" b="0" i="0" u="none" strike="noStrike" cap="none">
                <a:solidFill>
                  <a:schemeClr val="lt1"/>
                </a:solidFill>
                <a:latin typeface="Arial"/>
                <a:ea typeface="Arial"/>
                <a:cs typeface="Arial"/>
                <a:sym typeface="Arial"/>
              </a:rPr>
              <a:t>(65,534 hosts)</a:t>
            </a:r>
            <a:endParaRPr/>
          </a:p>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9" name="Google Shape;589;p81"/>
          <p:cNvSpPr txBox="1"/>
          <p:nvPr/>
        </p:nvSpPr>
        <p:spPr>
          <a:xfrm>
            <a:off x="420283" y="77808"/>
            <a:ext cx="60978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SG" sz="3600" b="0" i="0" u="none" strike="noStrike" cap="none">
                <a:solidFill>
                  <a:srgbClr val="000000"/>
                </a:solidFill>
                <a:latin typeface="Arial Black"/>
                <a:ea typeface="Arial Black"/>
                <a:cs typeface="Arial Black"/>
                <a:sym typeface="Arial Black"/>
              </a:rPr>
              <a:t>Subnetting</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11"/>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LAN</a:t>
            </a:r>
            <a:endParaRPr/>
          </a:p>
        </p:txBody>
      </p:sp>
      <p:grpSp>
        <p:nvGrpSpPr>
          <p:cNvPr id="595" name="Google Shape;595;p11"/>
          <p:cNvGrpSpPr/>
          <p:nvPr/>
        </p:nvGrpSpPr>
        <p:grpSpPr>
          <a:xfrm>
            <a:off x="1220625" y="1685040"/>
            <a:ext cx="2635878" cy="2680603"/>
            <a:chOff x="835315" y="370977"/>
            <a:chExt cx="3244158" cy="3299204"/>
          </a:xfrm>
        </p:grpSpPr>
        <p:grpSp>
          <p:nvGrpSpPr>
            <p:cNvPr id="596" name="Google Shape;596;p11"/>
            <p:cNvGrpSpPr/>
            <p:nvPr/>
          </p:nvGrpSpPr>
          <p:grpSpPr>
            <a:xfrm>
              <a:off x="1911730" y="1709909"/>
              <a:ext cx="1128900" cy="781619"/>
              <a:chOff x="5528963" y="895412"/>
              <a:chExt cx="1128900" cy="781619"/>
            </a:xfrm>
          </p:grpSpPr>
          <p:pic>
            <p:nvPicPr>
              <p:cNvPr id="597" name="Google Shape;597;p11"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598" name="Google Shape;598;p11"/>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E1200-AP</a:t>
                </a:r>
                <a:endParaRPr sz="1400" b="0" i="0" u="none" strike="noStrike" cap="none">
                  <a:solidFill>
                    <a:srgbClr val="000000"/>
                  </a:solidFill>
                  <a:latin typeface="Arial"/>
                  <a:ea typeface="Arial"/>
                  <a:cs typeface="Arial"/>
                  <a:sym typeface="Arial"/>
                </a:endParaRPr>
              </a:p>
            </p:txBody>
          </p:sp>
        </p:grpSp>
        <p:grpSp>
          <p:nvGrpSpPr>
            <p:cNvPr id="599" name="Google Shape;599;p11"/>
            <p:cNvGrpSpPr/>
            <p:nvPr/>
          </p:nvGrpSpPr>
          <p:grpSpPr>
            <a:xfrm>
              <a:off x="1557814" y="1159838"/>
              <a:ext cx="525018" cy="524337"/>
              <a:chOff x="3408" y="2592"/>
              <a:chExt cx="1528" cy="1528"/>
            </a:xfrm>
          </p:grpSpPr>
          <p:sp>
            <p:nvSpPr>
              <p:cNvPr id="600" name="Google Shape;600;p11"/>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01" name="Google Shape;601;p11"/>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02" name="Google Shape;602;p11"/>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grpSp>
          <p:nvGrpSpPr>
            <p:cNvPr id="603" name="Google Shape;603;p11"/>
            <p:cNvGrpSpPr/>
            <p:nvPr/>
          </p:nvGrpSpPr>
          <p:grpSpPr>
            <a:xfrm>
              <a:off x="2938787" y="1147289"/>
              <a:ext cx="531474" cy="532012"/>
              <a:chOff x="3456" y="2016"/>
              <a:chExt cx="1526" cy="1528"/>
            </a:xfrm>
          </p:grpSpPr>
          <p:sp>
            <p:nvSpPr>
              <p:cNvPr id="604" name="Google Shape;604;p11"/>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05" name="Google Shape;605;p11"/>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06" name="Google Shape;606;p11"/>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607" name="Google Shape;607;p11"/>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608" name="Google Shape;608;p11"/>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609" name="Google Shape;609;p11"/>
            <p:cNvGrpSpPr/>
            <p:nvPr/>
          </p:nvGrpSpPr>
          <p:grpSpPr>
            <a:xfrm flipH="1">
              <a:off x="2341008" y="2392126"/>
              <a:ext cx="114300" cy="800971"/>
              <a:chOff x="5280" y="2016"/>
              <a:chExt cx="300" cy="2100"/>
            </a:xfrm>
          </p:grpSpPr>
          <p:sp>
            <p:nvSpPr>
              <p:cNvPr id="610" name="Google Shape;610;p11"/>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11" name="Google Shape;611;p11"/>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12" name="Google Shape;612;p11"/>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613" name="Google Shape;613;p11"/>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aphicFrame>
        <p:nvGraphicFramePr>
          <p:cNvPr id="614" name="Google Shape;614;p11"/>
          <p:cNvGraphicFramePr/>
          <p:nvPr/>
        </p:nvGraphicFramePr>
        <p:xfrm>
          <a:off x="1373304" y="4668123"/>
          <a:ext cx="2483200" cy="1299520"/>
        </p:xfrm>
        <a:graphic>
          <a:graphicData uri="http://schemas.openxmlformats.org/drawingml/2006/table">
            <a:tbl>
              <a:tblPr firstRow="1" bandRow="1">
                <a:noFill/>
                <a:tableStyleId>{DFBAE71F-A087-424A-B7BF-EA8BE10E66AE}</a:tableStyleId>
              </a:tblPr>
              <a:tblGrid>
                <a:gridCol w="745975">
                  <a:extLst>
                    <a:ext uri="{9D8B030D-6E8A-4147-A177-3AD203B41FA5}">
                      <a16:colId xmlns:a16="http://schemas.microsoft.com/office/drawing/2014/main" val="20000"/>
                    </a:ext>
                  </a:extLst>
                </a:gridCol>
                <a:gridCol w="1737225">
                  <a:extLst>
                    <a:ext uri="{9D8B030D-6E8A-4147-A177-3AD203B41FA5}">
                      <a16:colId xmlns:a16="http://schemas.microsoft.com/office/drawing/2014/main" val="20001"/>
                    </a:ext>
                  </a:extLst>
                </a:gridCol>
              </a:tblGrid>
              <a:tr h="3013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SSID</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GRP10</a:t>
                      </a:r>
                      <a:endParaRPr sz="1400" u="none" strike="noStrike" cap="none"/>
                    </a:p>
                  </a:txBody>
                  <a:tcPr marL="74300" marR="74300" marT="37150" marB="37150"/>
                </a:tc>
                <a:extLst>
                  <a:ext uri="{0D108BD9-81ED-4DB2-BD59-A6C34878D82A}">
                    <a16:rowId xmlns:a16="http://schemas.microsoft.com/office/drawing/2014/main" val="10000"/>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IP address range:</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192.168.10.100 to 192.168.10.150</a:t>
                      </a:r>
                      <a:endParaRPr sz="1400" u="none" strike="noStrike" cap="none"/>
                    </a:p>
                  </a:txBody>
                  <a:tcPr marL="74300" marR="74300" marT="37150" marB="37150"/>
                </a:tc>
                <a:extLst>
                  <a:ext uri="{0D108BD9-81ED-4DB2-BD59-A6C34878D82A}">
                    <a16:rowId xmlns:a16="http://schemas.microsoft.com/office/drawing/2014/main" val="10001"/>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Subnet Mask:</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255.255.255.0</a:t>
                      </a:r>
                      <a:endParaRPr sz="1400" u="none" strike="noStrike" cap="none"/>
                    </a:p>
                  </a:txBody>
                  <a:tcPr marL="74300" marR="74300" marT="37150" marB="37150"/>
                </a:tc>
                <a:extLst>
                  <a:ext uri="{0D108BD9-81ED-4DB2-BD59-A6C34878D82A}">
                    <a16:rowId xmlns:a16="http://schemas.microsoft.com/office/drawing/2014/main" val="10002"/>
                  </a:ext>
                </a:extLst>
              </a:tr>
            </a:tbl>
          </a:graphicData>
        </a:graphic>
      </p:graphicFrame>
      <p:grpSp>
        <p:nvGrpSpPr>
          <p:cNvPr id="615" name="Google Shape;615;p11"/>
          <p:cNvGrpSpPr/>
          <p:nvPr/>
        </p:nvGrpSpPr>
        <p:grpSpPr>
          <a:xfrm>
            <a:off x="8164301" y="1621578"/>
            <a:ext cx="2635878" cy="2680603"/>
            <a:chOff x="835315" y="370977"/>
            <a:chExt cx="3244158" cy="3299204"/>
          </a:xfrm>
        </p:grpSpPr>
        <p:grpSp>
          <p:nvGrpSpPr>
            <p:cNvPr id="616" name="Google Shape;616;p11"/>
            <p:cNvGrpSpPr/>
            <p:nvPr/>
          </p:nvGrpSpPr>
          <p:grpSpPr>
            <a:xfrm>
              <a:off x="1911730" y="1709909"/>
              <a:ext cx="1128900" cy="781619"/>
              <a:chOff x="5528963" y="895412"/>
              <a:chExt cx="1128900" cy="781619"/>
            </a:xfrm>
          </p:grpSpPr>
          <p:pic>
            <p:nvPicPr>
              <p:cNvPr id="617" name="Google Shape;617;p11"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618" name="Google Shape;618;p11"/>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E1200-AP</a:t>
                </a:r>
                <a:endParaRPr sz="1400" b="0" i="0" u="none" strike="noStrike" cap="none">
                  <a:solidFill>
                    <a:srgbClr val="000000"/>
                  </a:solidFill>
                  <a:latin typeface="Arial"/>
                  <a:ea typeface="Arial"/>
                  <a:cs typeface="Arial"/>
                  <a:sym typeface="Arial"/>
                </a:endParaRPr>
              </a:p>
            </p:txBody>
          </p:sp>
        </p:grpSp>
        <p:grpSp>
          <p:nvGrpSpPr>
            <p:cNvPr id="619" name="Google Shape;619;p11"/>
            <p:cNvGrpSpPr/>
            <p:nvPr/>
          </p:nvGrpSpPr>
          <p:grpSpPr>
            <a:xfrm>
              <a:off x="1557814" y="1159838"/>
              <a:ext cx="525018" cy="524337"/>
              <a:chOff x="3408" y="2592"/>
              <a:chExt cx="1528" cy="1528"/>
            </a:xfrm>
          </p:grpSpPr>
          <p:sp>
            <p:nvSpPr>
              <p:cNvPr id="620" name="Google Shape;620;p11"/>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21" name="Google Shape;621;p11"/>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22" name="Google Shape;622;p11"/>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grpSp>
          <p:nvGrpSpPr>
            <p:cNvPr id="623" name="Google Shape;623;p11"/>
            <p:cNvGrpSpPr/>
            <p:nvPr/>
          </p:nvGrpSpPr>
          <p:grpSpPr>
            <a:xfrm>
              <a:off x="2938787" y="1147289"/>
              <a:ext cx="531474" cy="532012"/>
              <a:chOff x="3456" y="2016"/>
              <a:chExt cx="1526" cy="1528"/>
            </a:xfrm>
          </p:grpSpPr>
          <p:sp>
            <p:nvSpPr>
              <p:cNvPr id="624" name="Google Shape;624;p11"/>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25" name="Google Shape;625;p11"/>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26" name="Google Shape;626;p11"/>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627" name="Google Shape;627;p11"/>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628" name="Google Shape;628;p11"/>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629" name="Google Shape;629;p11"/>
            <p:cNvGrpSpPr/>
            <p:nvPr/>
          </p:nvGrpSpPr>
          <p:grpSpPr>
            <a:xfrm flipH="1">
              <a:off x="2341008" y="2392126"/>
              <a:ext cx="114300" cy="800971"/>
              <a:chOff x="5280" y="2016"/>
              <a:chExt cx="300" cy="2100"/>
            </a:xfrm>
          </p:grpSpPr>
          <p:sp>
            <p:nvSpPr>
              <p:cNvPr id="630" name="Google Shape;630;p11"/>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31" name="Google Shape;631;p11"/>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32" name="Google Shape;632;p11"/>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633" name="Google Shape;633;p11"/>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634" name="Google Shape;634;p11"/>
          <p:cNvGrpSpPr/>
          <p:nvPr/>
        </p:nvGrpSpPr>
        <p:grpSpPr>
          <a:xfrm>
            <a:off x="4846597" y="1617017"/>
            <a:ext cx="2635878" cy="2680603"/>
            <a:chOff x="835315" y="370977"/>
            <a:chExt cx="3244158" cy="3299204"/>
          </a:xfrm>
        </p:grpSpPr>
        <p:grpSp>
          <p:nvGrpSpPr>
            <p:cNvPr id="635" name="Google Shape;635;p11"/>
            <p:cNvGrpSpPr/>
            <p:nvPr/>
          </p:nvGrpSpPr>
          <p:grpSpPr>
            <a:xfrm>
              <a:off x="1911730" y="1709909"/>
              <a:ext cx="1128900" cy="781619"/>
              <a:chOff x="5528963" y="895412"/>
              <a:chExt cx="1128900" cy="781619"/>
            </a:xfrm>
          </p:grpSpPr>
          <p:pic>
            <p:nvPicPr>
              <p:cNvPr id="636" name="Google Shape;636;p11"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637" name="Google Shape;637;p11"/>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E1200-AP</a:t>
                </a:r>
                <a:endParaRPr sz="1400" b="0" i="0" u="none" strike="noStrike" cap="none">
                  <a:solidFill>
                    <a:srgbClr val="000000"/>
                  </a:solidFill>
                  <a:latin typeface="Arial"/>
                  <a:ea typeface="Arial"/>
                  <a:cs typeface="Arial"/>
                  <a:sym typeface="Arial"/>
                </a:endParaRPr>
              </a:p>
            </p:txBody>
          </p:sp>
        </p:grpSp>
        <p:grpSp>
          <p:nvGrpSpPr>
            <p:cNvPr id="638" name="Google Shape;638;p11"/>
            <p:cNvGrpSpPr/>
            <p:nvPr/>
          </p:nvGrpSpPr>
          <p:grpSpPr>
            <a:xfrm>
              <a:off x="1557814" y="1159838"/>
              <a:ext cx="525018" cy="524337"/>
              <a:chOff x="3408" y="2592"/>
              <a:chExt cx="1528" cy="1528"/>
            </a:xfrm>
          </p:grpSpPr>
          <p:sp>
            <p:nvSpPr>
              <p:cNvPr id="639" name="Google Shape;639;p11"/>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40" name="Google Shape;640;p11"/>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41" name="Google Shape;641;p11"/>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grpSp>
          <p:nvGrpSpPr>
            <p:cNvPr id="642" name="Google Shape;642;p11"/>
            <p:cNvGrpSpPr/>
            <p:nvPr/>
          </p:nvGrpSpPr>
          <p:grpSpPr>
            <a:xfrm>
              <a:off x="2938787" y="1147289"/>
              <a:ext cx="531474" cy="532012"/>
              <a:chOff x="3456" y="2016"/>
              <a:chExt cx="1526" cy="1528"/>
            </a:xfrm>
          </p:grpSpPr>
          <p:sp>
            <p:nvSpPr>
              <p:cNvPr id="643" name="Google Shape;643;p11"/>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44" name="Google Shape;644;p11"/>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45" name="Google Shape;645;p11"/>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646" name="Google Shape;646;p11"/>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647" name="Google Shape;647;p11"/>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648" name="Google Shape;648;p11"/>
            <p:cNvGrpSpPr/>
            <p:nvPr/>
          </p:nvGrpSpPr>
          <p:grpSpPr>
            <a:xfrm flipH="1">
              <a:off x="2341008" y="2392126"/>
              <a:ext cx="114300" cy="800971"/>
              <a:chOff x="5280" y="2016"/>
              <a:chExt cx="300" cy="2100"/>
            </a:xfrm>
          </p:grpSpPr>
          <p:sp>
            <p:nvSpPr>
              <p:cNvPr id="649" name="Google Shape;649;p11"/>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50" name="Google Shape;650;p11"/>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651" name="Google Shape;651;p11"/>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652" name="Google Shape;652;p11"/>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aphicFrame>
        <p:nvGraphicFramePr>
          <p:cNvPr id="653" name="Google Shape;653;p11"/>
          <p:cNvGraphicFramePr/>
          <p:nvPr/>
        </p:nvGraphicFramePr>
        <p:xfrm>
          <a:off x="5049801" y="4679704"/>
          <a:ext cx="2432675" cy="1299520"/>
        </p:xfrm>
        <a:graphic>
          <a:graphicData uri="http://schemas.openxmlformats.org/drawingml/2006/table">
            <a:tbl>
              <a:tblPr firstRow="1" bandRow="1">
                <a:noFill/>
                <a:tableStyleId>{DFBAE71F-A087-424A-B7BF-EA8BE10E66AE}</a:tableStyleId>
              </a:tblPr>
              <a:tblGrid>
                <a:gridCol w="756450">
                  <a:extLst>
                    <a:ext uri="{9D8B030D-6E8A-4147-A177-3AD203B41FA5}">
                      <a16:colId xmlns:a16="http://schemas.microsoft.com/office/drawing/2014/main" val="20000"/>
                    </a:ext>
                  </a:extLst>
                </a:gridCol>
                <a:gridCol w="1676225">
                  <a:extLst>
                    <a:ext uri="{9D8B030D-6E8A-4147-A177-3AD203B41FA5}">
                      <a16:colId xmlns:a16="http://schemas.microsoft.com/office/drawing/2014/main" val="20001"/>
                    </a:ext>
                  </a:extLst>
                </a:gridCol>
              </a:tblGrid>
              <a:tr h="3013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SSID</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GRP20</a:t>
                      </a:r>
                      <a:endParaRPr sz="1400" u="none" strike="noStrike" cap="none"/>
                    </a:p>
                  </a:txBody>
                  <a:tcPr marL="74300" marR="74300" marT="37150" marB="37150"/>
                </a:tc>
                <a:extLst>
                  <a:ext uri="{0D108BD9-81ED-4DB2-BD59-A6C34878D82A}">
                    <a16:rowId xmlns:a16="http://schemas.microsoft.com/office/drawing/2014/main" val="10000"/>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IP address range:</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192.168.20.100 to 192.168.20.150</a:t>
                      </a:r>
                      <a:endParaRPr sz="1400" u="none" strike="noStrike" cap="none"/>
                    </a:p>
                  </a:txBody>
                  <a:tcPr marL="74300" marR="74300" marT="37150" marB="37150"/>
                </a:tc>
                <a:extLst>
                  <a:ext uri="{0D108BD9-81ED-4DB2-BD59-A6C34878D82A}">
                    <a16:rowId xmlns:a16="http://schemas.microsoft.com/office/drawing/2014/main" val="10001"/>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Subnet Mask:</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255.255.255.0</a:t>
                      </a:r>
                      <a:endParaRPr sz="1400" u="none" strike="noStrike" cap="none"/>
                    </a:p>
                  </a:txBody>
                  <a:tcPr marL="74300" marR="74300" marT="37150" marB="37150"/>
                </a:tc>
                <a:extLst>
                  <a:ext uri="{0D108BD9-81ED-4DB2-BD59-A6C34878D82A}">
                    <a16:rowId xmlns:a16="http://schemas.microsoft.com/office/drawing/2014/main" val="10002"/>
                  </a:ext>
                </a:extLst>
              </a:tr>
            </a:tbl>
          </a:graphicData>
        </a:graphic>
      </p:graphicFrame>
      <p:graphicFrame>
        <p:nvGraphicFramePr>
          <p:cNvPr id="654" name="Google Shape;654;p11"/>
          <p:cNvGraphicFramePr/>
          <p:nvPr/>
        </p:nvGraphicFramePr>
        <p:xfrm>
          <a:off x="8164301" y="4656543"/>
          <a:ext cx="2410075" cy="1322695"/>
        </p:xfrm>
        <a:graphic>
          <a:graphicData uri="http://schemas.openxmlformats.org/drawingml/2006/table">
            <a:tbl>
              <a:tblPr firstRow="1" bandRow="1">
                <a:noFill/>
                <a:tableStyleId>{DFBAE71F-A087-424A-B7BF-EA8BE10E66AE}</a:tableStyleId>
              </a:tblPr>
              <a:tblGrid>
                <a:gridCol w="749425">
                  <a:extLst>
                    <a:ext uri="{9D8B030D-6E8A-4147-A177-3AD203B41FA5}">
                      <a16:colId xmlns:a16="http://schemas.microsoft.com/office/drawing/2014/main" val="20000"/>
                    </a:ext>
                  </a:extLst>
                </a:gridCol>
                <a:gridCol w="1660650">
                  <a:extLst>
                    <a:ext uri="{9D8B030D-6E8A-4147-A177-3AD203B41FA5}">
                      <a16:colId xmlns:a16="http://schemas.microsoft.com/office/drawing/2014/main" val="20001"/>
                    </a:ext>
                  </a:extLst>
                </a:gridCol>
              </a:tblGrid>
              <a:tr h="324475">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SSID</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GRP30</a:t>
                      </a:r>
                      <a:endParaRPr sz="1400" u="none" strike="noStrike" cap="none"/>
                    </a:p>
                  </a:txBody>
                  <a:tcPr marL="74300" marR="74300" marT="37150" marB="37150"/>
                </a:tc>
                <a:extLst>
                  <a:ext uri="{0D108BD9-81ED-4DB2-BD59-A6C34878D82A}">
                    <a16:rowId xmlns:a16="http://schemas.microsoft.com/office/drawing/2014/main" val="10000"/>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IP address range:</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192.168.30.100 to 192.168.30.150</a:t>
                      </a:r>
                      <a:endParaRPr sz="1400" u="none" strike="noStrike" cap="none"/>
                    </a:p>
                  </a:txBody>
                  <a:tcPr marL="74300" marR="74300" marT="37150" marB="37150"/>
                </a:tc>
                <a:extLst>
                  <a:ext uri="{0D108BD9-81ED-4DB2-BD59-A6C34878D82A}">
                    <a16:rowId xmlns:a16="http://schemas.microsoft.com/office/drawing/2014/main" val="10001"/>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Subnet Mask:</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255.255.255.0</a:t>
                      </a:r>
                      <a:endParaRPr sz="1400" u="none" strike="noStrike" cap="none"/>
                    </a:p>
                  </a:txBody>
                  <a:tcPr marL="74300" marR="74300" marT="37150" marB="37150"/>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16"/>
          <p:cNvPicPr preferRelativeResize="0"/>
          <p:nvPr/>
        </p:nvPicPr>
        <p:blipFill rotWithShape="1">
          <a:blip r:embed="rId3">
            <a:alphaModFix/>
          </a:blip>
          <a:srcRect/>
          <a:stretch/>
        </p:blipFill>
        <p:spPr>
          <a:xfrm>
            <a:off x="652462" y="695325"/>
            <a:ext cx="4791075" cy="5467350"/>
          </a:xfrm>
          <a:prstGeom prst="rect">
            <a:avLst/>
          </a:prstGeom>
          <a:noFill/>
          <a:ln>
            <a:noFill/>
          </a:ln>
        </p:spPr>
      </p:pic>
      <p:pic>
        <p:nvPicPr>
          <p:cNvPr id="660" name="Google Shape;660;p16"/>
          <p:cNvPicPr preferRelativeResize="0"/>
          <p:nvPr/>
        </p:nvPicPr>
        <p:blipFill rotWithShape="1">
          <a:blip r:embed="rId4">
            <a:alphaModFix/>
          </a:blip>
          <a:srcRect/>
          <a:stretch/>
        </p:blipFill>
        <p:spPr>
          <a:xfrm>
            <a:off x="5970699" y="1157287"/>
            <a:ext cx="5810250" cy="4543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17"/>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Dynamic Host Configuration Protocol(DHCP) Service</a:t>
            </a:r>
            <a:endParaRPr/>
          </a:p>
        </p:txBody>
      </p:sp>
      <p:sp>
        <p:nvSpPr>
          <p:cNvPr id="666" name="Google Shape;666;p17"/>
          <p:cNvSpPr txBox="1">
            <a:spLocks noGrp="1"/>
          </p:cNvSpPr>
          <p:nvPr>
            <p:ph type="body" idx="1"/>
          </p:nvPr>
        </p:nvSpPr>
        <p:spPr>
          <a:xfrm>
            <a:off x="609600" y="1371600"/>
            <a:ext cx="5350800" cy="46863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Font typeface="Tahoma"/>
              <a:buChar char="•"/>
            </a:pPr>
            <a:r>
              <a:rPr lang="en-SG"/>
              <a:t>usually provided by a router</a:t>
            </a:r>
            <a:endParaRPr/>
          </a:p>
          <a:p>
            <a:pPr marL="342900" lvl="0" indent="-342900" algn="l" rtl="0">
              <a:lnSpc>
                <a:spcPct val="100000"/>
              </a:lnSpc>
              <a:spcBef>
                <a:spcPts val="560"/>
              </a:spcBef>
              <a:spcAft>
                <a:spcPts val="0"/>
              </a:spcAft>
              <a:buSzPts val="2800"/>
              <a:buFont typeface="Tahoma"/>
              <a:buChar char="•"/>
            </a:pPr>
            <a:r>
              <a:rPr lang="en-SG"/>
              <a:t>client uses a data-link layer (MAC) broadcast address</a:t>
            </a:r>
            <a:endParaRPr/>
          </a:p>
          <a:p>
            <a:pPr marL="342900" lvl="0" indent="-342900" algn="l" rtl="0">
              <a:lnSpc>
                <a:spcPct val="100000"/>
              </a:lnSpc>
              <a:spcBef>
                <a:spcPts val="560"/>
              </a:spcBef>
              <a:spcAft>
                <a:spcPts val="0"/>
              </a:spcAft>
              <a:buSzPts val="2800"/>
              <a:buFont typeface="Tahoma"/>
              <a:buChar char="•"/>
            </a:pPr>
            <a:r>
              <a:rPr lang="en-SG"/>
              <a:t>configure a range of IP addresses and a subnet mask to issue to clients</a:t>
            </a:r>
            <a:endParaRPr/>
          </a:p>
          <a:p>
            <a:pPr marL="342900" lvl="0" indent="-342900" algn="l" rtl="0">
              <a:lnSpc>
                <a:spcPct val="100000"/>
              </a:lnSpc>
              <a:spcBef>
                <a:spcPts val="560"/>
              </a:spcBef>
              <a:spcAft>
                <a:spcPts val="0"/>
              </a:spcAft>
              <a:buSzPts val="2800"/>
              <a:buFont typeface="Tahoma"/>
              <a:buChar char="•"/>
            </a:pPr>
            <a:r>
              <a:rPr lang="en-SG"/>
              <a:t>IP addresses are not permanent, their leased period will expired and will need to be renewel</a:t>
            </a:r>
            <a:endParaRPr/>
          </a:p>
        </p:txBody>
      </p:sp>
      <p:sp>
        <p:nvSpPr>
          <p:cNvPr id="667" name="Google Shape;667;p17"/>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SG"/>
              <a:t>15</a:t>
            </a:fld>
            <a:endParaRPr/>
          </a:p>
        </p:txBody>
      </p:sp>
      <p:pic>
        <p:nvPicPr>
          <p:cNvPr id="668" name="Google Shape;668;p17" descr="DHCP Processes"/>
          <p:cNvPicPr preferRelativeResize="0"/>
          <p:nvPr/>
        </p:nvPicPr>
        <p:blipFill rotWithShape="1">
          <a:blip r:embed="rId3">
            <a:alphaModFix/>
          </a:blip>
          <a:srcRect/>
          <a:stretch/>
        </p:blipFill>
        <p:spPr>
          <a:xfrm>
            <a:off x="6667347" y="1571625"/>
            <a:ext cx="4029075" cy="4286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cxnSp>
        <p:nvCxnSpPr>
          <p:cNvPr id="673" name="Google Shape;673;p18"/>
          <p:cNvCxnSpPr/>
          <p:nvPr/>
        </p:nvCxnSpPr>
        <p:spPr>
          <a:xfrm rot="10800000" flipH="1">
            <a:off x="10063965" y="2366721"/>
            <a:ext cx="97500" cy="1320600"/>
          </a:xfrm>
          <a:prstGeom prst="straightConnector1">
            <a:avLst/>
          </a:prstGeom>
          <a:noFill/>
          <a:ln w="19050" cap="flat" cmpd="sng">
            <a:solidFill>
              <a:schemeClr val="dk1"/>
            </a:solidFill>
            <a:prstDash val="solid"/>
            <a:miter lim="800000"/>
            <a:headEnd type="none" w="sm" len="sm"/>
            <a:tailEnd type="none" w="sm" len="sm"/>
          </a:ln>
        </p:spPr>
      </p:cxnSp>
      <p:cxnSp>
        <p:nvCxnSpPr>
          <p:cNvPr id="674" name="Google Shape;674;p18"/>
          <p:cNvCxnSpPr/>
          <p:nvPr/>
        </p:nvCxnSpPr>
        <p:spPr>
          <a:xfrm flipH="1">
            <a:off x="6061884" y="2235432"/>
            <a:ext cx="20700" cy="1383900"/>
          </a:xfrm>
          <a:prstGeom prst="straightConnector1">
            <a:avLst/>
          </a:prstGeom>
          <a:noFill/>
          <a:ln w="19050" cap="flat" cmpd="sng">
            <a:solidFill>
              <a:schemeClr val="dk1"/>
            </a:solidFill>
            <a:prstDash val="solid"/>
            <a:miter lim="800000"/>
            <a:headEnd type="none" w="sm" len="sm"/>
            <a:tailEnd type="none" w="sm" len="sm"/>
          </a:ln>
        </p:spPr>
      </p:cxnSp>
      <p:grpSp>
        <p:nvGrpSpPr>
          <p:cNvPr id="675" name="Google Shape;675;p18"/>
          <p:cNvGrpSpPr/>
          <p:nvPr/>
        </p:nvGrpSpPr>
        <p:grpSpPr>
          <a:xfrm>
            <a:off x="1123406" y="2599439"/>
            <a:ext cx="2635878" cy="2680603"/>
            <a:chOff x="835315" y="370977"/>
            <a:chExt cx="3244158" cy="3299204"/>
          </a:xfrm>
        </p:grpSpPr>
        <p:grpSp>
          <p:nvGrpSpPr>
            <p:cNvPr id="676" name="Google Shape;676;p18"/>
            <p:cNvGrpSpPr/>
            <p:nvPr/>
          </p:nvGrpSpPr>
          <p:grpSpPr>
            <a:xfrm>
              <a:off x="1911730" y="1709909"/>
              <a:ext cx="1128900" cy="781619"/>
              <a:chOff x="5528963" y="895412"/>
              <a:chExt cx="1128900" cy="781619"/>
            </a:xfrm>
          </p:grpSpPr>
          <p:pic>
            <p:nvPicPr>
              <p:cNvPr id="677" name="Google Shape;677;p18"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678" name="Google Shape;678;p18"/>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rgbClr val="000000"/>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679" name="Google Shape;679;p18"/>
            <p:cNvGrpSpPr/>
            <p:nvPr/>
          </p:nvGrpSpPr>
          <p:grpSpPr>
            <a:xfrm>
              <a:off x="1557814" y="1159838"/>
              <a:ext cx="525018" cy="524337"/>
              <a:chOff x="3408" y="2592"/>
              <a:chExt cx="1528" cy="1528"/>
            </a:xfrm>
          </p:grpSpPr>
          <p:sp>
            <p:nvSpPr>
              <p:cNvPr id="680" name="Google Shape;680;p18"/>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681" name="Google Shape;681;p18"/>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682" name="Google Shape;682;p18"/>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grpSp>
          <p:nvGrpSpPr>
            <p:cNvPr id="683" name="Google Shape;683;p18"/>
            <p:cNvGrpSpPr/>
            <p:nvPr/>
          </p:nvGrpSpPr>
          <p:grpSpPr>
            <a:xfrm>
              <a:off x="2938787" y="1147289"/>
              <a:ext cx="531474" cy="532012"/>
              <a:chOff x="3456" y="2016"/>
              <a:chExt cx="1526" cy="1528"/>
            </a:xfrm>
          </p:grpSpPr>
          <p:sp>
            <p:nvSpPr>
              <p:cNvPr id="684" name="Google Shape;684;p18"/>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685" name="Google Shape;685;p18"/>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686" name="Google Shape;686;p18"/>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pic>
          <p:nvPicPr>
            <p:cNvPr id="687" name="Google Shape;687;p18"/>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688" name="Google Shape;688;p18"/>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689" name="Google Shape;689;p18"/>
            <p:cNvGrpSpPr/>
            <p:nvPr/>
          </p:nvGrpSpPr>
          <p:grpSpPr>
            <a:xfrm flipH="1">
              <a:off x="2341008" y="2392126"/>
              <a:ext cx="114300" cy="800971"/>
              <a:chOff x="5280" y="2016"/>
              <a:chExt cx="300" cy="2100"/>
            </a:xfrm>
          </p:grpSpPr>
          <p:sp>
            <p:nvSpPr>
              <p:cNvPr id="690" name="Google Shape;690;p18"/>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691" name="Google Shape;691;p18"/>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692" name="Google Shape;692;p18"/>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pic>
          <p:nvPicPr>
            <p:cNvPr id="693" name="Google Shape;693;p18"/>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694" name="Google Shape;694;p18"/>
          <p:cNvGrpSpPr/>
          <p:nvPr/>
        </p:nvGrpSpPr>
        <p:grpSpPr>
          <a:xfrm>
            <a:off x="8730759" y="2605424"/>
            <a:ext cx="2635878" cy="2680603"/>
            <a:chOff x="835315" y="370977"/>
            <a:chExt cx="3244158" cy="3299204"/>
          </a:xfrm>
        </p:grpSpPr>
        <p:grpSp>
          <p:nvGrpSpPr>
            <p:cNvPr id="695" name="Google Shape;695;p18"/>
            <p:cNvGrpSpPr/>
            <p:nvPr/>
          </p:nvGrpSpPr>
          <p:grpSpPr>
            <a:xfrm>
              <a:off x="1911730" y="1709909"/>
              <a:ext cx="1128900" cy="781619"/>
              <a:chOff x="5528963" y="895412"/>
              <a:chExt cx="1128900" cy="781619"/>
            </a:xfrm>
          </p:grpSpPr>
          <p:pic>
            <p:nvPicPr>
              <p:cNvPr id="696" name="Google Shape;696;p18"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697" name="Google Shape;697;p18"/>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rgbClr val="000000"/>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698" name="Google Shape;698;p18"/>
            <p:cNvGrpSpPr/>
            <p:nvPr/>
          </p:nvGrpSpPr>
          <p:grpSpPr>
            <a:xfrm>
              <a:off x="1557814" y="1159838"/>
              <a:ext cx="525018" cy="524337"/>
              <a:chOff x="3408" y="2592"/>
              <a:chExt cx="1528" cy="1528"/>
            </a:xfrm>
          </p:grpSpPr>
          <p:sp>
            <p:nvSpPr>
              <p:cNvPr id="699" name="Google Shape;699;p18"/>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00" name="Google Shape;700;p18"/>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01" name="Google Shape;701;p18"/>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grpSp>
          <p:nvGrpSpPr>
            <p:cNvPr id="702" name="Google Shape;702;p18"/>
            <p:cNvGrpSpPr/>
            <p:nvPr/>
          </p:nvGrpSpPr>
          <p:grpSpPr>
            <a:xfrm>
              <a:off x="2938787" y="1147289"/>
              <a:ext cx="531474" cy="532012"/>
              <a:chOff x="3456" y="2016"/>
              <a:chExt cx="1526" cy="1528"/>
            </a:xfrm>
          </p:grpSpPr>
          <p:sp>
            <p:nvSpPr>
              <p:cNvPr id="703" name="Google Shape;703;p18"/>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04" name="Google Shape;704;p18"/>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05" name="Google Shape;705;p18"/>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pic>
          <p:nvPicPr>
            <p:cNvPr id="706" name="Google Shape;706;p18"/>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707" name="Google Shape;707;p18"/>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708" name="Google Shape;708;p18"/>
            <p:cNvGrpSpPr/>
            <p:nvPr/>
          </p:nvGrpSpPr>
          <p:grpSpPr>
            <a:xfrm flipH="1">
              <a:off x="2341008" y="2392126"/>
              <a:ext cx="114300" cy="800971"/>
              <a:chOff x="5280" y="2016"/>
              <a:chExt cx="300" cy="2100"/>
            </a:xfrm>
          </p:grpSpPr>
          <p:sp>
            <p:nvSpPr>
              <p:cNvPr id="709" name="Google Shape;709;p18"/>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10" name="Google Shape;710;p18"/>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11" name="Google Shape;711;p18"/>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pic>
          <p:nvPicPr>
            <p:cNvPr id="712" name="Google Shape;712;p18"/>
            <p:cNvPicPr preferRelativeResize="0"/>
            <p:nvPr/>
          </p:nvPicPr>
          <p:blipFill rotWithShape="1">
            <a:blip r:embed="rId4">
              <a:alphaModFix/>
            </a:blip>
            <a:srcRect/>
            <a:stretch/>
          </p:blipFill>
          <p:spPr>
            <a:xfrm>
              <a:off x="1825477" y="2928817"/>
              <a:ext cx="914401" cy="741364"/>
            </a:xfrm>
            <a:prstGeom prst="rect">
              <a:avLst/>
            </a:prstGeom>
            <a:noFill/>
            <a:ln>
              <a:noFill/>
            </a:ln>
          </p:spPr>
        </p:pic>
      </p:grpSp>
      <p:grpSp>
        <p:nvGrpSpPr>
          <p:cNvPr id="713" name="Google Shape;713;p18"/>
          <p:cNvGrpSpPr/>
          <p:nvPr/>
        </p:nvGrpSpPr>
        <p:grpSpPr>
          <a:xfrm>
            <a:off x="4749378" y="2531416"/>
            <a:ext cx="2635878" cy="2680603"/>
            <a:chOff x="835315" y="370977"/>
            <a:chExt cx="3244158" cy="3299204"/>
          </a:xfrm>
        </p:grpSpPr>
        <p:grpSp>
          <p:nvGrpSpPr>
            <p:cNvPr id="714" name="Google Shape;714;p18"/>
            <p:cNvGrpSpPr/>
            <p:nvPr/>
          </p:nvGrpSpPr>
          <p:grpSpPr>
            <a:xfrm>
              <a:off x="1911730" y="1709909"/>
              <a:ext cx="1128900" cy="781619"/>
              <a:chOff x="5528963" y="895412"/>
              <a:chExt cx="1128900" cy="781619"/>
            </a:xfrm>
          </p:grpSpPr>
          <p:pic>
            <p:nvPicPr>
              <p:cNvPr id="715" name="Google Shape;715;p18"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716" name="Google Shape;716;p18"/>
              <p:cNvSpPr/>
              <p:nvPr/>
            </p:nvSpPr>
            <p:spPr>
              <a:xfrm>
                <a:off x="5528963" y="1286431"/>
                <a:ext cx="11289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rgbClr val="000000"/>
                    </a:solidFill>
                    <a:latin typeface="Calibri"/>
                    <a:ea typeface="Calibri"/>
                    <a:cs typeface="Calibri"/>
                    <a:sym typeface="Calibri"/>
                  </a:rPr>
                  <a:t>E1200-AP</a:t>
                </a:r>
                <a:endParaRPr sz="1400" b="0" i="0" u="none" strike="noStrike" cap="none">
                  <a:solidFill>
                    <a:srgbClr val="000000"/>
                  </a:solidFill>
                  <a:latin typeface="Arial"/>
                  <a:ea typeface="Arial"/>
                  <a:cs typeface="Arial"/>
                  <a:sym typeface="Arial"/>
                </a:endParaRPr>
              </a:p>
            </p:txBody>
          </p:sp>
        </p:grpSp>
        <p:grpSp>
          <p:nvGrpSpPr>
            <p:cNvPr id="717" name="Google Shape;717;p18"/>
            <p:cNvGrpSpPr/>
            <p:nvPr/>
          </p:nvGrpSpPr>
          <p:grpSpPr>
            <a:xfrm>
              <a:off x="1557814" y="1159838"/>
              <a:ext cx="525018" cy="524337"/>
              <a:chOff x="3408" y="2592"/>
              <a:chExt cx="1528" cy="1528"/>
            </a:xfrm>
          </p:grpSpPr>
          <p:sp>
            <p:nvSpPr>
              <p:cNvPr id="718" name="Google Shape;718;p18"/>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19" name="Google Shape;719;p18"/>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20" name="Google Shape;720;p18"/>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grpSp>
          <p:nvGrpSpPr>
            <p:cNvPr id="721" name="Google Shape;721;p18"/>
            <p:cNvGrpSpPr/>
            <p:nvPr/>
          </p:nvGrpSpPr>
          <p:grpSpPr>
            <a:xfrm>
              <a:off x="2938787" y="1147289"/>
              <a:ext cx="531474" cy="532012"/>
              <a:chOff x="3456" y="2016"/>
              <a:chExt cx="1526" cy="1528"/>
            </a:xfrm>
          </p:grpSpPr>
          <p:sp>
            <p:nvSpPr>
              <p:cNvPr id="722" name="Google Shape;722;p18"/>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23" name="Google Shape;723;p18"/>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24" name="Google Shape;724;p18"/>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pic>
          <p:nvPicPr>
            <p:cNvPr id="725" name="Google Shape;725;p18"/>
            <p:cNvPicPr preferRelativeResize="0"/>
            <p:nvPr/>
          </p:nvPicPr>
          <p:blipFill rotWithShape="1">
            <a:blip r:embed="rId4">
              <a:alphaModFix/>
            </a:blip>
            <a:srcRect/>
            <a:stretch/>
          </p:blipFill>
          <p:spPr>
            <a:xfrm>
              <a:off x="835315" y="582596"/>
              <a:ext cx="914401" cy="741364"/>
            </a:xfrm>
            <a:prstGeom prst="rect">
              <a:avLst/>
            </a:prstGeom>
            <a:noFill/>
            <a:ln>
              <a:noFill/>
            </a:ln>
          </p:spPr>
        </p:pic>
        <p:pic>
          <p:nvPicPr>
            <p:cNvPr id="726" name="Google Shape;726;p18"/>
            <p:cNvPicPr preferRelativeResize="0"/>
            <p:nvPr/>
          </p:nvPicPr>
          <p:blipFill rotWithShape="1">
            <a:blip r:embed="rId5">
              <a:alphaModFix/>
            </a:blip>
            <a:srcRect/>
            <a:stretch/>
          </p:blipFill>
          <p:spPr>
            <a:xfrm>
              <a:off x="3206962" y="370977"/>
              <a:ext cx="872511" cy="714027"/>
            </a:xfrm>
            <a:prstGeom prst="rect">
              <a:avLst/>
            </a:prstGeom>
            <a:noFill/>
            <a:ln>
              <a:noFill/>
            </a:ln>
          </p:spPr>
        </p:pic>
        <p:grpSp>
          <p:nvGrpSpPr>
            <p:cNvPr id="727" name="Google Shape;727;p18"/>
            <p:cNvGrpSpPr/>
            <p:nvPr/>
          </p:nvGrpSpPr>
          <p:grpSpPr>
            <a:xfrm flipH="1">
              <a:off x="2341008" y="2392126"/>
              <a:ext cx="114300" cy="800971"/>
              <a:chOff x="5280" y="2016"/>
              <a:chExt cx="300" cy="2100"/>
            </a:xfrm>
          </p:grpSpPr>
          <p:sp>
            <p:nvSpPr>
              <p:cNvPr id="728" name="Google Shape;728;p18"/>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29" name="Google Shape;729;p18"/>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sp>
            <p:nvSpPr>
              <p:cNvPr id="730" name="Google Shape;730;p18"/>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rgbClr val="000000"/>
                  </a:solidFill>
                  <a:latin typeface="Calibri"/>
                  <a:ea typeface="Calibri"/>
                  <a:cs typeface="Calibri"/>
                  <a:sym typeface="Calibri"/>
                </a:endParaRPr>
              </a:p>
            </p:txBody>
          </p:sp>
        </p:grpSp>
        <p:pic>
          <p:nvPicPr>
            <p:cNvPr id="731" name="Google Shape;731;p18"/>
            <p:cNvPicPr preferRelativeResize="0"/>
            <p:nvPr/>
          </p:nvPicPr>
          <p:blipFill rotWithShape="1">
            <a:blip r:embed="rId4">
              <a:alphaModFix/>
            </a:blip>
            <a:srcRect/>
            <a:stretch/>
          </p:blipFill>
          <p:spPr>
            <a:xfrm>
              <a:off x="1825477" y="2928817"/>
              <a:ext cx="914401" cy="741364"/>
            </a:xfrm>
            <a:prstGeom prst="rect">
              <a:avLst/>
            </a:prstGeom>
            <a:noFill/>
            <a:ln>
              <a:noFill/>
            </a:ln>
          </p:spPr>
        </p:pic>
      </p:grpSp>
      <p:pic>
        <p:nvPicPr>
          <p:cNvPr id="732" name="Google Shape;732;p18"/>
          <p:cNvPicPr preferRelativeResize="0"/>
          <p:nvPr/>
        </p:nvPicPr>
        <p:blipFill rotWithShape="1">
          <a:blip r:embed="rId6">
            <a:alphaModFix/>
          </a:blip>
          <a:srcRect/>
          <a:stretch/>
        </p:blipFill>
        <p:spPr>
          <a:xfrm>
            <a:off x="2214637" y="1869641"/>
            <a:ext cx="768163" cy="731583"/>
          </a:xfrm>
          <a:prstGeom prst="rect">
            <a:avLst/>
          </a:prstGeom>
          <a:noFill/>
          <a:ln>
            <a:noFill/>
          </a:ln>
        </p:spPr>
      </p:pic>
      <p:pic>
        <p:nvPicPr>
          <p:cNvPr id="733" name="Google Shape;733;p18"/>
          <p:cNvPicPr preferRelativeResize="0"/>
          <p:nvPr/>
        </p:nvPicPr>
        <p:blipFill rotWithShape="1">
          <a:blip r:embed="rId6">
            <a:alphaModFix/>
          </a:blip>
          <a:srcRect/>
          <a:stretch/>
        </p:blipFill>
        <p:spPr>
          <a:xfrm>
            <a:off x="5739117" y="1936519"/>
            <a:ext cx="768163" cy="731583"/>
          </a:xfrm>
          <a:prstGeom prst="rect">
            <a:avLst/>
          </a:prstGeom>
          <a:noFill/>
          <a:ln>
            <a:noFill/>
          </a:ln>
        </p:spPr>
      </p:pic>
      <p:pic>
        <p:nvPicPr>
          <p:cNvPr id="734" name="Google Shape;734;p18"/>
          <p:cNvPicPr preferRelativeResize="0"/>
          <p:nvPr/>
        </p:nvPicPr>
        <p:blipFill rotWithShape="1">
          <a:blip r:embed="rId6">
            <a:alphaModFix/>
          </a:blip>
          <a:srcRect/>
          <a:stretch/>
        </p:blipFill>
        <p:spPr>
          <a:xfrm>
            <a:off x="9744366" y="2000909"/>
            <a:ext cx="768163" cy="731583"/>
          </a:xfrm>
          <a:prstGeom prst="rect">
            <a:avLst/>
          </a:prstGeom>
          <a:noFill/>
          <a:ln>
            <a:noFill/>
          </a:ln>
        </p:spPr>
      </p:pic>
      <p:pic>
        <p:nvPicPr>
          <p:cNvPr id="735" name="Google Shape;735;p18" descr="AccessPoint"/>
          <p:cNvPicPr preferRelativeResize="0"/>
          <p:nvPr/>
        </p:nvPicPr>
        <p:blipFill rotWithShape="1">
          <a:blip r:embed="rId3">
            <a:alphaModFix/>
          </a:blip>
          <a:srcRect/>
          <a:stretch/>
        </p:blipFill>
        <p:spPr>
          <a:xfrm>
            <a:off x="5278003" y="204839"/>
            <a:ext cx="845194" cy="368795"/>
          </a:xfrm>
          <a:prstGeom prst="rect">
            <a:avLst/>
          </a:prstGeom>
          <a:noFill/>
          <a:ln>
            <a:noFill/>
          </a:ln>
        </p:spPr>
      </p:pic>
      <p:cxnSp>
        <p:nvCxnSpPr>
          <p:cNvPr id="736" name="Google Shape;736;p18"/>
          <p:cNvCxnSpPr>
            <a:endCxn id="677" idx="0"/>
          </p:cNvCxnSpPr>
          <p:nvPr/>
        </p:nvCxnSpPr>
        <p:spPr>
          <a:xfrm flipH="1">
            <a:off x="2458710" y="2297121"/>
            <a:ext cx="161400" cy="1390200"/>
          </a:xfrm>
          <a:prstGeom prst="straightConnector1">
            <a:avLst/>
          </a:prstGeom>
          <a:noFill/>
          <a:ln w="19050" cap="flat" cmpd="sng">
            <a:solidFill>
              <a:schemeClr val="dk1"/>
            </a:solidFill>
            <a:prstDash val="solid"/>
            <a:miter lim="800000"/>
            <a:headEnd type="none" w="sm" len="sm"/>
            <a:tailEnd type="none" w="sm" len="sm"/>
          </a:ln>
        </p:spPr>
      </p:cxnSp>
      <p:cxnSp>
        <p:nvCxnSpPr>
          <p:cNvPr id="737" name="Google Shape;737;p18"/>
          <p:cNvCxnSpPr>
            <a:endCxn id="732" idx="0"/>
          </p:cNvCxnSpPr>
          <p:nvPr/>
        </p:nvCxnSpPr>
        <p:spPr>
          <a:xfrm flipH="1">
            <a:off x="2598719" y="543641"/>
            <a:ext cx="2679300" cy="1326000"/>
          </a:xfrm>
          <a:prstGeom prst="straightConnector1">
            <a:avLst/>
          </a:prstGeom>
          <a:noFill/>
          <a:ln w="19050" cap="flat" cmpd="sng">
            <a:solidFill>
              <a:schemeClr val="dk1"/>
            </a:solidFill>
            <a:prstDash val="solid"/>
            <a:miter lim="800000"/>
            <a:headEnd type="none" w="sm" len="sm"/>
            <a:tailEnd type="none" w="sm" len="sm"/>
          </a:ln>
        </p:spPr>
      </p:cxnSp>
      <p:cxnSp>
        <p:nvCxnSpPr>
          <p:cNvPr id="738" name="Google Shape;738;p18"/>
          <p:cNvCxnSpPr>
            <a:stCxn id="735" idx="2"/>
            <a:endCxn id="733" idx="0"/>
          </p:cNvCxnSpPr>
          <p:nvPr/>
        </p:nvCxnSpPr>
        <p:spPr>
          <a:xfrm>
            <a:off x="5700600" y="573634"/>
            <a:ext cx="422700" cy="1362900"/>
          </a:xfrm>
          <a:prstGeom prst="straightConnector1">
            <a:avLst/>
          </a:prstGeom>
          <a:noFill/>
          <a:ln w="19050" cap="flat" cmpd="sng">
            <a:solidFill>
              <a:schemeClr val="dk1"/>
            </a:solidFill>
            <a:prstDash val="solid"/>
            <a:miter lim="800000"/>
            <a:headEnd type="none" w="sm" len="sm"/>
            <a:tailEnd type="none" w="sm" len="sm"/>
          </a:ln>
        </p:spPr>
      </p:cxnSp>
      <p:cxnSp>
        <p:nvCxnSpPr>
          <p:cNvPr id="739" name="Google Shape;739;p18"/>
          <p:cNvCxnSpPr>
            <a:endCxn id="734" idx="0"/>
          </p:cNvCxnSpPr>
          <p:nvPr/>
        </p:nvCxnSpPr>
        <p:spPr>
          <a:xfrm>
            <a:off x="6085648" y="414809"/>
            <a:ext cx="4042800" cy="1586100"/>
          </a:xfrm>
          <a:prstGeom prst="straightConnector1">
            <a:avLst/>
          </a:prstGeom>
          <a:noFill/>
          <a:ln w="19050" cap="flat" cmpd="sng">
            <a:solidFill>
              <a:schemeClr val="dk1"/>
            </a:solidFill>
            <a:prstDash val="solid"/>
            <a:miter lim="800000"/>
            <a:headEnd type="none" w="sm" len="sm"/>
            <a:tailEnd type="none" w="sm" len="sm"/>
          </a:ln>
        </p:spPr>
      </p:cxnSp>
      <p:graphicFrame>
        <p:nvGraphicFramePr>
          <p:cNvPr id="740" name="Google Shape;740;p18"/>
          <p:cNvGraphicFramePr/>
          <p:nvPr>
            <p:extLst>
              <p:ext uri="{D42A27DB-BD31-4B8C-83A1-F6EECF244321}">
                <p14:modId xmlns:p14="http://schemas.microsoft.com/office/powerpoint/2010/main" val="1893804091"/>
              </p:ext>
            </p:extLst>
          </p:nvPr>
        </p:nvGraphicFramePr>
        <p:xfrm>
          <a:off x="15313" y="5267589"/>
          <a:ext cx="2483200" cy="1720520"/>
        </p:xfrm>
        <a:graphic>
          <a:graphicData uri="http://schemas.openxmlformats.org/drawingml/2006/table">
            <a:tbl>
              <a:tblPr firstRow="1" bandRow="1">
                <a:noFill/>
                <a:tableStyleId>{DFBAE71F-A087-424A-B7BF-EA8BE10E66AE}</a:tableStyleId>
              </a:tblPr>
              <a:tblGrid>
                <a:gridCol w="745975">
                  <a:extLst>
                    <a:ext uri="{9D8B030D-6E8A-4147-A177-3AD203B41FA5}">
                      <a16:colId xmlns:a16="http://schemas.microsoft.com/office/drawing/2014/main" val="20000"/>
                    </a:ext>
                  </a:extLst>
                </a:gridCol>
                <a:gridCol w="1737225">
                  <a:extLst>
                    <a:ext uri="{9D8B030D-6E8A-4147-A177-3AD203B41FA5}">
                      <a16:colId xmlns:a16="http://schemas.microsoft.com/office/drawing/2014/main" val="20001"/>
                    </a:ext>
                  </a:extLst>
                </a:gridCol>
              </a:tblGrid>
              <a:tr h="3013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SSID</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GRP10</a:t>
                      </a:r>
                      <a:endParaRPr sz="1400" u="none" strike="noStrike" cap="none"/>
                    </a:p>
                  </a:txBody>
                  <a:tcPr marL="74300" marR="74300" marT="37150" marB="37150"/>
                </a:tc>
                <a:extLst>
                  <a:ext uri="{0D108BD9-81ED-4DB2-BD59-A6C34878D82A}">
                    <a16:rowId xmlns:a16="http://schemas.microsoft.com/office/drawing/2014/main" val="10000"/>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IP address range:</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dirty="0"/>
                        <a:t>192.168.10.200 to 192.168.10.210</a:t>
                      </a:r>
                      <a:endParaRPr sz="1400" u="none" strike="noStrike" cap="none" dirty="0"/>
                    </a:p>
                  </a:txBody>
                  <a:tcPr marL="74300" marR="74300" marT="37150" marB="37150"/>
                </a:tc>
                <a:extLst>
                  <a:ext uri="{0D108BD9-81ED-4DB2-BD59-A6C34878D82A}">
                    <a16:rowId xmlns:a16="http://schemas.microsoft.com/office/drawing/2014/main" val="10001"/>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Subnet Mask:</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255.255.255.0</a:t>
                      </a:r>
                      <a:endParaRPr sz="1400" u="none" strike="noStrike" cap="none"/>
                    </a:p>
                  </a:txBody>
                  <a:tcPr marL="74300" marR="74300" marT="37150" marB="37150"/>
                </a:tc>
                <a:extLst>
                  <a:ext uri="{0D108BD9-81ED-4DB2-BD59-A6C34878D82A}">
                    <a16:rowId xmlns:a16="http://schemas.microsoft.com/office/drawing/2014/main" val="10002"/>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D/F Gateway</a:t>
                      </a:r>
                      <a:endParaRPr sz="11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dirty="0"/>
                        <a:t>192.168.10.2</a:t>
                      </a:r>
                      <a:endParaRPr sz="1400" u="none" strike="noStrike" cap="none" dirty="0"/>
                    </a:p>
                  </a:txBody>
                  <a:tcPr marL="74300" marR="74300" marT="37150" marB="37150"/>
                </a:tc>
                <a:extLst>
                  <a:ext uri="{0D108BD9-81ED-4DB2-BD59-A6C34878D82A}">
                    <a16:rowId xmlns:a16="http://schemas.microsoft.com/office/drawing/2014/main" val="10003"/>
                  </a:ext>
                </a:extLst>
              </a:tr>
            </a:tbl>
          </a:graphicData>
        </a:graphic>
      </p:graphicFrame>
      <p:graphicFrame>
        <p:nvGraphicFramePr>
          <p:cNvPr id="741" name="Google Shape;741;p18"/>
          <p:cNvGraphicFramePr/>
          <p:nvPr>
            <p:extLst>
              <p:ext uri="{D42A27DB-BD31-4B8C-83A1-F6EECF244321}">
                <p14:modId xmlns:p14="http://schemas.microsoft.com/office/powerpoint/2010/main" val="1982630964"/>
              </p:ext>
            </p:extLst>
          </p:nvPr>
        </p:nvGraphicFramePr>
        <p:xfrm>
          <a:off x="4765069" y="5271080"/>
          <a:ext cx="2432675" cy="1720520"/>
        </p:xfrm>
        <a:graphic>
          <a:graphicData uri="http://schemas.openxmlformats.org/drawingml/2006/table">
            <a:tbl>
              <a:tblPr firstRow="1" bandRow="1">
                <a:noFill/>
                <a:tableStyleId>{DFBAE71F-A087-424A-B7BF-EA8BE10E66AE}</a:tableStyleId>
              </a:tblPr>
              <a:tblGrid>
                <a:gridCol w="756450">
                  <a:extLst>
                    <a:ext uri="{9D8B030D-6E8A-4147-A177-3AD203B41FA5}">
                      <a16:colId xmlns:a16="http://schemas.microsoft.com/office/drawing/2014/main" val="20000"/>
                    </a:ext>
                  </a:extLst>
                </a:gridCol>
                <a:gridCol w="1676225">
                  <a:extLst>
                    <a:ext uri="{9D8B030D-6E8A-4147-A177-3AD203B41FA5}">
                      <a16:colId xmlns:a16="http://schemas.microsoft.com/office/drawing/2014/main" val="20001"/>
                    </a:ext>
                  </a:extLst>
                </a:gridCol>
              </a:tblGrid>
              <a:tr h="3013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SSID</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GRP20</a:t>
                      </a:r>
                      <a:endParaRPr sz="1400" u="none" strike="noStrike" cap="none"/>
                    </a:p>
                  </a:txBody>
                  <a:tcPr marL="74300" marR="74300" marT="37150" marB="37150"/>
                </a:tc>
                <a:extLst>
                  <a:ext uri="{0D108BD9-81ED-4DB2-BD59-A6C34878D82A}">
                    <a16:rowId xmlns:a16="http://schemas.microsoft.com/office/drawing/2014/main" val="10000"/>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IP address range:</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dirty="0"/>
                        <a:t>192.168.20.200 to 192.168.20.210</a:t>
                      </a:r>
                      <a:endParaRPr sz="1400" u="none" strike="noStrike" cap="none" dirty="0"/>
                    </a:p>
                  </a:txBody>
                  <a:tcPr marL="74300" marR="74300" marT="37150" marB="37150"/>
                </a:tc>
                <a:extLst>
                  <a:ext uri="{0D108BD9-81ED-4DB2-BD59-A6C34878D82A}">
                    <a16:rowId xmlns:a16="http://schemas.microsoft.com/office/drawing/2014/main" val="10001"/>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Subnet Mask:</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255.255.255.0</a:t>
                      </a:r>
                      <a:endParaRPr sz="1400" u="none" strike="noStrike" cap="none"/>
                    </a:p>
                  </a:txBody>
                  <a:tcPr marL="74300" marR="74300" marT="37150" marB="37150"/>
                </a:tc>
                <a:extLst>
                  <a:ext uri="{0D108BD9-81ED-4DB2-BD59-A6C34878D82A}">
                    <a16:rowId xmlns:a16="http://schemas.microsoft.com/office/drawing/2014/main" val="10002"/>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D/F Gateway</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dirty="0"/>
                        <a:t>192.168.20.2</a:t>
                      </a:r>
                      <a:endParaRPr sz="1400" u="none" strike="noStrike" cap="none" dirty="0"/>
                    </a:p>
                  </a:txBody>
                  <a:tcPr marL="74300" marR="74300" marT="37150" marB="37150"/>
                </a:tc>
                <a:extLst>
                  <a:ext uri="{0D108BD9-81ED-4DB2-BD59-A6C34878D82A}">
                    <a16:rowId xmlns:a16="http://schemas.microsoft.com/office/drawing/2014/main" val="10003"/>
                  </a:ext>
                </a:extLst>
              </a:tr>
            </a:tbl>
          </a:graphicData>
        </a:graphic>
      </p:graphicFrame>
      <p:graphicFrame>
        <p:nvGraphicFramePr>
          <p:cNvPr id="742" name="Google Shape;742;p18"/>
          <p:cNvGraphicFramePr/>
          <p:nvPr>
            <p:extLst>
              <p:ext uri="{D42A27DB-BD31-4B8C-83A1-F6EECF244321}">
                <p14:modId xmlns:p14="http://schemas.microsoft.com/office/powerpoint/2010/main" val="3267579780"/>
              </p:ext>
            </p:extLst>
          </p:nvPr>
        </p:nvGraphicFramePr>
        <p:xfrm>
          <a:off x="9777994" y="5252358"/>
          <a:ext cx="2410075" cy="1743695"/>
        </p:xfrm>
        <a:graphic>
          <a:graphicData uri="http://schemas.openxmlformats.org/drawingml/2006/table">
            <a:tbl>
              <a:tblPr firstRow="1" bandRow="1">
                <a:noFill/>
                <a:tableStyleId>{DFBAE71F-A087-424A-B7BF-EA8BE10E66AE}</a:tableStyleId>
              </a:tblPr>
              <a:tblGrid>
                <a:gridCol w="749425">
                  <a:extLst>
                    <a:ext uri="{9D8B030D-6E8A-4147-A177-3AD203B41FA5}">
                      <a16:colId xmlns:a16="http://schemas.microsoft.com/office/drawing/2014/main" val="20000"/>
                    </a:ext>
                  </a:extLst>
                </a:gridCol>
                <a:gridCol w="1660650">
                  <a:extLst>
                    <a:ext uri="{9D8B030D-6E8A-4147-A177-3AD203B41FA5}">
                      <a16:colId xmlns:a16="http://schemas.microsoft.com/office/drawing/2014/main" val="20001"/>
                    </a:ext>
                  </a:extLst>
                </a:gridCol>
              </a:tblGrid>
              <a:tr h="324475">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SSID</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GRP30</a:t>
                      </a:r>
                      <a:endParaRPr sz="1400" u="none" strike="noStrike" cap="none"/>
                    </a:p>
                  </a:txBody>
                  <a:tcPr marL="74300" marR="74300" marT="37150" marB="37150"/>
                </a:tc>
                <a:extLst>
                  <a:ext uri="{0D108BD9-81ED-4DB2-BD59-A6C34878D82A}">
                    <a16:rowId xmlns:a16="http://schemas.microsoft.com/office/drawing/2014/main" val="10000"/>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IP address range:</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dirty="0"/>
                        <a:t>192.168.30.200 to 192.168.30.210</a:t>
                      </a:r>
                      <a:endParaRPr sz="1400" u="none" strike="noStrike" cap="none" dirty="0"/>
                    </a:p>
                  </a:txBody>
                  <a:tcPr marL="74300" marR="74300" marT="37150" marB="37150"/>
                </a:tc>
                <a:extLst>
                  <a:ext uri="{0D108BD9-81ED-4DB2-BD59-A6C34878D82A}">
                    <a16:rowId xmlns:a16="http://schemas.microsoft.com/office/drawing/2014/main" val="10001"/>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Subnet Mask:</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255.255.255.0</a:t>
                      </a:r>
                      <a:endParaRPr sz="1400" u="none" strike="noStrike" cap="none"/>
                    </a:p>
                  </a:txBody>
                  <a:tcPr marL="74300" marR="74300" marT="37150" marB="37150"/>
                </a:tc>
                <a:extLst>
                  <a:ext uri="{0D108BD9-81ED-4DB2-BD59-A6C34878D82A}">
                    <a16:rowId xmlns:a16="http://schemas.microsoft.com/office/drawing/2014/main" val="10002"/>
                  </a:ext>
                </a:extLst>
              </a:tr>
              <a:tr h="421000">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a:t>D/F Gateway</a:t>
                      </a:r>
                      <a:endParaRPr sz="1400" u="none" strike="noStrike" cap="none"/>
                    </a:p>
                  </a:txBody>
                  <a:tcPr marL="74300" marR="74300" marT="37150" marB="37150"/>
                </a:tc>
                <a:tc>
                  <a:txBody>
                    <a:bodyPr/>
                    <a:lstStyle/>
                    <a:p>
                      <a:pPr marL="0" marR="0" lvl="0" indent="0" algn="l" rtl="0">
                        <a:lnSpc>
                          <a:spcPct val="100000"/>
                        </a:lnSpc>
                        <a:spcBef>
                          <a:spcPts val="0"/>
                        </a:spcBef>
                        <a:spcAft>
                          <a:spcPts val="0"/>
                        </a:spcAft>
                        <a:buClr>
                          <a:srgbClr val="000000"/>
                        </a:buClr>
                        <a:buSzPts val="1100"/>
                        <a:buFont typeface="Arial"/>
                        <a:buNone/>
                      </a:pPr>
                      <a:r>
                        <a:rPr lang="en-SG" sz="1100" u="none" strike="noStrike" cap="none" dirty="0"/>
                        <a:t>192.168.30.2</a:t>
                      </a:r>
                      <a:endParaRPr sz="1400" u="none" strike="noStrike" cap="none" dirty="0"/>
                    </a:p>
                  </a:txBody>
                  <a:tcPr marL="74300" marR="74300" marT="37150" marB="37150"/>
                </a:tc>
                <a:extLst>
                  <a:ext uri="{0D108BD9-81ED-4DB2-BD59-A6C34878D82A}">
                    <a16:rowId xmlns:a16="http://schemas.microsoft.com/office/drawing/2014/main" val="10003"/>
                  </a:ext>
                </a:extLst>
              </a:tr>
            </a:tbl>
          </a:graphicData>
        </a:graphic>
      </p:graphicFrame>
      <p:sp>
        <p:nvSpPr>
          <p:cNvPr id="743" name="Google Shape;743;p18"/>
          <p:cNvSpPr/>
          <p:nvPr/>
        </p:nvSpPr>
        <p:spPr>
          <a:xfrm>
            <a:off x="258877" y="361335"/>
            <a:ext cx="4140300" cy="5072400"/>
          </a:xfrm>
          <a:prstGeom prst="ellipse">
            <a:avLst/>
          </a:prstGeom>
          <a:gradFill>
            <a:gsLst>
              <a:gs pos="0">
                <a:srgbClr val="A6B6DE">
                  <a:alpha val="13333"/>
                </a:srgbClr>
              </a:gs>
              <a:gs pos="100000">
                <a:srgbClr val="98AAD9">
                  <a:alpha val="32549"/>
                </a:srgbClr>
              </a:gs>
            </a:gsLst>
            <a:lin ang="5400012" scaled="0"/>
          </a:gradFill>
          <a:ln>
            <a:noFill/>
          </a:ln>
        </p:spPr>
        <p:txBody>
          <a:bodyPr spcFirstLastPara="1" wrap="square" lIns="91425" tIns="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NETWORK: 192.168.10.0/24</a:t>
            </a:r>
            <a:endParaRPr sz="1400" b="0" i="0" u="none" strike="noStrike" cap="none">
              <a:solidFill>
                <a:srgbClr val="000000"/>
              </a:solidFill>
              <a:latin typeface="Arial"/>
              <a:ea typeface="Arial"/>
              <a:cs typeface="Arial"/>
              <a:sym typeface="Arial"/>
            </a:endParaRPr>
          </a:p>
        </p:txBody>
      </p:sp>
      <p:sp>
        <p:nvSpPr>
          <p:cNvPr id="744" name="Google Shape;744;p18"/>
          <p:cNvSpPr/>
          <p:nvPr/>
        </p:nvSpPr>
        <p:spPr>
          <a:xfrm>
            <a:off x="8272286" y="984552"/>
            <a:ext cx="3487500" cy="4491300"/>
          </a:xfrm>
          <a:prstGeom prst="ellipse">
            <a:avLst/>
          </a:prstGeom>
          <a:gradFill>
            <a:gsLst>
              <a:gs pos="0">
                <a:srgbClr val="C4E0B2">
                  <a:alpha val="34509"/>
                </a:srgbClr>
              </a:gs>
              <a:gs pos="100000">
                <a:srgbClr val="C4E0B2">
                  <a:alpha val="34509"/>
                </a:srgbClr>
              </a:gs>
            </a:gsLst>
            <a:lin ang="5400012" scaled="0"/>
          </a:gradFill>
          <a:ln>
            <a:noFill/>
          </a:ln>
        </p:spPr>
        <p:txBody>
          <a:bodyPr spcFirstLastPara="1" wrap="square" lIns="91425" tIns="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5" name="Google Shape;745;p18"/>
          <p:cNvSpPr/>
          <p:nvPr/>
        </p:nvSpPr>
        <p:spPr>
          <a:xfrm>
            <a:off x="4551123" y="994170"/>
            <a:ext cx="3487500" cy="4491300"/>
          </a:xfrm>
          <a:prstGeom prst="ellipse">
            <a:avLst/>
          </a:prstGeom>
          <a:gradFill>
            <a:gsLst>
              <a:gs pos="0">
                <a:srgbClr val="FBE4D4">
                  <a:alpha val="40392"/>
                </a:srgbClr>
              </a:gs>
              <a:gs pos="100000">
                <a:srgbClr val="FBE4D4">
                  <a:alpha val="40392"/>
                </a:srgbClr>
              </a:gs>
            </a:gsLst>
            <a:lin ang="5400012" scaled="0"/>
          </a:gradFill>
          <a:ln>
            <a:noFill/>
          </a:ln>
        </p:spPr>
        <p:txBody>
          <a:bodyPr spcFirstLastPara="1" wrap="square" lIns="91425" tIns="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6" name="Google Shape;746;p18"/>
          <p:cNvSpPr txBox="1"/>
          <p:nvPr/>
        </p:nvSpPr>
        <p:spPr>
          <a:xfrm>
            <a:off x="4927861" y="1307194"/>
            <a:ext cx="28239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NETWORK: 192.168.20.0/24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7" name="Google Shape;747;p18"/>
          <p:cNvSpPr txBox="1"/>
          <p:nvPr/>
        </p:nvSpPr>
        <p:spPr>
          <a:xfrm>
            <a:off x="9368085" y="1356437"/>
            <a:ext cx="28239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NETWORK: 192.168.30.0/24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8" name="Google Shape;748;p18"/>
          <p:cNvSpPr/>
          <p:nvPr/>
        </p:nvSpPr>
        <p:spPr>
          <a:xfrm>
            <a:off x="3404826" y="0"/>
            <a:ext cx="5963400" cy="1069200"/>
          </a:xfrm>
          <a:prstGeom prst="ellipse">
            <a:avLst/>
          </a:prstGeom>
          <a:solidFill>
            <a:srgbClr val="FF0000">
              <a:alpha val="2353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9" name="Google Shape;749;p18"/>
          <p:cNvSpPr txBox="1"/>
          <p:nvPr/>
        </p:nvSpPr>
        <p:spPr>
          <a:xfrm>
            <a:off x="6356672" y="173900"/>
            <a:ext cx="23559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NETWORK: 15.0.0.0/24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19"/>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Routers</a:t>
            </a:r>
            <a:endParaRPr/>
          </a:p>
        </p:txBody>
      </p:sp>
      <p:sp>
        <p:nvSpPr>
          <p:cNvPr id="755" name="Google Shape;755;p19"/>
          <p:cNvSpPr txBox="1">
            <a:spLocks noGrp="1"/>
          </p:cNvSpPr>
          <p:nvPr>
            <p:ph type="body" idx="1"/>
          </p:nvPr>
        </p:nvSpPr>
        <p:spPr>
          <a:xfrm>
            <a:off x="609600" y="1371600"/>
            <a:ext cx="10905000" cy="1143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Font typeface="Tahoma"/>
              <a:buChar char="•"/>
            </a:pPr>
            <a:r>
              <a:rPr lang="en-SG"/>
              <a:t>at least 2 network interface to connect to 2 or more networks</a:t>
            </a:r>
            <a:endParaRPr/>
          </a:p>
          <a:p>
            <a:pPr marL="342900" lvl="0" indent="-342900" algn="l" rtl="0">
              <a:lnSpc>
                <a:spcPct val="100000"/>
              </a:lnSpc>
              <a:spcBef>
                <a:spcPts val="560"/>
              </a:spcBef>
              <a:spcAft>
                <a:spcPts val="0"/>
              </a:spcAft>
              <a:buSzPts val="2800"/>
              <a:buFont typeface="Tahoma"/>
              <a:buChar char="•"/>
            </a:pPr>
            <a:r>
              <a:rPr lang="en-SG"/>
              <a:t>Routes</a:t>
            </a:r>
            <a:endParaRPr/>
          </a:p>
        </p:txBody>
      </p:sp>
      <p:sp>
        <p:nvSpPr>
          <p:cNvPr id="756" name="Google Shape;756;p19"/>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SG"/>
              <a:t>17</a:t>
            </a:fld>
            <a:endParaRPr/>
          </a:p>
        </p:txBody>
      </p:sp>
      <p:sp>
        <p:nvSpPr>
          <p:cNvPr id="757" name="Google Shape;757;p19"/>
          <p:cNvSpPr/>
          <p:nvPr/>
        </p:nvSpPr>
        <p:spPr>
          <a:xfrm>
            <a:off x="4001730" y="4102810"/>
            <a:ext cx="2691600" cy="1979100"/>
          </a:xfrm>
          <a:prstGeom prst="ellipse">
            <a:avLst/>
          </a:prstGeom>
          <a:noFill/>
          <a:ln w="38100" cap="flat" cmpd="sng">
            <a:solidFill>
              <a:srgbClr val="BA4A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accent1"/>
                </a:solidFill>
                <a:latin typeface="Tahoma"/>
                <a:ea typeface="Tahoma"/>
                <a:cs typeface="Tahoma"/>
                <a:sym typeface="Tahoma"/>
              </a:rPr>
              <a:t>192.168.10.0/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accent1"/>
                </a:solidFill>
                <a:latin typeface="Tahoma"/>
                <a:ea typeface="Tahoma"/>
                <a:cs typeface="Tahoma"/>
                <a:sym typeface="Tahoma"/>
              </a:rPr>
              <a:t>255.2255.255.0</a:t>
            </a:r>
            <a:endParaRPr sz="1400" b="0" i="0" u="none" strike="noStrike" cap="none">
              <a:solidFill>
                <a:srgbClr val="000000"/>
              </a:solidFill>
              <a:latin typeface="Arial"/>
              <a:ea typeface="Arial"/>
              <a:cs typeface="Arial"/>
              <a:sym typeface="Arial"/>
            </a:endParaRPr>
          </a:p>
        </p:txBody>
      </p:sp>
      <p:sp>
        <p:nvSpPr>
          <p:cNvPr id="758" name="Google Shape;758;p19"/>
          <p:cNvSpPr/>
          <p:nvPr/>
        </p:nvSpPr>
        <p:spPr>
          <a:xfrm>
            <a:off x="9255730" y="4279481"/>
            <a:ext cx="2691600" cy="1802400"/>
          </a:xfrm>
          <a:prstGeom prst="ellipse">
            <a:avLst/>
          </a:prstGeom>
          <a:noFill/>
          <a:ln w="38100" cap="flat" cmpd="sng">
            <a:solidFill>
              <a:srgbClr val="BA4A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accent1"/>
                </a:solidFill>
                <a:latin typeface="Tahoma"/>
                <a:ea typeface="Tahoma"/>
                <a:cs typeface="Tahoma"/>
                <a:sym typeface="Tahoma"/>
              </a:rPr>
              <a:t>192.168.20.0/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accent1"/>
                </a:solidFill>
                <a:latin typeface="Tahoma"/>
                <a:ea typeface="Tahoma"/>
                <a:cs typeface="Tahoma"/>
                <a:sym typeface="Tahoma"/>
              </a:rPr>
              <a:t>255.255.255.0</a:t>
            </a:r>
            <a:endParaRPr sz="1400" b="0" i="0" u="none" strike="noStrike" cap="none">
              <a:solidFill>
                <a:srgbClr val="000000"/>
              </a:solidFill>
              <a:latin typeface="Arial"/>
              <a:ea typeface="Arial"/>
              <a:cs typeface="Arial"/>
              <a:sym typeface="Arial"/>
            </a:endParaRPr>
          </a:p>
        </p:txBody>
      </p:sp>
      <p:sp>
        <p:nvSpPr>
          <p:cNvPr id="759" name="Google Shape;759;p19"/>
          <p:cNvSpPr/>
          <p:nvPr/>
        </p:nvSpPr>
        <p:spPr>
          <a:xfrm>
            <a:off x="6255181" y="2396612"/>
            <a:ext cx="3439500" cy="1509900"/>
          </a:xfrm>
          <a:prstGeom prst="ellipse">
            <a:avLst/>
          </a:prstGeom>
          <a:noFill/>
          <a:ln w="38100"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lt1"/>
                </a:solidFill>
                <a:latin typeface="Tahoma"/>
                <a:ea typeface="Tahoma"/>
                <a:cs typeface="Tahoma"/>
                <a:sym typeface="Tahoma"/>
              </a:rPr>
              <a:t>1</a:t>
            </a:r>
            <a:r>
              <a:rPr lang="en-SG" sz="1800" b="0" i="0" u="none" strike="noStrike" cap="none">
                <a:solidFill>
                  <a:schemeClr val="dk1"/>
                </a:solidFill>
                <a:latin typeface="Tahoma"/>
                <a:ea typeface="Tahoma"/>
                <a:cs typeface="Tahoma"/>
                <a:sym typeface="Tahoma"/>
              </a:rPr>
              <a:t>15.0.0.0/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Tahoma"/>
                <a:ea typeface="Tahoma"/>
                <a:cs typeface="Tahoma"/>
                <a:sym typeface="Tahoma"/>
              </a:rPr>
              <a:t>255.255.255.0</a:t>
            </a:r>
            <a:endParaRPr sz="1800" b="0" i="0" u="none" strike="noStrike" cap="none">
              <a:solidFill>
                <a:schemeClr val="lt1"/>
              </a:solidFill>
              <a:latin typeface="Tahoma"/>
              <a:ea typeface="Tahoma"/>
              <a:cs typeface="Tahoma"/>
              <a:sym typeface="Tahoma"/>
            </a:endParaRPr>
          </a:p>
        </p:txBody>
      </p:sp>
      <p:grpSp>
        <p:nvGrpSpPr>
          <p:cNvPr id="760" name="Google Shape;760;p19"/>
          <p:cNvGrpSpPr/>
          <p:nvPr/>
        </p:nvGrpSpPr>
        <p:grpSpPr>
          <a:xfrm>
            <a:off x="5070063" y="3082592"/>
            <a:ext cx="780719" cy="617422"/>
            <a:chOff x="3681074" y="855663"/>
            <a:chExt cx="1133777" cy="821368"/>
          </a:xfrm>
        </p:grpSpPr>
        <p:pic>
          <p:nvPicPr>
            <p:cNvPr id="761" name="Google Shape;761;p19"/>
            <p:cNvPicPr preferRelativeResize="0"/>
            <p:nvPr/>
          </p:nvPicPr>
          <p:blipFill rotWithShape="1">
            <a:blip r:embed="rId3">
              <a:alphaModFix/>
            </a:blip>
            <a:srcRect/>
            <a:stretch/>
          </p:blipFill>
          <p:spPr>
            <a:xfrm>
              <a:off x="3681074" y="855663"/>
              <a:ext cx="906461" cy="533401"/>
            </a:xfrm>
            <a:prstGeom prst="rect">
              <a:avLst/>
            </a:prstGeom>
            <a:noFill/>
            <a:ln>
              <a:noFill/>
            </a:ln>
          </p:spPr>
        </p:pic>
        <p:sp>
          <p:nvSpPr>
            <p:cNvPr id="762" name="Google Shape;762;p19"/>
            <p:cNvSpPr/>
            <p:nvPr/>
          </p:nvSpPr>
          <p:spPr>
            <a:xfrm>
              <a:off x="3700051" y="1286431"/>
              <a:ext cx="11148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Router A</a:t>
              </a:r>
              <a:endParaRPr sz="1400" b="0" i="0" u="none" strike="noStrike" cap="none">
                <a:solidFill>
                  <a:srgbClr val="000000"/>
                </a:solidFill>
                <a:latin typeface="Arial"/>
                <a:ea typeface="Arial"/>
                <a:cs typeface="Arial"/>
                <a:sym typeface="Arial"/>
              </a:endParaRPr>
            </a:p>
          </p:txBody>
        </p:sp>
      </p:grpSp>
      <p:grpSp>
        <p:nvGrpSpPr>
          <p:cNvPr id="763" name="Google Shape;763;p19"/>
          <p:cNvGrpSpPr/>
          <p:nvPr/>
        </p:nvGrpSpPr>
        <p:grpSpPr>
          <a:xfrm>
            <a:off x="9689548" y="3611368"/>
            <a:ext cx="779479" cy="617422"/>
            <a:chOff x="3681074" y="855663"/>
            <a:chExt cx="1131977" cy="821368"/>
          </a:xfrm>
        </p:grpSpPr>
        <p:pic>
          <p:nvPicPr>
            <p:cNvPr id="764" name="Google Shape;764;p19"/>
            <p:cNvPicPr preferRelativeResize="0"/>
            <p:nvPr/>
          </p:nvPicPr>
          <p:blipFill rotWithShape="1">
            <a:blip r:embed="rId3">
              <a:alphaModFix/>
            </a:blip>
            <a:srcRect/>
            <a:stretch/>
          </p:blipFill>
          <p:spPr>
            <a:xfrm>
              <a:off x="3681074" y="855663"/>
              <a:ext cx="906461" cy="533401"/>
            </a:xfrm>
            <a:prstGeom prst="rect">
              <a:avLst/>
            </a:prstGeom>
            <a:noFill/>
            <a:ln>
              <a:noFill/>
            </a:ln>
          </p:spPr>
        </p:pic>
        <p:sp>
          <p:nvSpPr>
            <p:cNvPr id="765" name="Google Shape;765;p19"/>
            <p:cNvSpPr/>
            <p:nvPr/>
          </p:nvSpPr>
          <p:spPr>
            <a:xfrm>
              <a:off x="3700051" y="1286431"/>
              <a:ext cx="11130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Router B</a:t>
              </a:r>
              <a:endParaRPr sz="1400" b="0" i="0" u="none" strike="noStrike" cap="none">
                <a:solidFill>
                  <a:srgbClr val="000000"/>
                </a:solidFill>
                <a:latin typeface="Arial"/>
                <a:ea typeface="Arial"/>
                <a:cs typeface="Arial"/>
                <a:sym typeface="Arial"/>
              </a:endParaRPr>
            </a:p>
          </p:txBody>
        </p:sp>
      </p:grpSp>
      <p:cxnSp>
        <p:nvCxnSpPr>
          <p:cNvPr id="766" name="Google Shape;766;p19"/>
          <p:cNvCxnSpPr>
            <a:stCxn id="761" idx="2"/>
            <a:endCxn id="757" idx="0"/>
          </p:cNvCxnSpPr>
          <p:nvPr/>
        </p:nvCxnSpPr>
        <p:spPr>
          <a:xfrm flipH="1">
            <a:off x="5347658" y="3483549"/>
            <a:ext cx="34500" cy="619200"/>
          </a:xfrm>
          <a:prstGeom prst="straightConnector1">
            <a:avLst/>
          </a:prstGeom>
          <a:noFill/>
          <a:ln w="9525" cap="flat" cmpd="sng">
            <a:solidFill>
              <a:schemeClr val="dk1"/>
            </a:solidFill>
            <a:prstDash val="solid"/>
            <a:round/>
            <a:headEnd type="none" w="sm" len="sm"/>
            <a:tailEnd type="none" w="sm" len="sm"/>
          </a:ln>
        </p:spPr>
      </p:cxnSp>
      <p:cxnSp>
        <p:nvCxnSpPr>
          <p:cNvPr id="767" name="Google Shape;767;p19"/>
          <p:cNvCxnSpPr>
            <a:stCxn id="761" idx="3"/>
            <a:endCxn id="759" idx="2"/>
          </p:cNvCxnSpPr>
          <p:nvPr/>
        </p:nvCxnSpPr>
        <p:spPr>
          <a:xfrm rot="10800000" flipH="1">
            <a:off x="5694252" y="3151671"/>
            <a:ext cx="561000" cy="131400"/>
          </a:xfrm>
          <a:prstGeom prst="straightConnector1">
            <a:avLst/>
          </a:prstGeom>
          <a:noFill/>
          <a:ln w="9525" cap="flat" cmpd="sng">
            <a:solidFill>
              <a:schemeClr val="dk1"/>
            </a:solidFill>
            <a:prstDash val="solid"/>
            <a:round/>
            <a:headEnd type="none" w="sm" len="sm"/>
            <a:tailEnd type="none" w="sm" len="sm"/>
          </a:ln>
        </p:spPr>
      </p:cxnSp>
      <p:cxnSp>
        <p:nvCxnSpPr>
          <p:cNvPr id="768" name="Google Shape;768;p19"/>
          <p:cNvCxnSpPr>
            <a:stCxn id="764" idx="0"/>
            <a:endCxn id="759" idx="6"/>
          </p:cNvCxnSpPr>
          <p:nvPr/>
        </p:nvCxnSpPr>
        <p:spPr>
          <a:xfrm rot="10800000">
            <a:off x="9694742" y="3151468"/>
            <a:ext cx="306900" cy="459900"/>
          </a:xfrm>
          <a:prstGeom prst="straightConnector1">
            <a:avLst/>
          </a:prstGeom>
          <a:noFill/>
          <a:ln w="9525" cap="flat" cmpd="sng">
            <a:solidFill>
              <a:schemeClr val="dk1"/>
            </a:solidFill>
            <a:prstDash val="solid"/>
            <a:miter lim="800000"/>
            <a:headEnd type="none" w="sm" len="sm"/>
            <a:tailEnd type="none" w="sm" len="sm"/>
          </a:ln>
        </p:spPr>
      </p:cxnSp>
      <p:cxnSp>
        <p:nvCxnSpPr>
          <p:cNvPr id="769" name="Google Shape;769;p19"/>
          <p:cNvCxnSpPr>
            <a:stCxn id="765" idx="0"/>
            <a:endCxn id="758" idx="0"/>
          </p:cNvCxnSpPr>
          <p:nvPr/>
        </p:nvCxnSpPr>
        <p:spPr>
          <a:xfrm>
            <a:off x="10085821" y="3935176"/>
            <a:ext cx="515700" cy="344400"/>
          </a:xfrm>
          <a:prstGeom prst="straightConnector1">
            <a:avLst/>
          </a:prstGeom>
          <a:noFill/>
          <a:ln w="9525" cap="flat" cmpd="sng">
            <a:solidFill>
              <a:schemeClr val="dk1"/>
            </a:solidFill>
            <a:prstDash val="solid"/>
            <a:round/>
            <a:headEnd type="none" w="sm" len="sm"/>
            <a:tailEnd type="none" w="sm" len="sm"/>
          </a:ln>
        </p:spPr>
      </p:cxnSp>
      <p:sp>
        <p:nvSpPr>
          <p:cNvPr id="770" name="Google Shape;770;p19"/>
          <p:cNvSpPr txBox="1"/>
          <p:nvPr/>
        </p:nvSpPr>
        <p:spPr>
          <a:xfrm>
            <a:off x="4482464" y="3674629"/>
            <a:ext cx="1764600" cy="2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LAN I/F:192.168.10.254</a:t>
            </a:r>
            <a:endParaRPr sz="1400" b="0" i="0" u="none" strike="noStrike" cap="none">
              <a:solidFill>
                <a:srgbClr val="000000"/>
              </a:solidFill>
              <a:latin typeface="Arial"/>
              <a:ea typeface="Arial"/>
              <a:cs typeface="Arial"/>
              <a:sym typeface="Arial"/>
            </a:endParaRPr>
          </a:p>
        </p:txBody>
      </p:sp>
      <p:sp>
        <p:nvSpPr>
          <p:cNvPr id="771" name="Google Shape;771;p19"/>
          <p:cNvSpPr txBox="1"/>
          <p:nvPr/>
        </p:nvSpPr>
        <p:spPr>
          <a:xfrm>
            <a:off x="5200359" y="2590506"/>
            <a:ext cx="1458600" cy="2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SG" sz="1400" b="0" i="0" u="none" strike="noStrike" cap="none" dirty="0">
                <a:solidFill>
                  <a:schemeClr val="dk1"/>
                </a:solidFill>
                <a:latin typeface="Tahoma"/>
                <a:ea typeface="Tahoma"/>
                <a:cs typeface="Tahoma"/>
                <a:sym typeface="Tahoma"/>
              </a:rPr>
              <a:t>WAN I/F: 15.0.0.10</a:t>
            </a:r>
            <a:endParaRPr sz="1400" b="0" i="0" u="none" strike="noStrike" cap="none" dirty="0">
              <a:solidFill>
                <a:srgbClr val="000000"/>
              </a:solidFill>
              <a:latin typeface="Arial"/>
              <a:ea typeface="Arial"/>
              <a:cs typeface="Arial"/>
              <a:sym typeface="Arial"/>
            </a:endParaRPr>
          </a:p>
        </p:txBody>
      </p:sp>
      <p:sp>
        <p:nvSpPr>
          <p:cNvPr id="772" name="Google Shape;772;p19"/>
          <p:cNvSpPr txBox="1"/>
          <p:nvPr/>
        </p:nvSpPr>
        <p:spPr>
          <a:xfrm>
            <a:off x="9903935" y="3245229"/>
            <a:ext cx="1458600" cy="2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WAN I/F: 15.0.0.20</a:t>
            </a:r>
            <a:endParaRPr sz="1400" b="0" i="0" u="none" strike="noStrike" cap="none">
              <a:solidFill>
                <a:srgbClr val="000000"/>
              </a:solidFill>
              <a:latin typeface="Arial"/>
              <a:ea typeface="Arial"/>
              <a:cs typeface="Arial"/>
              <a:sym typeface="Arial"/>
            </a:endParaRPr>
          </a:p>
        </p:txBody>
      </p:sp>
      <p:sp>
        <p:nvSpPr>
          <p:cNvPr id="773" name="Google Shape;773;p19"/>
          <p:cNvSpPr txBox="1"/>
          <p:nvPr/>
        </p:nvSpPr>
        <p:spPr>
          <a:xfrm>
            <a:off x="9431301" y="4267935"/>
            <a:ext cx="1764600" cy="28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LAN I/F:192.168.20.254</a:t>
            </a:r>
            <a:endParaRPr sz="1400" b="0" i="0" u="none" strike="noStrike" cap="none">
              <a:solidFill>
                <a:srgbClr val="000000"/>
              </a:solidFill>
              <a:latin typeface="Arial"/>
              <a:ea typeface="Arial"/>
              <a:cs typeface="Arial"/>
              <a:sym typeface="Arial"/>
            </a:endParaRPr>
          </a:p>
        </p:txBody>
      </p:sp>
      <p:sp>
        <p:nvSpPr>
          <p:cNvPr id="774" name="Google Shape;774;p19"/>
          <p:cNvSpPr/>
          <p:nvPr/>
        </p:nvSpPr>
        <p:spPr>
          <a:xfrm>
            <a:off x="452284" y="2590801"/>
            <a:ext cx="3340200" cy="37215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20509" y="0"/>
                </a:moveTo>
                <a:close/>
              </a:path>
              <a:path w="120000" h="120000" fill="none" extrusionOk="0">
                <a:moveTo>
                  <a:pt x="120509" y="8845"/>
                </a:moveTo>
                <a:lnTo>
                  <a:pt x="166450" y="20005"/>
                </a:lnTo>
              </a:path>
            </a:pathLst>
          </a:cu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
        <p:nvSpPr>
          <p:cNvPr id="775" name="Google Shape;775;p19"/>
          <p:cNvSpPr txBox="1"/>
          <p:nvPr/>
        </p:nvSpPr>
        <p:spPr>
          <a:xfrm>
            <a:off x="480764" y="2686616"/>
            <a:ext cx="3504300" cy="2246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DESTINATION: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400"/>
              <a:buFont typeface="Arial"/>
              <a:buNone/>
            </a:pPr>
            <a:r>
              <a:rPr lang="en-SG" sz="1400" b="1" i="0" u="none" strike="noStrike" cap="none">
                <a:solidFill>
                  <a:schemeClr val="dk1"/>
                </a:solidFill>
                <a:latin typeface="Tahoma"/>
                <a:ea typeface="Tahoma"/>
                <a:cs typeface="Tahoma"/>
                <a:sym typeface="Tahoma"/>
              </a:rPr>
              <a:t>192.168.20.0/255.255.255.0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HOW:</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FROM: </a:t>
            </a:r>
            <a:r>
              <a:rPr lang="en-SG" sz="1400" b="1" i="0" u="none" strike="noStrike" cap="none">
                <a:solidFill>
                  <a:schemeClr val="dk1"/>
                </a:solidFill>
                <a:latin typeface="Tahoma"/>
                <a:ea typeface="Tahoma"/>
                <a:cs typeface="Tahoma"/>
                <a:sym typeface="Tahoma"/>
              </a:rPr>
              <a:t>WAN/IF </a:t>
            </a:r>
            <a:r>
              <a:rPr lang="en-SG" sz="1400" b="0" i="0" u="none" strike="noStrike" cap="none">
                <a:solidFill>
                  <a:schemeClr val="dk1"/>
                </a:solidFill>
                <a:latin typeface="Tahoma"/>
                <a:ea typeface="Tahoma"/>
                <a:cs typeface="Tahoma"/>
                <a:sym typeface="Tahoma"/>
              </a:rPr>
              <a:t>FORWARD 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 </a:t>
            </a:r>
            <a:r>
              <a:rPr lang="en-SG" sz="1400" b="1" i="0" u="none" strike="noStrike" cap="none">
                <a:solidFill>
                  <a:schemeClr val="dk1"/>
                </a:solidFill>
                <a:latin typeface="Tahoma"/>
                <a:ea typeface="Tahoma"/>
                <a:cs typeface="Tahoma"/>
                <a:sym typeface="Tahoma"/>
              </a:rPr>
              <a:t>15.0.0.20 (DEFAULT GATEWAY)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400"/>
              <a:buFont typeface="Arial"/>
              <a:buNone/>
            </a:pPr>
            <a:r>
              <a:rPr lang="en-SG" sz="1400" b="0" i="0" u="none" strike="noStrike" cap="none">
                <a:solidFill>
                  <a:schemeClr val="dk1"/>
                </a:solidFill>
                <a:latin typeface="Tahoma"/>
                <a:ea typeface="Tahoma"/>
                <a:cs typeface="Tahoma"/>
                <a:sym typeface="Tahoma"/>
              </a:rPr>
              <a:t>HOP COUNT: 2</a:t>
            </a:r>
            <a:endParaRPr sz="1400" b="0" i="0" u="none" strike="noStrike" cap="none">
              <a:solidFill>
                <a:srgbClr val="000000"/>
              </a:solidFill>
              <a:latin typeface="Arial"/>
              <a:ea typeface="Arial"/>
              <a:cs typeface="Arial"/>
              <a:sym typeface="Arial"/>
            </a:endParaRPr>
          </a:p>
        </p:txBody>
      </p:sp>
      <p:grpSp>
        <p:nvGrpSpPr>
          <p:cNvPr id="776" name="Google Shape;776;p19"/>
          <p:cNvGrpSpPr/>
          <p:nvPr/>
        </p:nvGrpSpPr>
        <p:grpSpPr>
          <a:xfrm>
            <a:off x="5717813" y="3154652"/>
            <a:ext cx="4541889" cy="1820700"/>
            <a:chOff x="5717813" y="3154652"/>
            <a:chExt cx="4541889" cy="1820700"/>
          </a:xfrm>
        </p:grpSpPr>
        <p:sp>
          <p:nvSpPr>
            <p:cNvPr id="777" name="Google Shape;777;p19"/>
            <p:cNvSpPr/>
            <p:nvPr/>
          </p:nvSpPr>
          <p:spPr>
            <a:xfrm rot="-1803794">
              <a:off x="5732821" y="3670114"/>
              <a:ext cx="2049284" cy="610112"/>
            </a:xfrm>
            <a:prstGeom prst="curvedDownArrow">
              <a:avLst>
                <a:gd name="adj1" fmla="val 25000"/>
                <a:gd name="adj2" fmla="val 47854"/>
                <a:gd name="adj3" fmla="val 25000"/>
              </a:avLst>
            </a:pr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
          <p:nvSpPr>
            <p:cNvPr id="778" name="Google Shape;778;p19"/>
            <p:cNvSpPr/>
            <p:nvPr/>
          </p:nvSpPr>
          <p:spPr>
            <a:xfrm rot="1952911">
              <a:off x="7965744" y="3714057"/>
              <a:ext cx="2284515" cy="701889"/>
            </a:xfrm>
            <a:prstGeom prst="curvedDownArrow">
              <a:avLst>
                <a:gd name="adj1" fmla="val 8932"/>
                <a:gd name="adj2" fmla="val 47947"/>
                <a:gd name="adj3" fmla="val 26403"/>
              </a:avLst>
            </a:pr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
          <p:nvSpPr>
            <p:cNvPr id="779" name="Google Shape;779;p19"/>
            <p:cNvSpPr txBox="1"/>
            <p:nvPr/>
          </p:nvSpPr>
          <p:spPr>
            <a:xfrm>
              <a:off x="6696929" y="3768006"/>
              <a:ext cx="31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Tahoma"/>
                  <a:ea typeface="Tahoma"/>
                  <a:cs typeface="Tahoma"/>
                  <a:sym typeface="Tahoma"/>
                </a:rPr>
                <a:t>1</a:t>
              </a:r>
              <a:endParaRPr sz="1400" b="0" i="0" u="none" strike="noStrike" cap="none">
                <a:solidFill>
                  <a:srgbClr val="000000"/>
                </a:solidFill>
                <a:latin typeface="Arial"/>
                <a:ea typeface="Arial"/>
                <a:cs typeface="Arial"/>
                <a:sym typeface="Arial"/>
              </a:endParaRPr>
            </a:p>
          </p:txBody>
        </p:sp>
        <p:sp>
          <p:nvSpPr>
            <p:cNvPr id="780" name="Google Shape;780;p19"/>
            <p:cNvSpPr txBox="1"/>
            <p:nvPr/>
          </p:nvSpPr>
          <p:spPr>
            <a:xfrm>
              <a:off x="9060087" y="3775506"/>
              <a:ext cx="311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Tahoma"/>
                  <a:ea typeface="Tahoma"/>
                  <a:cs typeface="Tahoma"/>
                  <a:sym typeface="Tahoma"/>
                </a:rPr>
                <a:t>2</a:t>
              </a:r>
              <a:endParaRPr sz="1400" b="0" i="0" u="none" strike="noStrike" cap="none">
                <a:solidFill>
                  <a:srgbClr val="000000"/>
                </a:solidFill>
                <a:latin typeface="Arial"/>
                <a:ea typeface="Arial"/>
                <a:cs typeface="Arial"/>
                <a:sym typeface="Arial"/>
              </a:endParaRPr>
            </a:p>
          </p:txBody>
        </p:sp>
      </p:grpSp>
      <p:sp>
        <p:nvSpPr>
          <p:cNvPr id="781" name="Google Shape;781;p19"/>
          <p:cNvSpPr/>
          <p:nvPr/>
        </p:nvSpPr>
        <p:spPr>
          <a:xfrm>
            <a:off x="6247115" y="4871275"/>
            <a:ext cx="3439500" cy="473700"/>
          </a:xfrm>
          <a:prstGeom prst="stripedRightArrow">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
        <p:nvSpPr>
          <p:cNvPr id="782" name="Google Shape;782;p19"/>
          <p:cNvSpPr/>
          <p:nvPr/>
        </p:nvSpPr>
        <p:spPr>
          <a:xfrm>
            <a:off x="1520237" y="4228872"/>
            <a:ext cx="2019300" cy="234900"/>
          </a:xfrm>
          <a:prstGeom prst="rect">
            <a:avLst/>
          </a:prstGeom>
          <a:solidFill>
            <a:schemeClr val="lt1"/>
          </a:solid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2400"/>
              <a:buFont typeface="Tahoma"/>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pic>
        <p:nvPicPr>
          <p:cNvPr id="787" name="Google Shape;787;p20"/>
          <p:cNvPicPr preferRelativeResize="0"/>
          <p:nvPr/>
        </p:nvPicPr>
        <p:blipFill rotWithShape="1">
          <a:blip r:embed="rId3">
            <a:alphaModFix/>
          </a:blip>
          <a:srcRect t="9266" b="13892"/>
          <a:stretch/>
        </p:blipFill>
        <p:spPr>
          <a:xfrm>
            <a:off x="5535561" y="1416898"/>
            <a:ext cx="6362538" cy="4194114"/>
          </a:xfrm>
          <a:prstGeom prst="rect">
            <a:avLst/>
          </a:prstGeom>
          <a:noFill/>
          <a:ln>
            <a:noFill/>
          </a:ln>
        </p:spPr>
      </p:pic>
      <p:sp>
        <p:nvSpPr>
          <p:cNvPr id="788" name="Google Shape;788;p20"/>
          <p:cNvSpPr txBox="1">
            <a:spLocks noGrp="1"/>
          </p:cNvSpPr>
          <p:nvPr>
            <p:ph type="title"/>
          </p:nvPr>
        </p:nvSpPr>
        <p:spPr>
          <a:xfrm>
            <a:off x="535517" y="0"/>
            <a:ext cx="10515600" cy="13257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Routing</a:t>
            </a:r>
            <a:endParaRPr/>
          </a:p>
        </p:txBody>
      </p:sp>
      <p:sp>
        <p:nvSpPr>
          <p:cNvPr id="789" name="Google Shape;789;p20"/>
          <p:cNvSpPr txBox="1">
            <a:spLocks noGrp="1"/>
          </p:cNvSpPr>
          <p:nvPr>
            <p:ph type="body" idx="2"/>
          </p:nvPr>
        </p:nvSpPr>
        <p:spPr>
          <a:xfrm>
            <a:off x="535517" y="1482519"/>
            <a:ext cx="5481900" cy="43326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2800"/>
              <a:buFont typeface="Tahoma"/>
              <a:buChar char="•"/>
            </a:pPr>
            <a:r>
              <a:rPr lang="en-SG"/>
              <a:t>Selecting the next hop to reach the destination</a:t>
            </a:r>
            <a:endParaRPr/>
          </a:p>
          <a:p>
            <a:pPr marL="342900" lvl="0" indent="-342900" algn="l" rtl="0">
              <a:lnSpc>
                <a:spcPct val="100000"/>
              </a:lnSpc>
              <a:spcBef>
                <a:spcPts val="560"/>
              </a:spcBef>
              <a:spcAft>
                <a:spcPts val="0"/>
              </a:spcAft>
              <a:buSzPts val="2800"/>
              <a:buFont typeface="Tahoma"/>
              <a:buChar char="•"/>
            </a:pPr>
            <a:r>
              <a:rPr lang="en-SG"/>
              <a:t>Based on information in the routing table of layer 3 (Network) devices</a:t>
            </a:r>
            <a:endParaRPr/>
          </a:p>
          <a:p>
            <a:pPr marL="342900" lvl="0" indent="-342900" algn="l" rtl="0">
              <a:lnSpc>
                <a:spcPct val="100000"/>
              </a:lnSpc>
              <a:spcBef>
                <a:spcPts val="560"/>
              </a:spcBef>
              <a:spcAft>
                <a:spcPts val="0"/>
              </a:spcAft>
              <a:buSzPts val="2800"/>
              <a:buFont typeface="Tahoma"/>
              <a:buChar char="•"/>
            </a:pPr>
            <a:r>
              <a:rPr lang="en-SG"/>
              <a:t>Routers exchanged route entries using routing protocols Eg RIP (Routing Information Protocol), </a:t>
            </a:r>
            <a:endParaRPr/>
          </a:p>
          <a:p>
            <a:pPr marL="342900" lvl="0" indent="-342900" algn="l" rtl="0">
              <a:lnSpc>
                <a:spcPct val="100000"/>
              </a:lnSpc>
              <a:spcBef>
                <a:spcPts val="560"/>
              </a:spcBef>
              <a:spcAft>
                <a:spcPts val="0"/>
              </a:spcAft>
              <a:buSzPts val="2800"/>
              <a:buFont typeface="Tahoma"/>
              <a:buChar char="•"/>
            </a:pPr>
            <a:r>
              <a:rPr lang="en-SG"/>
              <a:t>OSPF (Open Shortest Path First)</a:t>
            </a:r>
            <a:endParaRPr/>
          </a:p>
          <a:p>
            <a:pPr marL="342900" lvl="0" indent="-165100" algn="l" rtl="0">
              <a:lnSpc>
                <a:spcPct val="100000"/>
              </a:lnSpc>
              <a:spcBef>
                <a:spcPts val="560"/>
              </a:spcBef>
              <a:spcAft>
                <a:spcPts val="0"/>
              </a:spcAft>
              <a:buSzPts val="2800"/>
              <a:buFont typeface="Tahoma"/>
              <a:buNone/>
            </a:pPr>
            <a:endParaRPr/>
          </a:p>
        </p:txBody>
      </p:sp>
      <p:sp>
        <p:nvSpPr>
          <p:cNvPr id="790" name="Google Shape;790;p20"/>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SG"/>
              <a:t>18</a:t>
            </a:fld>
            <a:endParaRPr/>
          </a:p>
        </p:txBody>
      </p:sp>
      <p:sp>
        <p:nvSpPr>
          <p:cNvPr id="791" name="Google Shape;791;p20"/>
          <p:cNvSpPr/>
          <p:nvPr/>
        </p:nvSpPr>
        <p:spPr>
          <a:xfrm>
            <a:off x="828815" y="6390376"/>
            <a:ext cx="3252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sng" strike="noStrike" cap="none">
                <a:solidFill>
                  <a:schemeClr val="dk1"/>
                </a:solidFill>
                <a:latin typeface="Tahoma"/>
                <a:ea typeface="Tahoma"/>
                <a:cs typeface="Tahoma"/>
                <a:sym typeface="Tahoma"/>
                <a:hlinkClick r:id="rId4">
                  <a:extLst>
                    <a:ext uri="{A12FA001-AC4F-418D-AE19-62706E023703}">
                      <ahyp:hlinkClr xmlns:ahyp="http://schemas.microsoft.com/office/drawing/2018/hyperlinkcolor" val="tx"/>
                    </a:ext>
                  </a:extLst>
                </a:hlinkClick>
              </a:rPr>
              <a:t>https://youtu.be/zeArDrC2xPg</a:t>
            </a:r>
            <a:endParaRPr sz="1800" b="0" i="0" u="none" strike="noStrike" cap="none">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SG"/>
              <a:t>Private Addresses</a:t>
            </a:r>
            <a:endParaRPr/>
          </a:p>
        </p:txBody>
      </p:sp>
      <p:pic>
        <p:nvPicPr>
          <p:cNvPr id="797" name="Google Shape;797;p21"/>
          <p:cNvPicPr preferRelativeResize="0">
            <a:picLocks noGrp="1"/>
          </p:cNvPicPr>
          <p:nvPr>
            <p:ph type="body" idx="1"/>
          </p:nvPr>
        </p:nvPicPr>
        <p:blipFill rotWithShape="1">
          <a:blip r:embed="rId3">
            <a:alphaModFix/>
          </a:blip>
          <a:srcRect/>
          <a:stretch/>
        </p:blipFill>
        <p:spPr>
          <a:xfrm>
            <a:off x="838199" y="1617636"/>
            <a:ext cx="10515600" cy="3838800"/>
          </a:xfrm>
          <a:prstGeom prst="rect">
            <a:avLst/>
          </a:prstGeom>
          <a:noFill/>
          <a:ln>
            <a:noFill/>
          </a:ln>
        </p:spPr>
      </p:pic>
      <p:sp>
        <p:nvSpPr>
          <p:cNvPr id="798" name="Google Shape;798;p21"/>
          <p:cNvSpPr txBox="1"/>
          <p:nvPr/>
        </p:nvSpPr>
        <p:spPr>
          <a:xfrm>
            <a:off x="9086293" y="3388947"/>
            <a:ext cx="1842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1 Class A network</a:t>
            </a:r>
            <a:endParaRPr sz="1400" b="0" i="0" u="none" strike="noStrike" cap="none">
              <a:solidFill>
                <a:srgbClr val="000000"/>
              </a:solidFill>
              <a:latin typeface="Arial"/>
              <a:ea typeface="Arial"/>
              <a:cs typeface="Arial"/>
              <a:sym typeface="Arial"/>
            </a:endParaRPr>
          </a:p>
        </p:txBody>
      </p:sp>
      <p:sp>
        <p:nvSpPr>
          <p:cNvPr id="799" name="Google Shape;799;p21"/>
          <p:cNvSpPr txBox="1"/>
          <p:nvPr/>
        </p:nvSpPr>
        <p:spPr>
          <a:xfrm>
            <a:off x="9086293" y="4095072"/>
            <a:ext cx="2038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16 Class B networks</a:t>
            </a:r>
            <a:endParaRPr sz="1400" b="0" i="0" u="none" strike="noStrike" cap="none">
              <a:solidFill>
                <a:srgbClr val="000000"/>
              </a:solidFill>
              <a:latin typeface="Arial"/>
              <a:ea typeface="Arial"/>
              <a:cs typeface="Arial"/>
              <a:sym typeface="Arial"/>
            </a:endParaRPr>
          </a:p>
        </p:txBody>
      </p:sp>
      <p:sp>
        <p:nvSpPr>
          <p:cNvPr id="800" name="Google Shape;800;p21"/>
          <p:cNvSpPr txBox="1"/>
          <p:nvPr/>
        </p:nvSpPr>
        <p:spPr>
          <a:xfrm>
            <a:off x="9086293" y="4757585"/>
            <a:ext cx="2154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256 Class C networks</a:t>
            </a:r>
            <a:endParaRPr sz="1400" b="0" i="0" u="none" strike="noStrike" cap="none">
              <a:solidFill>
                <a:srgbClr val="000000"/>
              </a:solidFill>
              <a:latin typeface="Arial"/>
              <a:ea typeface="Arial"/>
              <a:cs typeface="Arial"/>
              <a:sym typeface="Arial"/>
            </a:endParaRPr>
          </a:p>
        </p:txBody>
      </p:sp>
      <p:sp>
        <p:nvSpPr>
          <p:cNvPr id="801" name="Google Shape;801;p21"/>
          <p:cNvSpPr txBox="1"/>
          <p:nvPr/>
        </p:nvSpPr>
        <p:spPr>
          <a:xfrm>
            <a:off x="1865963" y="1286130"/>
            <a:ext cx="8460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These addresses are not visible on the Internet. They are blocked by the Internet routers</a:t>
            </a:r>
            <a:endParaRPr sz="1400" b="0" i="0" u="none" strike="noStrike" cap="none">
              <a:solidFill>
                <a:srgbClr val="000000"/>
              </a:solidFill>
              <a:latin typeface="Arial"/>
              <a:ea typeface="Arial"/>
              <a:cs typeface="Arial"/>
              <a:sym typeface="Arial"/>
            </a:endParaRPr>
          </a:p>
        </p:txBody>
      </p:sp>
      <p:sp>
        <p:nvSpPr>
          <p:cNvPr id="802" name="Google Shape;802;p21"/>
          <p:cNvSpPr txBox="1"/>
          <p:nvPr/>
        </p:nvSpPr>
        <p:spPr>
          <a:xfrm>
            <a:off x="4582632" y="5456539"/>
            <a:ext cx="1617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Calibri"/>
                <a:ea typeface="Calibri"/>
                <a:cs typeface="Calibri"/>
                <a:sym typeface="Calibri"/>
              </a:rPr>
              <a:t>169.254.0.0/16</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10" name="Google Shape;810;p22"/>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Network Address Translation (NAT)</a:t>
            </a:r>
            <a:endParaRPr/>
          </a:p>
        </p:txBody>
      </p:sp>
      <p:sp>
        <p:nvSpPr>
          <p:cNvPr id="812" name="Google Shape;812;p22"/>
          <p:cNvSpPr/>
          <p:nvPr/>
        </p:nvSpPr>
        <p:spPr>
          <a:xfrm>
            <a:off x="6962163" y="1843226"/>
            <a:ext cx="3439500" cy="1509900"/>
          </a:xfrm>
          <a:prstGeom prst="ellipse">
            <a:avLst/>
          </a:prstGeom>
          <a:noFill/>
          <a:ln w="38100"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lt1"/>
                </a:solidFill>
                <a:latin typeface="Tahoma"/>
                <a:ea typeface="Tahoma"/>
                <a:cs typeface="Tahoma"/>
                <a:sym typeface="Tahoma"/>
              </a:rPr>
              <a:t>1</a:t>
            </a:r>
            <a:r>
              <a:rPr lang="en-SG" sz="1800" b="0" i="0" u="none" strike="noStrike" cap="none">
                <a:solidFill>
                  <a:schemeClr val="dk1"/>
                </a:solidFill>
                <a:latin typeface="Tahoma"/>
                <a:ea typeface="Tahoma"/>
                <a:cs typeface="Tahoma"/>
                <a:sym typeface="Tahoma"/>
              </a:rPr>
              <a:t>Internet</a:t>
            </a:r>
            <a:endParaRPr sz="1400" b="0" i="0" u="none" strike="noStrike" cap="none">
              <a:solidFill>
                <a:srgbClr val="000000"/>
              </a:solidFill>
              <a:latin typeface="Arial"/>
              <a:ea typeface="Arial"/>
              <a:cs typeface="Arial"/>
              <a:sym typeface="Arial"/>
            </a:endParaRPr>
          </a:p>
        </p:txBody>
      </p:sp>
      <p:grpSp>
        <p:nvGrpSpPr>
          <p:cNvPr id="813" name="Google Shape;813;p22"/>
          <p:cNvGrpSpPr/>
          <p:nvPr/>
        </p:nvGrpSpPr>
        <p:grpSpPr>
          <a:xfrm>
            <a:off x="4273473" y="2098747"/>
            <a:ext cx="1690836" cy="1253921"/>
            <a:chOff x="3681074" y="855663"/>
            <a:chExt cx="1231939" cy="732516"/>
          </a:xfrm>
        </p:grpSpPr>
        <p:pic>
          <p:nvPicPr>
            <p:cNvPr id="814" name="Google Shape;814;p22"/>
            <p:cNvPicPr preferRelativeResize="0"/>
            <p:nvPr/>
          </p:nvPicPr>
          <p:blipFill rotWithShape="1">
            <a:blip r:embed="rId3">
              <a:alphaModFix/>
            </a:blip>
            <a:srcRect/>
            <a:stretch/>
          </p:blipFill>
          <p:spPr>
            <a:xfrm>
              <a:off x="3681074" y="855663"/>
              <a:ext cx="906461" cy="533401"/>
            </a:xfrm>
            <a:prstGeom prst="rect">
              <a:avLst/>
            </a:prstGeom>
            <a:noFill/>
            <a:ln>
              <a:noFill/>
            </a:ln>
          </p:spPr>
        </p:pic>
        <p:sp>
          <p:nvSpPr>
            <p:cNvPr id="815" name="Google Shape;815;p22"/>
            <p:cNvSpPr/>
            <p:nvPr/>
          </p:nvSpPr>
          <p:spPr>
            <a:xfrm>
              <a:off x="3923913" y="1351179"/>
              <a:ext cx="989100" cy="23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Router </a:t>
              </a:r>
              <a:endParaRPr sz="1400" b="0" i="0" u="none" strike="noStrike" cap="none">
                <a:solidFill>
                  <a:srgbClr val="000000"/>
                </a:solidFill>
                <a:latin typeface="Arial"/>
                <a:ea typeface="Arial"/>
                <a:cs typeface="Arial"/>
                <a:sym typeface="Arial"/>
              </a:endParaRPr>
            </a:p>
          </p:txBody>
        </p:sp>
      </p:grpSp>
      <p:cxnSp>
        <p:nvCxnSpPr>
          <p:cNvPr id="816" name="Google Shape;816;p22"/>
          <p:cNvCxnSpPr>
            <a:stCxn id="814" idx="3"/>
            <a:endCxn id="812" idx="2"/>
          </p:cNvCxnSpPr>
          <p:nvPr/>
        </p:nvCxnSpPr>
        <p:spPr>
          <a:xfrm>
            <a:off x="5517591" y="2555285"/>
            <a:ext cx="1444500" cy="42900"/>
          </a:xfrm>
          <a:prstGeom prst="straightConnector1">
            <a:avLst/>
          </a:prstGeom>
          <a:noFill/>
          <a:ln w="9525" cap="flat" cmpd="sng">
            <a:solidFill>
              <a:schemeClr val="dk1"/>
            </a:solidFill>
            <a:prstDash val="solid"/>
            <a:round/>
            <a:headEnd type="none" w="sm" len="sm"/>
            <a:tailEnd type="none" w="sm" len="sm"/>
          </a:ln>
        </p:spPr>
      </p:cxnSp>
      <p:sp>
        <p:nvSpPr>
          <p:cNvPr id="821" name="Google Shape;821;p22"/>
          <p:cNvSpPr txBox="1"/>
          <p:nvPr/>
        </p:nvSpPr>
        <p:spPr>
          <a:xfrm>
            <a:off x="5449798" y="2636762"/>
            <a:ext cx="1029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chemeClr val="dk1"/>
                </a:solidFill>
                <a:latin typeface="Tahoma"/>
                <a:ea typeface="Tahoma"/>
                <a:cs typeface="Tahoma"/>
                <a:sym typeface="Tahoma"/>
              </a:rPr>
              <a:t>15.0.0.1</a:t>
            </a:r>
            <a:endParaRPr sz="1400" b="0" i="0" u="none" strike="noStrike" cap="none" dirty="0">
              <a:solidFill>
                <a:srgbClr val="000000"/>
              </a:solidFill>
              <a:latin typeface="Arial"/>
              <a:ea typeface="Arial"/>
              <a:cs typeface="Arial"/>
              <a:sym typeface="Arial"/>
            </a:endParaRPr>
          </a:p>
        </p:txBody>
      </p:sp>
      <p:pic>
        <p:nvPicPr>
          <p:cNvPr id="822" name="Google Shape;822;p22"/>
          <p:cNvPicPr preferRelativeResize="0"/>
          <p:nvPr/>
        </p:nvPicPr>
        <p:blipFill rotWithShape="1">
          <a:blip r:embed="rId4">
            <a:alphaModFix/>
          </a:blip>
          <a:srcRect/>
          <a:stretch/>
        </p:blipFill>
        <p:spPr>
          <a:xfrm>
            <a:off x="10981813" y="2026050"/>
            <a:ext cx="835026" cy="1200151"/>
          </a:xfrm>
          <a:prstGeom prst="rect">
            <a:avLst/>
          </a:prstGeom>
          <a:noFill/>
          <a:ln>
            <a:noFill/>
          </a:ln>
        </p:spPr>
      </p:pic>
      <p:cxnSp>
        <p:nvCxnSpPr>
          <p:cNvPr id="824" name="Google Shape;824;p22"/>
          <p:cNvCxnSpPr>
            <a:stCxn id="822" idx="1"/>
            <a:endCxn id="812" idx="6"/>
          </p:cNvCxnSpPr>
          <p:nvPr/>
        </p:nvCxnSpPr>
        <p:spPr>
          <a:xfrm rot="10800000">
            <a:off x="10401613" y="2598226"/>
            <a:ext cx="580200" cy="27900"/>
          </a:xfrm>
          <a:prstGeom prst="straightConnector1">
            <a:avLst/>
          </a:prstGeom>
          <a:noFill/>
          <a:ln w="9525" cap="flat" cmpd="sng">
            <a:solidFill>
              <a:schemeClr val="dk1"/>
            </a:solidFill>
            <a:prstDash val="solid"/>
            <a:round/>
            <a:headEnd type="none" w="sm" len="sm"/>
            <a:tailEnd type="none" w="sm" len="sm"/>
          </a:ln>
        </p:spPr>
      </p:cxnSp>
      <p:sp>
        <p:nvSpPr>
          <p:cNvPr id="825" name="Google Shape;825;p22"/>
          <p:cNvSpPr txBox="1"/>
          <p:nvPr/>
        </p:nvSpPr>
        <p:spPr>
          <a:xfrm>
            <a:off x="9797114" y="1682819"/>
            <a:ext cx="1789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a:solidFill>
                  <a:schemeClr val="dk1"/>
                </a:solidFill>
                <a:latin typeface="Tahoma"/>
                <a:ea typeface="Tahoma"/>
                <a:cs typeface="Tahoma"/>
                <a:sym typeface="Tahoma"/>
              </a:rPr>
              <a:t>216.239.38.120</a:t>
            </a:r>
            <a:endParaRPr sz="1400" b="0" i="0" u="none" strike="noStrike" cap="none">
              <a:solidFill>
                <a:srgbClr val="000000"/>
              </a:solidFill>
              <a:latin typeface="Arial"/>
              <a:ea typeface="Arial"/>
              <a:cs typeface="Arial"/>
              <a:sym typeface="Arial"/>
            </a:endParaRPr>
          </a:p>
        </p:txBody>
      </p:sp>
      <p:grpSp>
        <p:nvGrpSpPr>
          <p:cNvPr id="8" name="Group 7">
            <a:extLst>
              <a:ext uri="{FF2B5EF4-FFF2-40B4-BE49-F238E27FC236}">
                <a16:creationId xmlns:a16="http://schemas.microsoft.com/office/drawing/2014/main" id="{050C626E-31FC-FC89-3AC6-3EA34219A776}"/>
              </a:ext>
            </a:extLst>
          </p:cNvPr>
          <p:cNvGrpSpPr/>
          <p:nvPr/>
        </p:nvGrpSpPr>
        <p:grpSpPr>
          <a:xfrm>
            <a:off x="333689" y="2098771"/>
            <a:ext cx="3939758" cy="3581700"/>
            <a:chOff x="333689" y="2098771"/>
            <a:chExt cx="3939758" cy="3581700"/>
          </a:xfrm>
        </p:grpSpPr>
        <p:cxnSp>
          <p:nvCxnSpPr>
            <p:cNvPr id="807" name="Google Shape;807;p22"/>
            <p:cNvCxnSpPr>
              <a:stCxn id="808" idx="1"/>
              <a:endCxn id="809" idx="0"/>
            </p:cNvCxnSpPr>
            <p:nvPr/>
          </p:nvCxnSpPr>
          <p:spPr>
            <a:xfrm flipH="1">
              <a:off x="705153" y="3393581"/>
              <a:ext cx="1345800" cy="16500"/>
            </a:xfrm>
            <a:prstGeom prst="straightConnector1">
              <a:avLst/>
            </a:prstGeom>
            <a:noFill/>
            <a:ln w="9525" cap="flat" cmpd="sng">
              <a:solidFill>
                <a:srgbClr val="FF0000"/>
              </a:solidFill>
              <a:prstDash val="solid"/>
              <a:round/>
              <a:headEnd type="none" w="sm" len="sm"/>
              <a:tailEnd type="none" w="sm" len="sm"/>
            </a:ln>
          </p:spPr>
        </p:cxnSp>
        <p:pic>
          <p:nvPicPr>
            <p:cNvPr id="817" name="Google Shape;817;p22"/>
            <p:cNvPicPr preferRelativeResize="0"/>
            <p:nvPr/>
          </p:nvPicPr>
          <p:blipFill rotWithShape="1">
            <a:blip r:embed="rId5">
              <a:alphaModFix/>
            </a:blip>
            <a:srcRect/>
            <a:stretch/>
          </p:blipFill>
          <p:spPr>
            <a:xfrm>
              <a:off x="1004704" y="2137624"/>
              <a:ext cx="742951" cy="602356"/>
            </a:xfrm>
            <a:prstGeom prst="rect">
              <a:avLst/>
            </a:prstGeom>
            <a:noFill/>
            <a:ln>
              <a:noFill/>
            </a:ln>
          </p:spPr>
        </p:pic>
        <p:sp>
          <p:nvSpPr>
            <p:cNvPr id="818" name="Google Shape;818;p22"/>
            <p:cNvSpPr/>
            <p:nvPr/>
          </p:nvSpPr>
          <p:spPr>
            <a:xfrm>
              <a:off x="705164" y="2098771"/>
              <a:ext cx="2716800" cy="3581700"/>
            </a:xfrm>
            <a:prstGeom prst="ellipse">
              <a:avLst/>
            </a:prstGeom>
            <a:noFill/>
            <a:ln w="38100" cap="flat" cmpd="sng">
              <a:solidFill>
                <a:srgbClr val="BA4A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accent1"/>
                  </a:solidFill>
                  <a:latin typeface="Tahoma"/>
                  <a:ea typeface="Tahoma"/>
                  <a:cs typeface="Tahoma"/>
                  <a:sym typeface="Tahoma"/>
                </a:rPr>
                <a:t>192.168.10.0/24</a:t>
              </a:r>
              <a:endParaRPr sz="1400" b="0" i="0" u="none" strike="noStrike" cap="none">
                <a:solidFill>
                  <a:srgbClr val="000000"/>
                </a:solidFill>
                <a:latin typeface="Arial"/>
                <a:ea typeface="Arial"/>
                <a:cs typeface="Arial"/>
                <a:sym typeface="Arial"/>
              </a:endParaRPr>
            </a:p>
          </p:txBody>
        </p:sp>
        <p:pic>
          <p:nvPicPr>
            <p:cNvPr id="808" name="Google Shape;808;p22" descr="AccessPoint"/>
            <p:cNvPicPr preferRelativeResize="0"/>
            <p:nvPr/>
          </p:nvPicPr>
          <p:blipFill rotWithShape="1">
            <a:blip r:embed="rId6">
              <a:alphaModFix/>
            </a:blip>
            <a:srcRect/>
            <a:stretch/>
          </p:blipFill>
          <p:spPr>
            <a:xfrm>
              <a:off x="2050953" y="3209184"/>
              <a:ext cx="845194" cy="368795"/>
            </a:xfrm>
            <a:prstGeom prst="rect">
              <a:avLst/>
            </a:prstGeom>
            <a:noFill/>
            <a:ln>
              <a:noFill/>
            </a:ln>
          </p:spPr>
        </p:pic>
        <p:cxnSp>
          <p:nvCxnSpPr>
            <p:cNvPr id="819" name="Google Shape;819;p22"/>
            <p:cNvCxnSpPr>
              <a:stCxn id="808" idx="3"/>
              <a:endCxn id="814" idx="1"/>
            </p:cNvCxnSpPr>
            <p:nvPr/>
          </p:nvCxnSpPr>
          <p:spPr>
            <a:xfrm rot="10800000" flipH="1">
              <a:off x="2896147" y="2555381"/>
              <a:ext cx="1377300" cy="838200"/>
            </a:xfrm>
            <a:prstGeom prst="straightConnector1">
              <a:avLst/>
            </a:prstGeom>
            <a:noFill/>
            <a:ln w="9525" cap="flat" cmpd="sng">
              <a:solidFill>
                <a:srgbClr val="FF0000"/>
              </a:solidFill>
              <a:prstDash val="solid"/>
              <a:miter lim="800000"/>
              <a:headEnd type="none" w="sm" len="sm"/>
              <a:tailEnd type="none" w="sm" len="sm"/>
            </a:ln>
          </p:spPr>
        </p:cxnSp>
        <p:cxnSp>
          <p:nvCxnSpPr>
            <p:cNvPr id="820" name="Google Shape;820;p22"/>
            <p:cNvCxnSpPr>
              <a:stCxn id="817" idx="2"/>
              <a:endCxn id="808" idx="1"/>
            </p:cNvCxnSpPr>
            <p:nvPr/>
          </p:nvCxnSpPr>
          <p:spPr>
            <a:xfrm>
              <a:off x="1376179" y="2739981"/>
              <a:ext cx="674700" cy="653700"/>
            </a:xfrm>
            <a:prstGeom prst="straightConnector1">
              <a:avLst/>
            </a:prstGeom>
            <a:noFill/>
            <a:ln w="9525" cap="flat" cmpd="sng">
              <a:solidFill>
                <a:srgbClr val="FF0000"/>
              </a:solidFill>
              <a:prstDash val="solid"/>
              <a:round/>
              <a:headEnd type="none" w="sm" len="sm"/>
              <a:tailEnd type="none" w="sm" len="sm"/>
            </a:ln>
          </p:spPr>
        </p:cxnSp>
        <p:pic>
          <p:nvPicPr>
            <p:cNvPr id="809" name="Google Shape;809;p22"/>
            <p:cNvPicPr preferRelativeResize="0"/>
            <p:nvPr/>
          </p:nvPicPr>
          <p:blipFill rotWithShape="1">
            <a:blip r:embed="rId5">
              <a:alphaModFix/>
            </a:blip>
            <a:srcRect/>
            <a:stretch/>
          </p:blipFill>
          <p:spPr>
            <a:xfrm>
              <a:off x="333689" y="3410053"/>
              <a:ext cx="742951" cy="602357"/>
            </a:xfrm>
            <a:prstGeom prst="rect">
              <a:avLst/>
            </a:prstGeom>
            <a:noFill/>
            <a:ln>
              <a:noFill/>
            </a:ln>
          </p:spPr>
        </p:pic>
        <p:sp>
          <p:nvSpPr>
            <p:cNvPr id="823" name="Google Shape;823;p22"/>
            <p:cNvSpPr txBox="1"/>
            <p:nvPr/>
          </p:nvSpPr>
          <p:spPr>
            <a:xfrm>
              <a:off x="2450805" y="2370649"/>
              <a:ext cx="1789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chemeClr val="accent1"/>
                  </a:solidFill>
                  <a:latin typeface="Tahoma"/>
                  <a:ea typeface="Tahoma"/>
                  <a:cs typeface="Tahoma"/>
                  <a:sym typeface="Tahoma"/>
                </a:rPr>
                <a:t>192.168.10.2</a:t>
              </a:r>
              <a:endParaRPr sz="1400" b="0" i="0" u="none" strike="noStrike" cap="none" dirty="0">
                <a:solidFill>
                  <a:srgbClr val="000000"/>
                </a:solidFill>
                <a:latin typeface="Arial"/>
                <a:ea typeface="Arial"/>
                <a:cs typeface="Arial"/>
                <a:sym typeface="Arial"/>
              </a:endParaRPr>
            </a:p>
          </p:txBody>
        </p:sp>
        <p:pic>
          <p:nvPicPr>
            <p:cNvPr id="826" name="Google Shape;826;p22"/>
            <p:cNvPicPr preferRelativeResize="0"/>
            <p:nvPr/>
          </p:nvPicPr>
          <p:blipFill rotWithShape="1">
            <a:blip r:embed="rId5">
              <a:alphaModFix/>
            </a:blip>
            <a:srcRect/>
            <a:stretch/>
          </p:blipFill>
          <p:spPr>
            <a:xfrm>
              <a:off x="705164" y="4893564"/>
              <a:ext cx="742951" cy="602357"/>
            </a:xfrm>
            <a:prstGeom prst="rect">
              <a:avLst/>
            </a:prstGeom>
            <a:noFill/>
            <a:ln>
              <a:noFill/>
            </a:ln>
          </p:spPr>
        </p:pic>
        <p:cxnSp>
          <p:nvCxnSpPr>
            <p:cNvPr id="827" name="Google Shape;827;p22"/>
            <p:cNvCxnSpPr>
              <a:stCxn id="826" idx="0"/>
              <a:endCxn id="808" idx="2"/>
            </p:cNvCxnSpPr>
            <p:nvPr/>
          </p:nvCxnSpPr>
          <p:spPr>
            <a:xfrm rot="10800000" flipH="1">
              <a:off x="1076639" y="3578064"/>
              <a:ext cx="1396800" cy="1315500"/>
            </a:xfrm>
            <a:prstGeom prst="straightConnector1">
              <a:avLst/>
            </a:prstGeom>
            <a:noFill/>
            <a:ln w="9525" cap="flat" cmpd="sng">
              <a:solidFill>
                <a:schemeClr val="accent1"/>
              </a:solidFill>
              <a:prstDash val="solid"/>
              <a:miter lim="800000"/>
              <a:headEnd type="none" w="sm" len="sm"/>
              <a:tailEnd type="none" w="sm" len="sm"/>
            </a:ln>
          </p:spPr>
        </p:cxnSp>
      </p:grpSp>
      <p:grpSp>
        <p:nvGrpSpPr>
          <p:cNvPr id="2" name="Google Shape;813;p22">
            <a:extLst>
              <a:ext uri="{FF2B5EF4-FFF2-40B4-BE49-F238E27FC236}">
                <a16:creationId xmlns:a16="http://schemas.microsoft.com/office/drawing/2014/main" id="{FF9830F1-68F1-C7ED-6FE2-24AB13307760}"/>
              </a:ext>
            </a:extLst>
          </p:cNvPr>
          <p:cNvGrpSpPr/>
          <p:nvPr/>
        </p:nvGrpSpPr>
        <p:grpSpPr>
          <a:xfrm>
            <a:off x="9556195" y="3600779"/>
            <a:ext cx="1690836" cy="1253921"/>
            <a:chOff x="3681074" y="855663"/>
            <a:chExt cx="1231939" cy="732516"/>
          </a:xfrm>
        </p:grpSpPr>
        <p:pic>
          <p:nvPicPr>
            <p:cNvPr id="3" name="Google Shape;814;p22">
              <a:extLst>
                <a:ext uri="{FF2B5EF4-FFF2-40B4-BE49-F238E27FC236}">
                  <a16:creationId xmlns:a16="http://schemas.microsoft.com/office/drawing/2014/main" id="{7A070E03-B890-E882-902B-A9FCF0413F5A}"/>
                </a:ext>
              </a:extLst>
            </p:cNvPr>
            <p:cNvPicPr preferRelativeResize="0"/>
            <p:nvPr/>
          </p:nvPicPr>
          <p:blipFill rotWithShape="1">
            <a:blip r:embed="rId3">
              <a:alphaModFix/>
            </a:blip>
            <a:srcRect/>
            <a:stretch/>
          </p:blipFill>
          <p:spPr>
            <a:xfrm>
              <a:off x="3681074" y="855663"/>
              <a:ext cx="906461" cy="533401"/>
            </a:xfrm>
            <a:prstGeom prst="rect">
              <a:avLst/>
            </a:prstGeom>
            <a:noFill/>
            <a:ln>
              <a:noFill/>
            </a:ln>
          </p:spPr>
        </p:pic>
        <p:sp>
          <p:nvSpPr>
            <p:cNvPr id="4" name="Google Shape;815;p22">
              <a:extLst>
                <a:ext uri="{FF2B5EF4-FFF2-40B4-BE49-F238E27FC236}">
                  <a16:creationId xmlns:a16="http://schemas.microsoft.com/office/drawing/2014/main" id="{F5FE3411-2320-BD82-E845-9CF6CE84F966}"/>
                </a:ext>
              </a:extLst>
            </p:cNvPr>
            <p:cNvSpPr/>
            <p:nvPr/>
          </p:nvSpPr>
          <p:spPr>
            <a:xfrm>
              <a:off x="3923913" y="1351179"/>
              <a:ext cx="989100" cy="23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dirty="0">
                  <a:solidFill>
                    <a:schemeClr val="dk1"/>
                  </a:solidFill>
                  <a:latin typeface="Tahoma"/>
                  <a:ea typeface="Tahoma"/>
                  <a:cs typeface="Tahoma"/>
                  <a:sym typeface="Tahoma"/>
                </a:rPr>
                <a:t>Router </a:t>
              </a:r>
              <a:endParaRPr sz="1400" b="0" i="0" u="none" strike="noStrike" cap="none" dirty="0">
                <a:solidFill>
                  <a:srgbClr val="000000"/>
                </a:solidFill>
                <a:latin typeface="Arial"/>
                <a:ea typeface="Arial"/>
                <a:cs typeface="Arial"/>
                <a:sym typeface="Arial"/>
              </a:endParaRPr>
            </a:p>
          </p:txBody>
        </p:sp>
      </p:grpSp>
      <p:cxnSp>
        <p:nvCxnSpPr>
          <p:cNvPr id="6" name="Straight Connector 5">
            <a:extLst>
              <a:ext uri="{FF2B5EF4-FFF2-40B4-BE49-F238E27FC236}">
                <a16:creationId xmlns:a16="http://schemas.microsoft.com/office/drawing/2014/main" id="{6B22E2A2-8F07-92C5-76F3-A02D95DBBAFC}"/>
              </a:ext>
            </a:extLst>
          </p:cNvPr>
          <p:cNvCxnSpPr>
            <a:stCxn id="812" idx="5"/>
            <a:endCxn id="3" idx="0"/>
          </p:cNvCxnSpPr>
          <p:nvPr/>
        </p:nvCxnSpPr>
        <p:spPr>
          <a:xfrm>
            <a:off x="9897960" y="3132006"/>
            <a:ext cx="280294" cy="468773"/>
          </a:xfrm>
          <a:prstGeom prst="line">
            <a:avLst/>
          </a:prstGeom>
        </p:spPr>
        <p:style>
          <a:lnRef idx="1">
            <a:schemeClr val="dk1"/>
          </a:lnRef>
          <a:fillRef idx="0">
            <a:schemeClr val="dk1"/>
          </a:fillRef>
          <a:effectRef idx="0">
            <a:schemeClr val="dk1"/>
          </a:effectRef>
          <a:fontRef idx="minor">
            <a:schemeClr val="tx1"/>
          </a:fontRef>
        </p:style>
      </p:cxnSp>
      <p:sp>
        <p:nvSpPr>
          <p:cNvPr id="7" name="Google Shape;821;p22">
            <a:extLst>
              <a:ext uri="{FF2B5EF4-FFF2-40B4-BE49-F238E27FC236}">
                <a16:creationId xmlns:a16="http://schemas.microsoft.com/office/drawing/2014/main" id="{915C657D-913E-0597-D0A4-42AD4FC2B9DF}"/>
              </a:ext>
            </a:extLst>
          </p:cNvPr>
          <p:cNvSpPr txBox="1"/>
          <p:nvPr/>
        </p:nvSpPr>
        <p:spPr>
          <a:xfrm>
            <a:off x="10053611" y="3188583"/>
            <a:ext cx="1029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chemeClr val="dk1"/>
                </a:solidFill>
                <a:latin typeface="Tahoma"/>
                <a:ea typeface="Tahoma"/>
                <a:cs typeface="Tahoma"/>
                <a:sym typeface="Tahoma"/>
              </a:rPr>
              <a:t>16.0.0.1</a:t>
            </a:r>
            <a:endParaRPr sz="1400" b="0" i="0" u="none" strike="noStrike" cap="none" dirty="0">
              <a:solidFill>
                <a:srgbClr val="000000"/>
              </a:solidFill>
              <a:latin typeface="Arial"/>
              <a:ea typeface="Arial"/>
              <a:cs typeface="Arial"/>
              <a:sym typeface="Arial"/>
            </a:endParaRPr>
          </a:p>
        </p:txBody>
      </p:sp>
      <p:grpSp>
        <p:nvGrpSpPr>
          <p:cNvPr id="9" name="Group 8">
            <a:extLst>
              <a:ext uri="{FF2B5EF4-FFF2-40B4-BE49-F238E27FC236}">
                <a16:creationId xmlns:a16="http://schemas.microsoft.com/office/drawing/2014/main" id="{97165621-A5A7-53E2-2982-095DD2FF060D}"/>
              </a:ext>
            </a:extLst>
          </p:cNvPr>
          <p:cNvGrpSpPr/>
          <p:nvPr/>
        </p:nvGrpSpPr>
        <p:grpSpPr>
          <a:xfrm>
            <a:off x="5517591" y="3873575"/>
            <a:ext cx="4698954" cy="2739877"/>
            <a:chOff x="333689" y="2137624"/>
            <a:chExt cx="3885124" cy="3358297"/>
          </a:xfrm>
        </p:grpSpPr>
        <p:cxnSp>
          <p:nvCxnSpPr>
            <p:cNvPr id="10" name="Google Shape;807;p22">
              <a:extLst>
                <a:ext uri="{FF2B5EF4-FFF2-40B4-BE49-F238E27FC236}">
                  <a16:creationId xmlns:a16="http://schemas.microsoft.com/office/drawing/2014/main" id="{7818CDF2-4544-A064-FAB4-7C14BA6BB85D}"/>
                </a:ext>
              </a:extLst>
            </p:cNvPr>
            <p:cNvCxnSpPr>
              <a:stCxn id="13" idx="1"/>
              <a:endCxn id="16" idx="0"/>
            </p:cNvCxnSpPr>
            <p:nvPr/>
          </p:nvCxnSpPr>
          <p:spPr>
            <a:xfrm flipH="1">
              <a:off x="705153" y="3393581"/>
              <a:ext cx="1345800" cy="16500"/>
            </a:xfrm>
            <a:prstGeom prst="straightConnector1">
              <a:avLst/>
            </a:prstGeom>
            <a:noFill/>
            <a:ln w="9525" cap="flat" cmpd="sng">
              <a:solidFill>
                <a:srgbClr val="0070C0"/>
              </a:solidFill>
              <a:prstDash val="solid"/>
              <a:round/>
              <a:headEnd type="none" w="sm" len="sm"/>
              <a:tailEnd type="none" w="sm" len="sm"/>
            </a:ln>
          </p:spPr>
        </p:cxnSp>
        <p:pic>
          <p:nvPicPr>
            <p:cNvPr id="11" name="Google Shape;817;p22">
              <a:extLst>
                <a:ext uri="{FF2B5EF4-FFF2-40B4-BE49-F238E27FC236}">
                  <a16:creationId xmlns:a16="http://schemas.microsoft.com/office/drawing/2014/main" id="{D13ED108-FF3E-D108-A05C-7D7E788104A0}"/>
                </a:ext>
              </a:extLst>
            </p:cNvPr>
            <p:cNvPicPr preferRelativeResize="0"/>
            <p:nvPr/>
          </p:nvPicPr>
          <p:blipFill rotWithShape="1">
            <a:blip r:embed="rId5">
              <a:alphaModFix/>
            </a:blip>
            <a:srcRect/>
            <a:stretch/>
          </p:blipFill>
          <p:spPr>
            <a:xfrm>
              <a:off x="1004704" y="2137624"/>
              <a:ext cx="742951" cy="602356"/>
            </a:xfrm>
            <a:prstGeom prst="rect">
              <a:avLst/>
            </a:prstGeom>
            <a:noFill/>
            <a:ln>
              <a:noFill/>
            </a:ln>
          </p:spPr>
        </p:pic>
        <p:sp>
          <p:nvSpPr>
            <p:cNvPr id="12" name="Google Shape;818;p22">
              <a:extLst>
                <a:ext uri="{FF2B5EF4-FFF2-40B4-BE49-F238E27FC236}">
                  <a16:creationId xmlns:a16="http://schemas.microsoft.com/office/drawing/2014/main" id="{1071816C-2109-D7C2-F5DA-894D375CD555}"/>
                </a:ext>
              </a:extLst>
            </p:cNvPr>
            <p:cNvSpPr/>
            <p:nvPr/>
          </p:nvSpPr>
          <p:spPr>
            <a:xfrm>
              <a:off x="705164" y="2739982"/>
              <a:ext cx="3409267" cy="2240237"/>
            </a:xfrm>
            <a:prstGeom prst="ellipse">
              <a:avLst/>
            </a:prstGeom>
            <a:noFill/>
            <a:ln w="38100" cap="flat" cmpd="sng">
              <a:solidFill>
                <a:srgbClr val="0070C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dirty="0">
                  <a:solidFill>
                    <a:srgbClr val="0070C0"/>
                  </a:solidFill>
                  <a:latin typeface="Tahoma"/>
                  <a:ea typeface="Tahoma"/>
                  <a:cs typeface="Tahoma"/>
                  <a:sym typeface="Tahoma"/>
                </a:rPr>
                <a:t>192.168.10.0/24</a:t>
              </a:r>
              <a:endParaRPr sz="1800" b="0" i="0" u="none" strike="noStrike" cap="none" dirty="0">
                <a:solidFill>
                  <a:srgbClr val="0070C0"/>
                </a:solidFill>
                <a:latin typeface="Arial"/>
                <a:ea typeface="Arial"/>
                <a:cs typeface="Arial"/>
                <a:sym typeface="Arial"/>
              </a:endParaRPr>
            </a:p>
          </p:txBody>
        </p:sp>
        <p:pic>
          <p:nvPicPr>
            <p:cNvPr id="13" name="Google Shape;808;p22" descr="AccessPoint">
              <a:extLst>
                <a:ext uri="{FF2B5EF4-FFF2-40B4-BE49-F238E27FC236}">
                  <a16:creationId xmlns:a16="http://schemas.microsoft.com/office/drawing/2014/main" id="{67141CD0-FE5A-F87B-7EED-3BA2E228E42A}"/>
                </a:ext>
              </a:extLst>
            </p:cNvPr>
            <p:cNvPicPr preferRelativeResize="0"/>
            <p:nvPr/>
          </p:nvPicPr>
          <p:blipFill rotWithShape="1">
            <a:blip r:embed="rId6">
              <a:alphaModFix/>
            </a:blip>
            <a:srcRect/>
            <a:stretch/>
          </p:blipFill>
          <p:spPr>
            <a:xfrm>
              <a:off x="2050953" y="3209184"/>
              <a:ext cx="845194" cy="368795"/>
            </a:xfrm>
            <a:prstGeom prst="rect">
              <a:avLst/>
            </a:prstGeom>
            <a:noFill/>
            <a:ln>
              <a:noFill/>
            </a:ln>
          </p:spPr>
        </p:pic>
        <p:cxnSp>
          <p:nvCxnSpPr>
            <p:cNvPr id="14" name="Google Shape;819;p22">
              <a:extLst>
                <a:ext uri="{FF2B5EF4-FFF2-40B4-BE49-F238E27FC236}">
                  <a16:creationId xmlns:a16="http://schemas.microsoft.com/office/drawing/2014/main" id="{8E7A9603-F1DF-DCC5-B7A3-597C3F9EA349}"/>
                </a:ext>
              </a:extLst>
            </p:cNvPr>
            <p:cNvCxnSpPr>
              <a:cxnSpLocks/>
              <a:stCxn id="13" idx="0"/>
            </p:cNvCxnSpPr>
            <p:nvPr/>
          </p:nvCxnSpPr>
          <p:spPr>
            <a:xfrm flipV="1">
              <a:off x="2473550" y="2374034"/>
              <a:ext cx="1129797" cy="835150"/>
            </a:xfrm>
            <a:prstGeom prst="straightConnector1">
              <a:avLst/>
            </a:prstGeom>
            <a:noFill/>
            <a:ln w="9525" cap="flat" cmpd="sng">
              <a:solidFill>
                <a:srgbClr val="0070C0"/>
              </a:solidFill>
              <a:prstDash val="solid"/>
              <a:miter lim="800000"/>
              <a:headEnd type="none" w="sm" len="sm"/>
              <a:tailEnd type="none" w="sm" len="sm"/>
            </a:ln>
          </p:spPr>
        </p:cxnSp>
        <p:cxnSp>
          <p:nvCxnSpPr>
            <p:cNvPr id="15" name="Google Shape;820;p22">
              <a:extLst>
                <a:ext uri="{FF2B5EF4-FFF2-40B4-BE49-F238E27FC236}">
                  <a16:creationId xmlns:a16="http://schemas.microsoft.com/office/drawing/2014/main" id="{F1BEA119-0F39-50E1-06F9-673785B93984}"/>
                </a:ext>
              </a:extLst>
            </p:cNvPr>
            <p:cNvCxnSpPr>
              <a:stCxn id="11" idx="2"/>
              <a:endCxn id="13" idx="1"/>
            </p:cNvCxnSpPr>
            <p:nvPr/>
          </p:nvCxnSpPr>
          <p:spPr>
            <a:xfrm>
              <a:off x="1376179" y="2739981"/>
              <a:ext cx="674700" cy="653700"/>
            </a:xfrm>
            <a:prstGeom prst="straightConnector1">
              <a:avLst/>
            </a:prstGeom>
            <a:noFill/>
            <a:ln w="9525" cap="flat" cmpd="sng">
              <a:solidFill>
                <a:srgbClr val="0070C0"/>
              </a:solidFill>
              <a:prstDash val="solid"/>
              <a:round/>
              <a:headEnd type="none" w="sm" len="sm"/>
              <a:tailEnd type="none" w="sm" len="sm"/>
            </a:ln>
          </p:spPr>
        </p:cxnSp>
        <p:pic>
          <p:nvPicPr>
            <p:cNvPr id="16" name="Google Shape;809;p22">
              <a:extLst>
                <a:ext uri="{FF2B5EF4-FFF2-40B4-BE49-F238E27FC236}">
                  <a16:creationId xmlns:a16="http://schemas.microsoft.com/office/drawing/2014/main" id="{FDB1AE8C-256F-D157-1C3C-A1887037E8CD}"/>
                </a:ext>
              </a:extLst>
            </p:cNvPr>
            <p:cNvPicPr preferRelativeResize="0"/>
            <p:nvPr/>
          </p:nvPicPr>
          <p:blipFill rotWithShape="1">
            <a:blip r:embed="rId5">
              <a:alphaModFix/>
            </a:blip>
            <a:srcRect/>
            <a:stretch/>
          </p:blipFill>
          <p:spPr>
            <a:xfrm>
              <a:off x="333689" y="3410053"/>
              <a:ext cx="742951" cy="602357"/>
            </a:xfrm>
            <a:prstGeom prst="rect">
              <a:avLst/>
            </a:prstGeom>
            <a:noFill/>
            <a:ln>
              <a:noFill/>
            </a:ln>
          </p:spPr>
        </p:pic>
        <p:sp>
          <p:nvSpPr>
            <p:cNvPr id="17" name="Google Shape;823;p22">
              <a:extLst>
                <a:ext uri="{FF2B5EF4-FFF2-40B4-BE49-F238E27FC236}">
                  <a16:creationId xmlns:a16="http://schemas.microsoft.com/office/drawing/2014/main" id="{7FD710D7-1E03-1366-A02F-8C18D032C544}"/>
                </a:ext>
              </a:extLst>
            </p:cNvPr>
            <p:cNvSpPr txBox="1"/>
            <p:nvPr/>
          </p:nvSpPr>
          <p:spPr>
            <a:xfrm>
              <a:off x="2429613" y="2224281"/>
              <a:ext cx="1789200" cy="4526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rgbClr val="0070C0"/>
                  </a:solidFill>
                  <a:latin typeface="Tahoma"/>
                  <a:ea typeface="Tahoma"/>
                  <a:cs typeface="Tahoma"/>
                  <a:sym typeface="Tahoma"/>
                </a:rPr>
                <a:t>192.168.10.2</a:t>
              </a:r>
              <a:endParaRPr sz="1800" b="0" i="0" u="none" strike="noStrike" cap="none" dirty="0">
                <a:solidFill>
                  <a:srgbClr val="0070C0"/>
                </a:solidFill>
                <a:latin typeface="Arial"/>
                <a:ea typeface="Arial"/>
                <a:cs typeface="Arial"/>
                <a:sym typeface="Arial"/>
              </a:endParaRPr>
            </a:p>
          </p:txBody>
        </p:sp>
        <p:pic>
          <p:nvPicPr>
            <p:cNvPr id="18" name="Google Shape;826;p22">
              <a:extLst>
                <a:ext uri="{FF2B5EF4-FFF2-40B4-BE49-F238E27FC236}">
                  <a16:creationId xmlns:a16="http://schemas.microsoft.com/office/drawing/2014/main" id="{1454E4DA-BE8A-74C5-A75F-2E2963035A3E}"/>
                </a:ext>
              </a:extLst>
            </p:cNvPr>
            <p:cNvPicPr preferRelativeResize="0"/>
            <p:nvPr/>
          </p:nvPicPr>
          <p:blipFill rotWithShape="1">
            <a:blip r:embed="rId5">
              <a:alphaModFix/>
            </a:blip>
            <a:srcRect/>
            <a:stretch/>
          </p:blipFill>
          <p:spPr>
            <a:xfrm>
              <a:off x="705164" y="4893564"/>
              <a:ext cx="742951" cy="602357"/>
            </a:xfrm>
            <a:prstGeom prst="rect">
              <a:avLst/>
            </a:prstGeom>
            <a:noFill/>
            <a:ln>
              <a:noFill/>
            </a:ln>
          </p:spPr>
        </p:pic>
        <p:cxnSp>
          <p:nvCxnSpPr>
            <p:cNvPr id="19" name="Google Shape;827;p22">
              <a:extLst>
                <a:ext uri="{FF2B5EF4-FFF2-40B4-BE49-F238E27FC236}">
                  <a16:creationId xmlns:a16="http://schemas.microsoft.com/office/drawing/2014/main" id="{1146481D-E878-0FBA-ED90-68A975381B8A}"/>
                </a:ext>
              </a:extLst>
            </p:cNvPr>
            <p:cNvCxnSpPr>
              <a:stCxn id="18" idx="0"/>
              <a:endCxn id="13" idx="2"/>
            </p:cNvCxnSpPr>
            <p:nvPr/>
          </p:nvCxnSpPr>
          <p:spPr>
            <a:xfrm rot="10800000" flipH="1">
              <a:off x="1076639" y="3578064"/>
              <a:ext cx="1396800" cy="1315500"/>
            </a:xfrm>
            <a:prstGeom prst="straightConnector1">
              <a:avLst/>
            </a:prstGeom>
            <a:noFill/>
            <a:ln w="9525" cap="flat" cmpd="sng">
              <a:solidFill>
                <a:srgbClr val="0070C0"/>
              </a:solidFill>
              <a:prstDash val="solid"/>
              <a:miter lim="800000"/>
              <a:headEnd type="none" w="sm" len="sm"/>
              <a:tailEnd type="none" w="sm" len="sm"/>
            </a:ln>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06">
          <a:extLst>
            <a:ext uri="{FF2B5EF4-FFF2-40B4-BE49-F238E27FC236}">
              <a16:creationId xmlns:a16="http://schemas.microsoft.com/office/drawing/2014/main" id="{99080196-CB5B-91ED-50E8-CD01F31C0F33}"/>
            </a:ext>
          </a:extLst>
        </p:cNvPr>
        <p:cNvGrpSpPr/>
        <p:nvPr/>
      </p:nvGrpSpPr>
      <p:grpSpPr>
        <a:xfrm>
          <a:off x="0" y="0"/>
          <a:ext cx="0" cy="0"/>
          <a:chOff x="0" y="0"/>
          <a:chExt cx="0" cy="0"/>
        </a:xfrm>
      </p:grpSpPr>
      <p:sp>
        <p:nvSpPr>
          <p:cNvPr id="810" name="Google Shape;810;p22">
            <a:extLst>
              <a:ext uri="{FF2B5EF4-FFF2-40B4-BE49-F238E27FC236}">
                <a16:creationId xmlns:a16="http://schemas.microsoft.com/office/drawing/2014/main" id="{C37F026F-7A9B-77FC-9D2F-BCE633860152}"/>
              </a:ext>
            </a:extLst>
          </p:cNvPr>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Network Address Translation (NAT)</a:t>
            </a:r>
            <a:endParaRPr/>
          </a:p>
        </p:txBody>
      </p:sp>
      <p:sp>
        <p:nvSpPr>
          <p:cNvPr id="812" name="Google Shape;812;p22">
            <a:extLst>
              <a:ext uri="{FF2B5EF4-FFF2-40B4-BE49-F238E27FC236}">
                <a16:creationId xmlns:a16="http://schemas.microsoft.com/office/drawing/2014/main" id="{638D3730-6216-126D-3210-174F711F1EC0}"/>
              </a:ext>
            </a:extLst>
          </p:cNvPr>
          <p:cNvSpPr/>
          <p:nvPr/>
        </p:nvSpPr>
        <p:spPr>
          <a:xfrm>
            <a:off x="6962163" y="1843226"/>
            <a:ext cx="3439500" cy="1509900"/>
          </a:xfrm>
          <a:prstGeom prst="ellipse">
            <a:avLst/>
          </a:prstGeom>
          <a:noFill/>
          <a:ln w="38100"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a:solidFill>
                  <a:schemeClr val="lt1"/>
                </a:solidFill>
                <a:latin typeface="Tahoma"/>
                <a:ea typeface="Tahoma"/>
                <a:cs typeface="Tahoma"/>
                <a:sym typeface="Tahoma"/>
              </a:rPr>
              <a:t>1</a:t>
            </a:r>
            <a:r>
              <a:rPr lang="en-SG" sz="1800" b="0" i="0" u="none" strike="noStrike" cap="none">
                <a:solidFill>
                  <a:schemeClr val="dk1"/>
                </a:solidFill>
                <a:latin typeface="Tahoma"/>
                <a:ea typeface="Tahoma"/>
                <a:cs typeface="Tahoma"/>
                <a:sym typeface="Tahoma"/>
              </a:rPr>
              <a:t>Internet</a:t>
            </a:r>
            <a:endParaRPr sz="1400" b="0" i="0" u="none" strike="noStrike" cap="none">
              <a:solidFill>
                <a:srgbClr val="000000"/>
              </a:solidFill>
              <a:latin typeface="Arial"/>
              <a:ea typeface="Arial"/>
              <a:cs typeface="Arial"/>
              <a:sym typeface="Arial"/>
            </a:endParaRPr>
          </a:p>
        </p:txBody>
      </p:sp>
      <p:grpSp>
        <p:nvGrpSpPr>
          <p:cNvPr id="813" name="Google Shape;813;p22">
            <a:extLst>
              <a:ext uri="{FF2B5EF4-FFF2-40B4-BE49-F238E27FC236}">
                <a16:creationId xmlns:a16="http://schemas.microsoft.com/office/drawing/2014/main" id="{0BCD7702-5474-ABB6-BC85-1A49B6D9A92E}"/>
              </a:ext>
            </a:extLst>
          </p:cNvPr>
          <p:cNvGrpSpPr/>
          <p:nvPr/>
        </p:nvGrpSpPr>
        <p:grpSpPr>
          <a:xfrm>
            <a:off x="4273473" y="2098747"/>
            <a:ext cx="1690836" cy="1253921"/>
            <a:chOff x="3681074" y="855663"/>
            <a:chExt cx="1231939" cy="732516"/>
          </a:xfrm>
        </p:grpSpPr>
        <p:pic>
          <p:nvPicPr>
            <p:cNvPr id="814" name="Google Shape;814;p22">
              <a:extLst>
                <a:ext uri="{FF2B5EF4-FFF2-40B4-BE49-F238E27FC236}">
                  <a16:creationId xmlns:a16="http://schemas.microsoft.com/office/drawing/2014/main" id="{EF5D7496-20C6-4D52-C51D-7EC1D9CFD0E3}"/>
                </a:ext>
              </a:extLst>
            </p:cNvPr>
            <p:cNvPicPr preferRelativeResize="0"/>
            <p:nvPr/>
          </p:nvPicPr>
          <p:blipFill rotWithShape="1">
            <a:blip r:embed="rId3">
              <a:alphaModFix/>
            </a:blip>
            <a:srcRect/>
            <a:stretch/>
          </p:blipFill>
          <p:spPr>
            <a:xfrm>
              <a:off x="3681074" y="855663"/>
              <a:ext cx="906461" cy="533401"/>
            </a:xfrm>
            <a:prstGeom prst="rect">
              <a:avLst/>
            </a:prstGeom>
            <a:noFill/>
            <a:ln>
              <a:noFill/>
            </a:ln>
          </p:spPr>
        </p:pic>
        <p:sp>
          <p:nvSpPr>
            <p:cNvPr id="815" name="Google Shape;815;p22">
              <a:extLst>
                <a:ext uri="{FF2B5EF4-FFF2-40B4-BE49-F238E27FC236}">
                  <a16:creationId xmlns:a16="http://schemas.microsoft.com/office/drawing/2014/main" id="{395EC458-DDF0-A2FD-C80F-A9E94B9F1729}"/>
                </a:ext>
              </a:extLst>
            </p:cNvPr>
            <p:cNvSpPr/>
            <p:nvPr/>
          </p:nvSpPr>
          <p:spPr>
            <a:xfrm>
              <a:off x="3923913" y="1351179"/>
              <a:ext cx="989100" cy="23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Router </a:t>
              </a:r>
              <a:endParaRPr sz="1400" b="0" i="0" u="none" strike="noStrike" cap="none">
                <a:solidFill>
                  <a:srgbClr val="000000"/>
                </a:solidFill>
                <a:latin typeface="Arial"/>
                <a:ea typeface="Arial"/>
                <a:cs typeface="Arial"/>
                <a:sym typeface="Arial"/>
              </a:endParaRPr>
            </a:p>
          </p:txBody>
        </p:sp>
      </p:grpSp>
      <p:cxnSp>
        <p:nvCxnSpPr>
          <p:cNvPr id="816" name="Google Shape;816;p22">
            <a:extLst>
              <a:ext uri="{FF2B5EF4-FFF2-40B4-BE49-F238E27FC236}">
                <a16:creationId xmlns:a16="http://schemas.microsoft.com/office/drawing/2014/main" id="{247A8FB6-31D9-C694-4487-17B0AD573AD9}"/>
              </a:ext>
            </a:extLst>
          </p:cNvPr>
          <p:cNvCxnSpPr>
            <a:stCxn id="814" idx="3"/>
            <a:endCxn id="812" idx="2"/>
          </p:cNvCxnSpPr>
          <p:nvPr/>
        </p:nvCxnSpPr>
        <p:spPr>
          <a:xfrm>
            <a:off x="5517591" y="2555285"/>
            <a:ext cx="1444500" cy="42900"/>
          </a:xfrm>
          <a:prstGeom prst="straightConnector1">
            <a:avLst/>
          </a:prstGeom>
          <a:noFill/>
          <a:ln w="9525" cap="flat" cmpd="sng">
            <a:solidFill>
              <a:schemeClr val="dk1"/>
            </a:solidFill>
            <a:prstDash val="solid"/>
            <a:round/>
            <a:headEnd type="none" w="sm" len="sm"/>
            <a:tailEnd type="none" w="sm" len="sm"/>
          </a:ln>
        </p:spPr>
      </p:cxnSp>
      <p:sp>
        <p:nvSpPr>
          <p:cNvPr id="821" name="Google Shape;821;p22">
            <a:extLst>
              <a:ext uri="{FF2B5EF4-FFF2-40B4-BE49-F238E27FC236}">
                <a16:creationId xmlns:a16="http://schemas.microsoft.com/office/drawing/2014/main" id="{1A611A8A-AA94-77C6-51BA-8D1A64AD2891}"/>
              </a:ext>
            </a:extLst>
          </p:cNvPr>
          <p:cNvSpPr txBox="1"/>
          <p:nvPr/>
        </p:nvSpPr>
        <p:spPr>
          <a:xfrm>
            <a:off x="5496667" y="2200648"/>
            <a:ext cx="1029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chemeClr val="dk1"/>
                </a:solidFill>
                <a:latin typeface="Tahoma"/>
                <a:ea typeface="Tahoma"/>
                <a:cs typeface="Tahoma"/>
                <a:sym typeface="Tahoma"/>
              </a:rPr>
              <a:t>15.0.0.1</a:t>
            </a:r>
            <a:endParaRPr sz="1400" b="0" i="0" u="none" strike="noStrike" cap="none" dirty="0">
              <a:solidFill>
                <a:srgbClr val="000000"/>
              </a:solidFill>
              <a:latin typeface="Arial"/>
              <a:ea typeface="Arial"/>
              <a:cs typeface="Arial"/>
              <a:sym typeface="Arial"/>
            </a:endParaRPr>
          </a:p>
        </p:txBody>
      </p:sp>
      <p:pic>
        <p:nvPicPr>
          <p:cNvPr id="822" name="Google Shape;822;p22">
            <a:extLst>
              <a:ext uri="{FF2B5EF4-FFF2-40B4-BE49-F238E27FC236}">
                <a16:creationId xmlns:a16="http://schemas.microsoft.com/office/drawing/2014/main" id="{BC5640BC-5547-4A1A-20B2-1B69A324B0D0}"/>
              </a:ext>
            </a:extLst>
          </p:cNvPr>
          <p:cNvPicPr preferRelativeResize="0"/>
          <p:nvPr/>
        </p:nvPicPr>
        <p:blipFill rotWithShape="1">
          <a:blip r:embed="rId4">
            <a:alphaModFix/>
          </a:blip>
          <a:srcRect/>
          <a:stretch/>
        </p:blipFill>
        <p:spPr>
          <a:xfrm>
            <a:off x="10981813" y="2026050"/>
            <a:ext cx="835026" cy="1200151"/>
          </a:xfrm>
          <a:prstGeom prst="rect">
            <a:avLst/>
          </a:prstGeom>
          <a:noFill/>
          <a:ln>
            <a:noFill/>
          </a:ln>
        </p:spPr>
      </p:pic>
      <p:cxnSp>
        <p:nvCxnSpPr>
          <p:cNvPr id="824" name="Google Shape;824;p22">
            <a:extLst>
              <a:ext uri="{FF2B5EF4-FFF2-40B4-BE49-F238E27FC236}">
                <a16:creationId xmlns:a16="http://schemas.microsoft.com/office/drawing/2014/main" id="{5FA96BC9-F946-DF90-9114-790954D7500A}"/>
              </a:ext>
            </a:extLst>
          </p:cNvPr>
          <p:cNvCxnSpPr>
            <a:stCxn id="822" idx="1"/>
            <a:endCxn id="812" idx="6"/>
          </p:cNvCxnSpPr>
          <p:nvPr/>
        </p:nvCxnSpPr>
        <p:spPr>
          <a:xfrm rot="10800000">
            <a:off x="10401613" y="2598226"/>
            <a:ext cx="580200" cy="27900"/>
          </a:xfrm>
          <a:prstGeom prst="straightConnector1">
            <a:avLst/>
          </a:prstGeom>
          <a:noFill/>
          <a:ln w="9525" cap="flat" cmpd="sng">
            <a:solidFill>
              <a:schemeClr val="dk1"/>
            </a:solidFill>
            <a:prstDash val="solid"/>
            <a:round/>
            <a:headEnd type="none" w="sm" len="sm"/>
            <a:tailEnd type="none" w="sm" len="sm"/>
          </a:ln>
        </p:spPr>
      </p:cxnSp>
      <p:sp>
        <p:nvSpPr>
          <p:cNvPr id="825" name="Google Shape;825;p22">
            <a:extLst>
              <a:ext uri="{FF2B5EF4-FFF2-40B4-BE49-F238E27FC236}">
                <a16:creationId xmlns:a16="http://schemas.microsoft.com/office/drawing/2014/main" id="{7727226B-AA68-C831-B4F1-A55757252FC3}"/>
              </a:ext>
            </a:extLst>
          </p:cNvPr>
          <p:cNvSpPr txBox="1"/>
          <p:nvPr/>
        </p:nvSpPr>
        <p:spPr>
          <a:xfrm>
            <a:off x="9797114" y="1682819"/>
            <a:ext cx="2258548"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chemeClr val="dk1"/>
                </a:solidFill>
                <a:latin typeface="Tahoma"/>
                <a:ea typeface="Tahoma"/>
                <a:cs typeface="Tahoma"/>
                <a:sym typeface="Tahoma"/>
              </a:rPr>
              <a:t>216.239.38.120:80</a:t>
            </a:r>
            <a:endParaRPr sz="1400" b="0" i="0" u="none" strike="noStrike" cap="none" dirty="0">
              <a:solidFill>
                <a:srgbClr val="000000"/>
              </a:solidFill>
              <a:latin typeface="Arial"/>
              <a:ea typeface="Arial"/>
              <a:cs typeface="Arial"/>
              <a:sym typeface="Arial"/>
            </a:endParaRPr>
          </a:p>
        </p:txBody>
      </p:sp>
      <p:grpSp>
        <p:nvGrpSpPr>
          <p:cNvPr id="8" name="Group 7">
            <a:extLst>
              <a:ext uri="{FF2B5EF4-FFF2-40B4-BE49-F238E27FC236}">
                <a16:creationId xmlns:a16="http://schemas.microsoft.com/office/drawing/2014/main" id="{CFAC6F1E-E085-4BB4-B8EE-612BD45702C9}"/>
              </a:ext>
            </a:extLst>
          </p:cNvPr>
          <p:cNvGrpSpPr/>
          <p:nvPr/>
        </p:nvGrpSpPr>
        <p:grpSpPr>
          <a:xfrm>
            <a:off x="169415" y="2052119"/>
            <a:ext cx="10042842" cy="3436659"/>
            <a:chOff x="333689" y="1912314"/>
            <a:chExt cx="12080502" cy="3768157"/>
          </a:xfrm>
        </p:grpSpPr>
        <p:cxnSp>
          <p:nvCxnSpPr>
            <p:cNvPr id="807" name="Google Shape;807;p22">
              <a:extLst>
                <a:ext uri="{FF2B5EF4-FFF2-40B4-BE49-F238E27FC236}">
                  <a16:creationId xmlns:a16="http://schemas.microsoft.com/office/drawing/2014/main" id="{49C2345E-F0C5-6151-D2CD-C224C948936B}"/>
                </a:ext>
              </a:extLst>
            </p:cNvPr>
            <p:cNvCxnSpPr>
              <a:stCxn id="808" idx="1"/>
              <a:endCxn id="809" idx="0"/>
            </p:cNvCxnSpPr>
            <p:nvPr/>
          </p:nvCxnSpPr>
          <p:spPr>
            <a:xfrm flipH="1">
              <a:off x="705153" y="3393581"/>
              <a:ext cx="1345800" cy="16500"/>
            </a:xfrm>
            <a:prstGeom prst="straightConnector1">
              <a:avLst/>
            </a:prstGeom>
            <a:noFill/>
            <a:ln w="9525" cap="flat" cmpd="sng">
              <a:solidFill>
                <a:srgbClr val="FF0000"/>
              </a:solidFill>
              <a:prstDash val="solid"/>
              <a:round/>
              <a:headEnd type="none" w="sm" len="sm"/>
              <a:tailEnd type="none" w="sm" len="sm"/>
            </a:ln>
          </p:spPr>
        </p:cxnSp>
        <p:pic>
          <p:nvPicPr>
            <p:cNvPr id="817" name="Google Shape;817;p22">
              <a:extLst>
                <a:ext uri="{FF2B5EF4-FFF2-40B4-BE49-F238E27FC236}">
                  <a16:creationId xmlns:a16="http://schemas.microsoft.com/office/drawing/2014/main" id="{7192EB5F-4D7D-C85F-84D8-31098F705C7D}"/>
                </a:ext>
              </a:extLst>
            </p:cNvPr>
            <p:cNvPicPr preferRelativeResize="0"/>
            <p:nvPr/>
          </p:nvPicPr>
          <p:blipFill rotWithShape="1">
            <a:blip r:embed="rId5">
              <a:alphaModFix/>
            </a:blip>
            <a:srcRect/>
            <a:stretch/>
          </p:blipFill>
          <p:spPr>
            <a:xfrm>
              <a:off x="908180" y="2032027"/>
              <a:ext cx="742951" cy="602356"/>
            </a:xfrm>
            <a:prstGeom prst="rect">
              <a:avLst/>
            </a:prstGeom>
            <a:noFill/>
            <a:ln>
              <a:noFill/>
            </a:ln>
          </p:spPr>
        </p:pic>
        <p:sp>
          <p:nvSpPr>
            <p:cNvPr id="818" name="Google Shape;818;p22">
              <a:extLst>
                <a:ext uri="{FF2B5EF4-FFF2-40B4-BE49-F238E27FC236}">
                  <a16:creationId xmlns:a16="http://schemas.microsoft.com/office/drawing/2014/main" id="{7475980E-2710-A6CE-459C-4E7C525E40E2}"/>
                </a:ext>
              </a:extLst>
            </p:cNvPr>
            <p:cNvSpPr/>
            <p:nvPr/>
          </p:nvSpPr>
          <p:spPr>
            <a:xfrm>
              <a:off x="705164" y="2098771"/>
              <a:ext cx="2363302" cy="3581700"/>
            </a:xfrm>
            <a:prstGeom prst="ellipse">
              <a:avLst/>
            </a:prstGeom>
            <a:noFill/>
            <a:ln w="38100" cap="flat" cmpd="sng">
              <a:solidFill>
                <a:srgbClr val="0070C0"/>
              </a:solidFill>
              <a:prstDash val="dash"/>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SG" sz="1800" b="0" i="0" u="none" strike="noStrike" cap="none" dirty="0">
                  <a:solidFill>
                    <a:srgbClr val="0070C0"/>
                  </a:solidFill>
                  <a:latin typeface="Tahoma"/>
                  <a:ea typeface="Tahoma"/>
                  <a:cs typeface="Tahoma"/>
                  <a:sym typeface="Tahoma"/>
                </a:rPr>
                <a:t>192.168.10./24</a:t>
              </a:r>
              <a:endParaRPr sz="1400" b="0" i="0" u="none" strike="noStrike" cap="none" dirty="0">
                <a:solidFill>
                  <a:srgbClr val="0070C0"/>
                </a:solidFill>
                <a:latin typeface="Arial"/>
                <a:ea typeface="Arial"/>
                <a:cs typeface="Arial"/>
                <a:sym typeface="Arial"/>
              </a:endParaRPr>
            </a:p>
          </p:txBody>
        </p:sp>
        <p:pic>
          <p:nvPicPr>
            <p:cNvPr id="808" name="Google Shape;808;p22" descr="AccessPoint">
              <a:extLst>
                <a:ext uri="{FF2B5EF4-FFF2-40B4-BE49-F238E27FC236}">
                  <a16:creationId xmlns:a16="http://schemas.microsoft.com/office/drawing/2014/main" id="{0E120528-F5D2-862B-09E0-EECED02A4883}"/>
                </a:ext>
              </a:extLst>
            </p:cNvPr>
            <p:cNvPicPr preferRelativeResize="0"/>
            <p:nvPr/>
          </p:nvPicPr>
          <p:blipFill rotWithShape="1">
            <a:blip r:embed="rId6">
              <a:alphaModFix/>
            </a:blip>
            <a:srcRect/>
            <a:stretch/>
          </p:blipFill>
          <p:spPr>
            <a:xfrm>
              <a:off x="2050953" y="3209184"/>
              <a:ext cx="845194" cy="368795"/>
            </a:xfrm>
            <a:prstGeom prst="rect">
              <a:avLst/>
            </a:prstGeom>
            <a:noFill/>
            <a:ln>
              <a:noFill/>
            </a:ln>
          </p:spPr>
        </p:pic>
        <p:cxnSp>
          <p:nvCxnSpPr>
            <p:cNvPr id="819" name="Google Shape;819;p22">
              <a:extLst>
                <a:ext uri="{FF2B5EF4-FFF2-40B4-BE49-F238E27FC236}">
                  <a16:creationId xmlns:a16="http://schemas.microsoft.com/office/drawing/2014/main" id="{FA5D9DAA-545F-5EA1-2918-123EB01E23D3}"/>
                </a:ext>
              </a:extLst>
            </p:cNvPr>
            <p:cNvCxnSpPr>
              <a:cxnSpLocks/>
              <a:stCxn id="808" idx="0"/>
            </p:cNvCxnSpPr>
            <p:nvPr/>
          </p:nvCxnSpPr>
          <p:spPr>
            <a:xfrm flipV="1">
              <a:off x="2473550" y="2277631"/>
              <a:ext cx="2828604" cy="931553"/>
            </a:xfrm>
            <a:prstGeom prst="straightConnector1">
              <a:avLst/>
            </a:prstGeom>
            <a:noFill/>
            <a:ln w="9525" cap="flat" cmpd="sng">
              <a:solidFill>
                <a:srgbClr val="FF0000"/>
              </a:solidFill>
              <a:prstDash val="solid"/>
              <a:miter lim="800000"/>
              <a:headEnd type="none" w="sm" len="sm"/>
              <a:tailEnd type="none" w="sm" len="sm"/>
            </a:ln>
          </p:spPr>
        </p:cxnSp>
        <p:cxnSp>
          <p:nvCxnSpPr>
            <p:cNvPr id="820" name="Google Shape;820;p22">
              <a:extLst>
                <a:ext uri="{FF2B5EF4-FFF2-40B4-BE49-F238E27FC236}">
                  <a16:creationId xmlns:a16="http://schemas.microsoft.com/office/drawing/2014/main" id="{5CAAEC7F-7792-51A9-1F4E-F4255D76A131}"/>
                </a:ext>
              </a:extLst>
            </p:cNvPr>
            <p:cNvCxnSpPr>
              <a:stCxn id="817" idx="2"/>
              <a:endCxn id="808" idx="1"/>
            </p:cNvCxnSpPr>
            <p:nvPr/>
          </p:nvCxnSpPr>
          <p:spPr>
            <a:xfrm>
              <a:off x="1279657" y="2634383"/>
              <a:ext cx="771296" cy="759199"/>
            </a:xfrm>
            <a:prstGeom prst="straightConnector1">
              <a:avLst/>
            </a:prstGeom>
            <a:noFill/>
            <a:ln w="9525" cap="flat" cmpd="sng">
              <a:solidFill>
                <a:srgbClr val="FF0000"/>
              </a:solidFill>
              <a:prstDash val="solid"/>
              <a:round/>
              <a:headEnd type="none" w="sm" len="sm"/>
              <a:tailEnd type="none" w="sm" len="sm"/>
            </a:ln>
          </p:spPr>
        </p:cxnSp>
        <p:pic>
          <p:nvPicPr>
            <p:cNvPr id="809" name="Google Shape;809;p22">
              <a:extLst>
                <a:ext uri="{FF2B5EF4-FFF2-40B4-BE49-F238E27FC236}">
                  <a16:creationId xmlns:a16="http://schemas.microsoft.com/office/drawing/2014/main" id="{A6587444-A4D9-016A-7FC2-95147E894B4D}"/>
                </a:ext>
              </a:extLst>
            </p:cNvPr>
            <p:cNvPicPr preferRelativeResize="0"/>
            <p:nvPr/>
          </p:nvPicPr>
          <p:blipFill rotWithShape="1">
            <a:blip r:embed="rId5">
              <a:alphaModFix/>
            </a:blip>
            <a:srcRect/>
            <a:stretch/>
          </p:blipFill>
          <p:spPr>
            <a:xfrm>
              <a:off x="333689" y="3410053"/>
              <a:ext cx="742951" cy="602357"/>
            </a:xfrm>
            <a:prstGeom prst="rect">
              <a:avLst/>
            </a:prstGeom>
            <a:noFill/>
            <a:ln>
              <a:noFill/>
            </a:ln>
          </p:spPr>
        </p:pic>
        <p:sp>
          <p:nvSpPr>
            <p:cNvPr id="823" name="Google Shape;823;p22">
              <a:extLst>
                <a:ext uri="{FF2B5EF4-FFF2-40B4-BE49-F238E27FC236}">
                  <a16:creationId xmlns:a16="http://schemas.microsoft.com/office/drawing/2014/main" id="{2E3A81C2-6E9F-8C4B-950E-99A514FA7496}"/>
                </a:ext>
              </a:extLst>
            </p:cNvPr>
            <p:cNvSpPr txBox="1"/>
            <p:nvPr/>
          </p:nvSpPr>
          <p:spPr>
            <a:xfrm>
              <a:off x="3390257" y="1912314"/>
              <a:ext cx="2121781" cy="4049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b="0" i="0" u="none" strike="noStrike" cap="none" dirty="0">
                  <a:solidFill>
                    <a:srgbClr val="0070C0"/>
                  </a:solidFill>
                  <a:latin typeface="Tahoma"/>
                  <a:ea typeface="Tahoma"/>
                  <a:cs typeface="Tahoma"/>
                  <a:sym typeface="Tahoma"/>
                </a:rPr>
                <a:t>192.168.10.2</a:t>
              </a:r>
              <a:endParaRPr sz="1400" b="0" i="0" u="none" strike="noStrike" cap="none" dirty="0">
                <a:solidFill>
                  <a:srgbClr val="0070C0"/>
                </a:solidFill>
                <a:latin typeface="Arial"/>
                <a:ea typeface="Arial"/>
                <a:cs typeface="Arial"/>
                <a:sym typeface="Arial"/>
              </a:endParaRPr>
            </a:p>
          </p:txBody>
        </p:sp>
        <p:pic>
          <p:nvPicPr>
            <p:cNvPr id="826" name="Google Shape;826;p22">
              <a:extLst>
                <a:ext uri="{FF2B5EF4-FFF2-40B4-BE49-F238E27FC236}">
                  <a16:creationId xmlns:a16="http://schemas.microsoft.com/office/drawing/2014/main" id="{E51FF2BE-184E-F6A3-613F-D2FDAA9F7F86}"/>
                </a:ext>
              </a:extLst>
            </p:cNvPr>
            <p:cNvPicPr preferRelativeResize="0"/>
            <p:nvPr/>
          </p:nvPicPr>
          <p:blipFill rotWithShape="1">
            <a:blip r:embed="rId5">
              <a:alphaModFix/>
            </a:blip>
            <a:srcRect/>
            <a:stretch/>
          </p:blipFill>
          <p:spPr>
            <a:xfrm>
              <a:off x="535545" y="4813925"/>
              <a:ext cx="742951" cy="602358"/>
            </a:xfrm>
            <a:prstGeom prst="rect">
              <a:avLst/>
            </a:prstGeom>
            <a:noFill/>
            <a:ln>
              <a:noFill/>
            </a:ln>
          </p:spPr>
        </p:pic>
        <p:cxnSp>
          <p:nvCxnSpPr>
            <p:cNvPr id="827" name="Google Shape;827;p22">
              <a:extLst>
                <a:ext uri="{FF2B5EF4-FFF2-40B4-BE49-F238E27FC236}">
                  <a16:creationId xmlns:a16="http://schemas.microsoft.com/office/drawing/2014/main" id="{D4086B31-524E-AFAF-BDBA-914EA18777BA}"/>
                </a:ext>
              </a:extLst>
            </p:cNvPr>
            <p:cNvCxnSpPr>
              <a:cxnSpLocks/>
              <a:stCxn id="826" idx="0"/>
            </p:cNvCxnSpPr>
            <p:nvPr/>
          </p:nvCxnSpPr>
          <p:spPr>
            <a:xfrm flipV="1">
              <a:off x="907021" y="3565936"/>
              <a:ext cx="1345788" cy="1247989"/>
            </a:xfrm>
            <a:prstGeom prst="straightConnector1">
              <a:avLst/>
            </a:prstGeom>
            <a:noFill/>
            <a:ln w="9525" cap="flat" cmpd="sng">
              <a:solidFill>
                <a:schemeClr val="accent1"/>
              </a:solidFill>
              <a:prstDash val="solid"/>
              <a:miter lim="800000"/>
              <a:headEnd type="none" w="sm" len="sm"/>
              <a:tailEnd type="none" w="sm" len="sm"/>
            </a:ln>
          </p:spPr>
        </p:cxnSp>
        <p:pic>
          <p:nvPicPr>
            <p:cNvPr id="27" name="Google Shape;817;p22">
              <a:extLst>
                <a:ext uri="{FF2B5EF4-FFF2-40B4-BE49-F238E27FC236}">
                  <a16:creationId xmlns:a16="http://schemas.microsoft.com/office/drawing/2014/main" id="{BA4292DD-B0F7-BB79-2F33-547AA0DB050A}"/>
                </a:ext>
              </a:extLst>
            </p:cNvPr>
            <p:cNvPicPr preferRelativeResize="0"/>
            <p:nvPr/>
          </p:nvPicPr>
          <p:blipFill rotWithShape="1">
            <a:blip r:embed="rId5">
              <a:alphaModFix/>
            </a:blip>
            <a:srcRect/>
            <a:stretch/>
          </p:blipFill>
          <p:spPr>
            <a:xfrm>
              <a:off x="11671240" y="2858987"/>
              <a:ext cx="742951" cy="602356"/>
            </a:xfrm>
            <a:prstGeom prst="rect">
              <a:avLst/>
            </a:prstGeom>
            <a:noFill/>
            <a:ln>
              <a:noFill/>
            </a:ln>
          </p:spPr>
        </p:pic>
        <p:cxnSp>
          <p:nvCxnSpPr>
            <p:cNvPr id="32" name="Google Shape;827;p22">
              <a:extLst>
                <a:ext uri="{FF2B5EF4-FFF2-40B4-BE49-F238E27FC236}">
                  <a16:creationId xmlns:a16="http://schemas.microsoft.com/office/drawing/2014/main" id="{6B0E6FE6-4B0D-617C-EDC4-4D41BCE9AA56}"/>
                </a:ext>
              </a:extLst>
            </p:cNvPr>
            <p:cNvCxnSpPr>
              <a:cxnSpLocks/>
              <a:endCxn id="808" idx="2"/>
            </p:cNvCxnSpPr>
            <p:nvPr/>
          </p:nvCxnSpPr>
          <p:spPr>
            <a:xfrm flipV="1">
              <a:off x="2264410" y="3577979"/>
              <a:ext cx="209139" cy="1917942"/>
            </a:xfrm>
            <a:prstGeom prst="straightConnector1">
              <a:avLst/>
            </a:prstGeom>
            <a:noFill/>
            <a:ln w="9525" cap="flat" cmpd="sng">
              <a:solidFill>
                <a:schemeClr val="accent1"/>
              </a:solidFill>
              <a:prstDash val="solid"/>
              <a:miter lim="800000"/>
              <a:headEnd type="none" w="sm" len="sm"/>
              <a:tailEnd type="none" w="sm" len="sm"/>
            </a:ln>
          </p:spPr>
        </p:cxnSp>
      </p:grpSp>
      <p:sp>
        <p:nvSpPr>
          <p:cNvPr id="24" name="TextBox 23">
            <a:extLst>
              <a:ext uri="{FF2B5EF4-FFF2-40B4-BE49-F238E27FC236}">
                <a16:creationId xmlns:a16="http://schemas.microsoft.com/office/drawing/2014/main" id="{70440E01-6B42-536A-ACD4-6801BDB7C7CC}"/>
              </a:ext>
            </a:extLst>
          </p:cNvPr>
          <p:cNvSpPr txBox="1"/>
          <p:nvPr/>
        </p:nvSpPr>
        <p:spPr>
          <a:xfrm>
            <a:off x="337223" y="1843226"/>
            <a:ext cx="2258548" cy="215444"/>
          </a:xfrm>
          <a:prstGeom prst="rect">
            <a:avLst/>
          </a:prstGeom>
          <a:noFill/>
        </p:spPr>
        <p:txBody>
          <a:bodyPr wrap="square" lIns="0" tIns="0" rIns="0" bIns="0">
            <a:spAutoFit/>
          </a:bodyPr>
          <a:lstStyle/>
          <a:p>
            <a:r>
              <a:rPr lang="en-US" dirty="0">
                <a:solidFill>
                  <a:srgbClr val="0070C0"/>
                </a:solidFill>
                <a:latin typeface="Courier New" panose="02070309020205020404" pitchFamily="49" charset="0"/>
                <a:cs typeface="Courier New" panose="02070309020205020404" pitchFamily="49" charset="0"/>
              </a:rPr>
              <a:t>192.168.10.200:54321</a:t>
            </a:r>
            <a:endParaRPr lang="en-SG" dirty="0">
              <a:solidFill>
                <a:srgbClr val="0070C0"/>
              </a:solidFill>
              <a:latin typeface="Courier New" panose="02070309020205020404" pitchFamily="49" charset="0"/>
              <a:cs typeface="Courier New" panose="02070309020205020404" pitchFamily="49" charset="0"/>
            </a:endParaRPr>
          </a:p>
        </p:txBody>
      </p:sp>
      <p:sp>
        <p:nvSpPr>
          <p:cNvPr id="25" name="TextBox 24">
            <a:extLst>
              <a:ext uri="{FF2B5EF4-FFF2-40B4-BE49-F238E27FC236}">
                <a16:creationId xmlns:a16="http://schemas.microsoft.com/office/drawing/2014/main" id="{66EB241B-88F8-8783-6D3B-1C6FCE51527B}"/>
              </a:ext>
            </a:extLst>
          </p:cNvPr>
          <p:cNvSpPr txBox="1"/>
          <p:nvPr/>
        </p:nvSpPr>
        <p:spPr>
          <a:xfrm>
            <a:off x="69710" y="4056455"/>
            <a:ext cx="2258548" cy="215444"/>
          </a:xfrm>
          <a:prstGeom prst="rect">
            <a:avLst/>
          </a:prstGeom>
          <a:noFill/>
        </p:spPr>
        <p:txBody>
          <a:bodyPr wrap="square" lIns="0" tIns="0" rIns="0" bIns="0">
            <a:spAutoFit/>
          </a:bodyPr>
          <a:lstStyle/>
          <a:p>
            <a:r>
              <a:rPr lang="en-US" dirty="0">
                <a:solidFill>
                  <a:srgbClr val="0070C0"/>
                </a:solidFill>
                <a:latin typeface="Courier New" panose="02070309020205020404" pitchFamily="49" charset="0"/>
                <a:cs typeface="Courier New" panose="02070309020205020404" pitchFamily="49" charset="0"/>
              </a:rPr>
              <a:t>192.168.10.210:12345</a:t>
            </a:r>
            <a:endParaRPr lang="en-SG" dirty="0">
              <a:solidFill>
                <a:srgbClr val="0070C0"/>
              </a:solidFill>
              <a:latin typeface="Courier New" panose="02070309020205020404" pitchFamily="49" charset="0"/>
              <a:cs typeface="Courier New" panose="02070309020205020404" pitchFamily="49" charset="0"/>
            </a:endParaRPr>
          </a:p>
        </p:txBody>
      </p:sp>
      <p:pic>
        <p:nvPicPr>
          <p:cNvPr id="28" name="Google Shape;822;p22">
            <a:extLst>
              <a:ext uri="{FF2B5EF4-FFF2-40B4-BE49-F238E27FC236}">
                <a16:creationId xmlns:a16="http://schemas.microsoft.com/office/drawing/2014/main" id="{A061064C-2534-5D4E-589E-2555C7321CE0}"/>
              </a:ext>
            </a:extLst>
          </p:cNvPr>
          <p:cNvPicPr preferRelativeResize="0"/>
          <p:nvPr/>
        </p:nvPicPr>
        <p:blipFill rotWithShape="1">
          <a:blip r:embed="rId4">
            <a:alphaModFix/>
          </a:blip>
          <a:srcRect/>
          <a:stretch/>
        </p:blipFill>
        <p:spPr>
          <a:xfrm>
            <a:off x="1202662" y="5281193"/>
            <a:ext cx="835026" cy="1200151"/>
          </a:xfrm>
          <a:prstGeom prst="rect">
            <a:avLst/>
          </a:prstGeom>
          <a:noFill/>
          <a:ln>
            <a:noFill/>
          </a:ln>
        </p:spPr>
      </p:pic>
      <p:sp>
        <p:nvSpPr>
          <p:cNvPr id="29" name="Google Shape;825;p22">
            <a:extLst>
              <a:ext uri="{FF2B5EF4-FFF2-40B4-BE49-F238E27FC236}">
                <a16:creationId xmlns:a16="http://schemas.microsoft.com/office/drawing/2014/main" id="{9121CB50-05CA-814B-6F2B-4A69191BFFE4}"/>
              </a:ext>
            </a:extLst>
          </p:cNvPr>
          <p:cNvSpPr txBox="1"/>
          <p:nvPr/>
        </p:nvSpPr>
        <p:spPr>
          <a:xfrm>
            <a:off x="9902778" y="3359665"/>
            <a:ext cx="2258548"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SG" sz="1800" dirty="0">
                <a:latin typeface="Tahoma" panose="020B0604030504040204" pitchFamily="34" charset="0"/>
                <a:ea typeface="Tahoma" panose="020B0604030504040204" pitchFamily="34" charset="0"/>
                <a:cs typeface="Tahoma" panose="020B0604030504040204" pitchFamily="34" charset="0"/>
              </a:rPr>
              <a:t>203.0.113.5:56789</a:t>
            </a:r>
            <a:endParaRPr sz="1800" b="0" i="0" u="none" strike="noStrike" cap="none" dirty="0">
              <a:solidFill>
                <a:srgbClr val="000000"/>
              </a:solidFill>
              <a:latin typeface="Tahoma" panose="020B0604030504040204" pitchFamily="34" charset="0"/>
              <a:ea typeface="Tahoma" panose="020B0604030504040204" pitchFamily="34" charset="0"/>
              <a:cs typeface="Tahoma" panose="020B0604030504040204" pitchFamily="34" charset="0"/>
              <a:sym typeface="Arial"/>
            </a:endParaRPr>
          </a:p>
        </p:txBody>
      </p:sp>
      <p:sp>
        <p:nvSpPr>
          <p:cNvPr id="31" name="TextBox 30">
            <a:extLst>
              <a:ext uri="{FF2B5EF4-FFF2-40B4-BE49-F238E27FC236}">
                <a16:creationId xmlns:a16="http://schemas.microsoft.com/office/drawing/2014/main" id="{6F7B0867-F9A2-B015-349B-F49A3FE64F20}"/>
              </a:ext>
            </a:extLst>
          </p:cNvPr>
          <p:cNvSpPr txBox="1"/>
          <p:nvPr/>
        </p:nvSpPr>
        <p:spPr>
          <a:xfrm>
            <a:off x="520240" y="6498072"/>
            <a:ext cx="2258548" cy="307777"/>
          </a:xfrm>
          <a:prstGeom prst="rect">
            <a:avLst/>
          </a:prstGeom>
          <a:noFill/>
        </p:spPr>
        <p:txBody>
          <a:bodyPr wrap="square">
            <a:spAutoFit/>
          </a:bodyPr>
          <a:lstStyle/>
          <a:p>
            <a:r>
              <a:rPr lang="en-SG" dirty="0">
                <a:solidFill>
                  <a:srgbClr val="0070C0"/>
                </a:solidFill>
                <a:latin typeface="Courier New" panose="02070309020205020404" pitchFamily="49" charset="0"/>
                <a:cs typeface="Courier New" panose="02070309020205020404" pitchFamily="49" charset="0"/>
              </a:rPr>
              <a:t>192.168.10.200:443</a:t>
            </a:r>
          </a:p>
        </p:txBody>
      </p:sp>
      <p:sp>
        <p:nvSpPr>
          <p:cNvPr id="9" name="AutoShape 3">
            <a:extLst>
              <a:ext uri="{FF2B5EF4-FFF2-40B4-BE49-F238E27FC236}">
                <a16:creationId xmlns:a16="http://schemas.microsoft.com/office/drawing/2014/main" id="{64CD5778-C67E-0554-3236-3932996163A7}"/>
              </a:ext>
            </a:extLst>
          </p:cNvPr>
          <p:cNvSpPr>
            <a:spLocks noChangeAspect="1" noChangeArrowheads="1" noTextEdit="1"/>
          </p:cNvSpPr>
          <p:nvPr/>
        </p:nvSpPr>
        <p:spPr bwMode="auto">
          <a:xfrm>
            <a:off x="2489200" y="3649663"/>
            <a:ext cx="960755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SG"/>
          </a:p>
        </p:txBody>
      </p:sp>
      <p:sp>
        <p:nvSpPr>
          <p:cNvPr id="10" name="Line 5">
            <a:extLst>
              <a:ext uri="{FF2B5EF4-FFF2-40B4-BE49-F238E27FC236}">
                <a16:creationId xmlns:a16="http://schemas.microsoft.com/office/drawing/2014/main" id="{46E73698-650A-1089-E2F8-082AD6157D26}"/>
              </a:ext>
            </a:extLst>
          </p:cNvPr>
          <p:cNvSpPr>
            <a:spLocks noChangeShapeType="1"/>
          </p:cNvSpPr>
          <p:nvPr/>
        </p:nvSpPr>
        <p:spPr bwMode="auto">
          <a:xfrm>
            <a:off x="4618038" y="3667126"/>
            <a:ext cx="0" cy="27384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1" name="Line 6">
            <a:extLst>
              <a:ext uri="{FF2B5EF4-FFF2-40B4-BE49-F238E27FC236}">
                <a16:creationId xmlns:a16="http://schemas.microsoft.com/office/drawing/2014/main" id="{A0EB0823-0A9A-9F37-5F79-6AE100864BB7}"/>
              </a:ext>
            </a:extLst>
          </p:cNvPr>
          <p:cNvSpPr>
            <a:spLocks noChangeShapeType="1"/>
          </p:cNvSpPr>
          <p:nvPr/>
        </p:nvSpPr>
        <p:spPr bwMode="auto">
          <a:xfrm>
            <a:off x="6296025" y="3667126"/>
            <a:ext cx="0" cy="27384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2" name="Line 7">
            <a:extLst>
              <a:ext uri="{FF2B5EF4-FFF2-40B4-BE49-F238E27FC236}">
                <a16:creationId xmlns:a16="http://schemas.microsoft.com/office/drawing/2014/main" id="{2478B31E-17A8-D7C5-D60A-392B9314EF9B}"/>
              </a:ext>
            </a:extLst>
          </p:cNvPr>
          <p:cNvSpPr>
            <a:spLocks noChangeShapeType="1"/>
          </p:cNvSpPr>
          <p:nvPr/>
        </p:nvSpPr>
        <p:spPr bwMode="auto">
          <a:xfrm>
            <a:off x="8370888" y="3667126"/>
            <a:ext cx="0" cy="27384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3" name="Line 8">
            <a:extLst>
              <a:ext uri="{FF2B5EF4-FFF2-40B4-BE49-F238E27FC236}">
                <a16:creationId xmlns:a16="http://schemas.microsoft.com/office/drawing/2014/main" id="{7EC09B3E-A336-094D-4D15-930B670F305B}"/>
              </a:ext>
            </a:extLst>
          </p:cNvPr>
          <p:cNvSpPr>
            <a:spLocks noChangeShapeType="1"/>
          </p:cNvSpPr>
          <p:nvPr/>
        </p:nvSpPr>
        <p:spPr bwMode="auto">
          <a:xfrm>
            <a:off x="10445750" y="3667126"/>
            <a:ext cx="0" cy="27384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4" name="Line 9">
            <a:extLst>
              <a:ext uri="{FF2B5EF4-FFF2-40B4-BE49-F238E27FC236}">
                <a16:creationId xmlns:a16="http://schemas.microsoft.com/office/drawing/2014/main" id="{9F31C76A-617C-2D88-B909-EE104FDB5C64}"/>
              </a:ext>
            </a:extLst>
          </p:cNvPr>
          <p:cNvSpPr>
            <a:spLocks noChangeShapeType="1"/>
          </p:cNvSpPr>
          <p:nvPr/>
        </p:nvSpPr>
        <p:spPr bwMode="auto">
          <a:xfrm>
            <a:off x="2489200" y="4589463"/>
            <a:ext cx="9601200"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5" name="Line 10">
            <a:extLst>
              <a:ext uri="{FF2B5EF4-FFF2-40B4-BE49-F238E27FC236}">
                <a16:creationId xmlns:a16="http://schemas.microsoft.com/office/drawing/2014/main" id="{CAF32D53-8F52-A700-F8CC-37BC7CD342C3}"/>
              </a:ext>
            </a:extLst>
          </p:cNvPr>
          <p:cNvSpPr>
            <a:spLocks noChangeShapeType="1"/>
          </p:cNvSpPr>
          <p:nvPr/>
        </p:nvSpPr>
        <p:spPr bwMode="auto">
          <a:xfrm>
            <a:off x="2489200" y="5229226"/>
            <a:ext cx="9601200"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6" name="Line 11">
            <a:extLst>
              <a:ext uri="{FF2B5EF4-FFF2-40B4-BE49-F238E27FC236}">
                <a16:creationId xmlns:a16="http://schemas.microsoft.com/office/drawing/2014/main" id="{6A1FACC9-6BF9-08DD-3946-11278D358BC9}"/>
              </a:ext>
            </a:extLst>
          </p:cNvPr>
          <p:cNvSpPr>
            <a:spLocks noChangeShapeType="1"/>
          </p:cNvSpPr>
          <p:nvPr/>
        </p:nvSpPr>
        <p:spPr bwMode="auto">
          <a:xfrm>
            <a:off x="2489200" y="5815013"/>
            <a:ext cx="9601200"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7" name="Line 12">
            <a:extLst>
              <a:ext uri="{FF2B5EF4-FFF2-40B4-BE49-F238E27FC236}">
                <a16:creationId xmlns:a16="http://schemas.microsoft.com/office/drawing/2014/main" id="{6F6D93B0-1141-E327-32B0-2CBEC0E29150}"/>
              </a:ext>
            </a:extLst>
          </p:cNvPr>
          <p:cNvSpPr>
            <a:spLocks noChangeShapeType="1"/>
          </p:cNvSpPr>
          <p:nvPr/>
        </p:nvSpPr>
        <p:spPr bwMode="auto">
          <a:xfrm>
            <a:off x="2495550" y="3667126"/>
            <a:ext cx="0" cy="27384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8" name="Line 13">
            <a:extLst>
              <a:ext uri="{FF2B5EF4-FFF2-40B4-BE49-F238E27FC236}">
                <a16:creationId xmlns:a16="http://schemas.microsoft.com/office/drawing/2014/main" id="{B1438F72-6FCC-A878-D2C7-E874C38CEFE6}"/>
              </a:ext>
            </a:extLst>
          </p:cNvPr>
          <p:cNvSpPr>
            <a:spLocks noChangeShapeType="1"/>
          </p:cNvSpPr>
          <p:nvPr/>
        </p:nvSpPr>
        <p:spPr bwMode="auto">
          <a:xfrm>
            <a:off x="12084050" y="3667126"/>
            <a:ext cx="0" cy="2738438"/>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9" name="Line 14">
            <a:extLst>
              <a:ext uri="{FF2B5EF4-FFF2-40B4-BE49-F238E27FC236}">
                <a16:creationId xmlns:a16="http://schemas.microsoft.com/office/drawing/2014/main" id="{9DC97371-522B-43FD-DFCA-5FAE3745BC3C}"/>
              </a:ext>
            </a:extLst>
          </p:cNvPr>
          <p:cNvSpPr>
            <a:spLocks noChangeShapeType="1"/>
          </p:cNvSpPr>
          <p:nvPr/>
        </p:nvSpPr>
        <p:spPr bwMode="auto">
          <a:xfrm>
            <a:off x="2489200" y="3673476"/>
            <a:ext cx="9601200"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20" name="Line 15">
            <a:extLst>
              <a:ext uri="{FF2B5EF4-FFF2-40B4-BE49-F238E27FC236}">
                <a16:creationId xmlns:a16="http://schemas.microsoft.com/office/drawing/2014/main" id="{4C8DBAC0-3963-3EA2-C59F-FE4A9A024851}"/>
              </a:ext>
            </a:extLst>
          </p:cNvPr>
          <p:cNvSpPr>
            <a:spLocks noChangeShapeType="1"/>
          </p:cNvSpPr>
          <p:nvPr/>
        </p:nvSpPr>
        <p:spPr bwMode="auto">
          <a:xfrm>
            <a:off x="2489200" y="6399213"/>
            <a:ext cx="9601200"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SG"/>
          </a:p>
        </p:txBody>
      </p:sp>
      <p:sp>
        <p:nvSpPr>
          <p:cNvPr id="21" name="Rectangle 16">
            <a:extLst>
              <a:ext uri="{FF2B5EF4-FFF2-40B4-BE49-F238E27FC236}">
                <a16:creationId xmlns:a16="http://schemas.microsoft.com/office/drawing/2014/main" id="{7C73EABF-C4FA-E550-4AEB-37619B6756D6}"/>
              </a:ext>
            </a:extLst>
          </p:cNvPr>
          <p:cNvSpPr>
            <a:spLocks noChangeArrowheads="1"/>
          </p:cNvSpPr>
          <p:nvPr/>
        </p:nvSpPr>
        <p:spPr bwMode="auto">
          <a:xfrm>
            <a:off x="10537825" y="3719513"/>
            <a:ext cx="5969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Type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17">
            <a:extLst>
              <a:ext uri="{FF2B5EF4-FFF2-40B4-BE49-F238E27FC236}">
                <a16:creationId xmlns:a16="http://schemas.microsoft.com/office/drawing/2014/main" id="{B4008A38-F81F-DE81-93E0-2DBE302A5DFC}"/>
              </a:ext>
            </a:extLst>
          </p:cNvPr>
          <p:cNvSpPr>
            <a:spLocks noChangeArrowheads="1"/>
          </p:cNvSpPr>
          <p:nvPr/>
        </p:nvSpPr>
        <p:spPr bwMode="auto">
          <a:xfrm>
            <a:off x="8462963" y="3719513"/>
            <a:ext cx="123666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Translated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8">
            <a:extLst>
              <a:ext uri="{FF2B5EF4-FFF2-40B4-BE49-F238E27FC236}">
                <a16:creationId xmlns:a16="http://schemas.microsoft.com/office/drawing/2014/main" id="{2ECF5816-9035-03C1-5FC5-25277165451D}"/>
              </a:ext>
            </a:extLst>
          </p:cNvPr>
          <p:cNvSpPr>
            <a:spLocks noChangeArrowheads="1"/>
          </p:cNvSpPr>
          <p:nvPr/>
        </p:nvSpPr>
        <p:spPr bwMode="auto">
          <a:xfrm>
            <a:off x="8462963" y="3990976"/>
            <a:ext cx="13827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Destination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19">
            <a:extLst>
              <a:ext uri="{FF2B5EF4-FFF2-40B4-BE49-F238E27FC236}">
                <a16:creationId xmlns:a16="http://schemas.microsoft.com/office/drawing/2014/main" id="{584CA3E5-CF9F-9FC3-E98C-40F8A83EF784}"/>
              </a:ext>
            </a:extLst>
          </p:cNvPr>
          <p:cNvSpPr>
            <a:spLocks noChangeArrowheads="1"/>
          </p:cNvSpPr>
          <p:nvPr/>
        </p:nvSpPr>
        <p:spPr bwMode="auto">
          <a:xfrm>
            <a:off x="8462963" y="4265613"/>
            <a:ext cx="849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IP:Port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20">
            <a:extLst>
              <a:ext uri="{FF2B5EF4-FFF2-40B4-BE49-F238E27FC236}">
                <a16:creationId xmlns:a16="http://schemas.microsoft.com/office/drawing/2014/main" id="{F07B4365-31E7-9FBB-1456-91887C7AA6AA}"/>
              </a:ext>
            </a:extLst>
          </p:cNvPr>
          <p:cNvSpPr>
            <a:spLocks noChangeArrowheads="1"/>
          </p:cNvSpPr>
          <p:nvPr/>
        </p:nvSpPr>
        <p:spPr bwMode="auto">
          <a:xfrm>
            <a:off x="6388100" y="3719513"/>
            <a:ext cx="8778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Original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1">
            <a:extLst>
              <a:ext uri="{FF2B5EF4-FFF2-40B4-BE49-F238E27FC236}">
                <a16:creationId xmlns:a16="http://schemas.microsoft.com/office/drawing/2014/main" id="{44C64CD6-FDFD-D071-52AC-FFADF615FE65}"/>
              </a:ext>
            </a:extLst>
          </p:cNvPr>
          <p:cNvSpPr>
            <a:spLocks noChangeArrowheads="1"/>
          </p:cNvSpPr>
          <p:nvPr/>
        </p:nvSpPr>
        <p:spPr bwMode="auto">
          <a:xfrm>
            <a:off x="6388100" y="3990976"/>
            <a:ext cx="13827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Destination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22">
            <a:extLst>
              <a:ext uri="{FF2B5EF4-FFF2-40B4-BE49-F238E27FC236}">
                <a16:creationId xmlns:a16="http://schemas.microsoft.com/office/drawing/2014/main" id="{F75106FB-6393-42FC-A889-C2F350B53FE0}"/>
              </a:ext>
            </a:extLst>
          </p:cNvPr>
          <p:cNvSpPr>
            <a:spLocks noChangeArrowheads="1"/>
          </p:cNvSpPr>
          <p:nvPr/>
        </p:nvSpPr>
        <p:spPr bwMode="auto">
          <a:xfrm>
            <a:off x="6388100" y="4265613"/>
            <a:ext cx="849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IP:Port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23">
            <a:extLst>
              <a:ext uri="{FF2B5EF4-FFF2-40B4-BE49-F238E27FC236}">
                <a16:creationId xmlns:a16="http://schemas.microsoft.com/office/drawing/2014/main" id="{698D1ACE-34DD-C0B4-446D-D27637DD9BB2}"/>
              </a:ext>
            </a:extLst>
          </p:cNvPr>
          <p:cNvSpPr>
            <a:spLocks noChangeArrowheads="1"/>
          </p:cNvSpPr>
          <p:nvPr/>
        </p:nvSpPr>
        <p:spPr bwMode="auto">
          <a:xfrm>
            <a:off x="4710113" y="3719513"/>
            <a:ext cx="1235075"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Translated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24">
            <a:extLst>
              <a:ext uri="{FF2B5EF4-FFF2-40B4-BE49-F238E27FC236}">
                <a16:creationId xmlns:a16="http://schemas.microsoft.com/office/drawing/2014/main" id="{65BA1866-5BE0-7DE5-4E17-FCEB76CBBB02}"/>
              </a:ext>
            </a:extLst>
          </p:cNvPr>
          <p:cNvSpPr>
            <a:spLocks noChangeArrowheads="1"/>
          </p:cNvSpPr>
          <p:nvPr/>
        </p:nvSpPr>
        <p:spPr bwMode="auto">
          <a:xfrm>
            <a:off x="4710113" y="3990976"/>
            <a:ext cx="1651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Source IP:Port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25">
            <a:extLst>
              <a:ext uri="{FF2B5EF4-FFF2-40B4-BE49-F238E27FC236}">
                <a16:creationId xmlns:a16="http://schemas.microsoft.com/office/drawing/2014/main" id="{F39C1635-00A3-36DC-4315-121B305A3322}"/>
              </a:ext>
            </a:extLst>
          </p:cNvPr>
          <p:cNvSpPr>
            <a:spLocks noChangeArrowheads="1"/>
          </p:cNvSpPr>
          <p:nvPr/>
        </p:nvSpPr>
        <p:spPr bwMode="auto">
          <a:xfrm>
            <a:off x="2587625" y="3719513"/>
            <a:ext cx="8778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Original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26">
            <a:extLst>
              <a:ext uri="{FF2B5EF4-FFF2-40B4-BE49-F238E27FC236}">
                <a16:creationId xmlns:a16="http://schemas.microsoft.com/office/drawing/2014/main" id="{7DAF6D32-598D-0458-8273-5A7A5E468F00}"/>
              </a:ext>
            </a:extLst>
          </p:cNvPr>
          <p:cNvSpPr>
            <a:spLocks noChangeArrowheads="1"/>
          </p:cNvSpPr>
          <p:nvPr/>
        </p:nvSpPr>
        <p:spPr bwMode="auto">
          <a:xfrm>
            <a:off x="2587625" y="3990976"/>
            <a:ext cx="16525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ahoma" panose="020B0604030504040204" pitchFamily="34" charset="0"/>
              </a:rPr>
              <a:t>Source IP:Port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27">
            <a:extLst>
              <a:ext uri="{FF2B5EF4-FFF2-40B4-BE49-F238E27FC236}">
                <a16:creationId xmlns:a16="http://schemas.microsoft.com/office/drawing/2014/main" id="{B484365C-8BEC-AABB-B6C8-B74308E6535B}"/>
              </a:ext>
            </a:extLst>
          </p:cNvPr>
          <p:cNvSpPr>
            <a:spLocks noChangeArrowheads="1"/>
          </p:cNvSpPr>
          <p:nvPr/>
        </p:nvSpPr>
        <p:spPr bwMode="auto">
          <a:xfrm>
            <a:off x="10537825" y="4646613"/>
            <a:ext cx="10128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urier New" panose="02070309020205020404" pitchFamily="49" charset="0"/>
              </a:rPr>
              <a:t>Source NAT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0" name="Rectangle 28">
            <a:extLst>
              <a:ext uri="{FF2B5EF4-FFF2-40B4-BE49-F238E27FC236}">
                <a16:creationId xmlns:a16="http://schemas.microsoft.com/office/drawing/2014/main" id="{1293D0F7-EB49-2D65-CCE8-DE18F0C2A1DB}"/>
              </a:ext>
            </a:extLst>
          </p:cNvPr>
          <p:cNvSpPr>
            <a:spLocks noChangeArrowheads="1"/>
          </p:cNvSpPr>
          <p:nvPr/>
        </p:nvSpPr>
        <p:spPr bwMode="auto">
          <a:xfrm>
            <a:off x="8462963" y="464661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216.239.38.120: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29">
            <a:extLst>
              <a:ext uri="{FF2B5EF4-FFF2-40B4-BE49-F238E27FC236}">
                <a16:creationId xmlns:a16="http://schemas.microsoft.com/office/drawing/2014/main" id="{78AD6F27-25B0-FE3A-9E78-1C7849B2DED5}"/>
              </a:ext>
            </a:extLst>
          </p:cNvPr>
          <p:cNvSpPr>
            <a:spLocks noChangeArrowheads="1"/>
          </p:cNvSpPr>
          <p:nvPr/>
        </p:nvSpPr>
        <p:spPr bwMode="auto">
          <a:xfrm>
            <a:off x="8462963" y="4830763"/>
            <a:ext cx="276225"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80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0">
            <a:extLst>
              <a:ext uri="{FF2B5EF4-FFF2-40B4-BE49-F238E27FC236}">
                <a16:creationId xmlns:a16="http://schemas.microsoft.com/office/drawing/2014/main" id="{24A79C68-0E9E-E7A9-6002-2C487F27E8A2}"/>
              </a:ext>
            </a:extLst>
          </p:cNvPr>
          <p:cNvSpPr>
            <a:spLocks noChangeArrowheads="1"/>
          </p:cNvSpPr>
          <p:nvPr/>
        </p:nvSpPr>
        <p:spPr bwMode="auto">
          <a:xfrm>
            <a:off x="6388100" y="464661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216.239.38.120: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1">
            <a:extLst>
              <a:ext uri="{FF2B5EF4-FFF2-40B4-BE49-F238E27FC236}">
                <a16:creationId xmlns:a16="http://schemas.microsoft.com/office/drawing/2014/main" id="{4B868193-ED71-FCE6-4B0E-B5CD79EAE3A3}"/>
              </a:ext>
            </a:extLst>
          </p:cNvPr>
          <p:cNvSpPr>
            <a:spLocks noChangeArrowheads="1"/>
          </p:cNvSpPr>
          <p:nvPr/>
        </p:nvSpPr>
        <p:spPr bwMode="auto">
          <a:xfrm>
            <a:off x="6388100" y="4830763"/>
            <a:ext cx="276225"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80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2">
            <a:extLst>
              <a:ext uri="{FF2B5EF4-FFF2-40B4-BE49-F238E27FC236}">
                <a16:creationId xmlns:a16="http://schemas.microsoft.com/office/drawing/2014/main" id="{72321701-334B-237C-6A5E-06A3F277BC64}"/>
              </a:ext>
            </a:extLst>
          </p:cNvPr>
          <p:cNvSpPr>
            <a:spLocks noChangeArrowheads="1"/>
          </p:cNvSpPr>
          <p:nvPr/>
        </p:nvSpPr>
        <p:spPr bwMode="auto">
          <a:xfrm>
            <a:off x="4710113" y="4646613"/>
            <a:ext cx="92075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15.0.0.1: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33">
            <a:extLst>
              <a:ext uri="{FF2B5EF4-FFF2-40B4-BE49-F238E27FC236}">
                <a16:creationId xmlns:a16="http://schemas.microsoft.com/office/drawing/2014/main" id="{D8E69FF2-C517-60C7-BE94-FEBF9D9FBB83}"/>
              </a:ext>
            </a:extLst>
          </p:cNvPr>
          <p:cNvSpPr>
            <a:spLocks noChangeArrowheads="1"/>
          </p:cNvSpPr>
          <p:nvPr/>
        </p:nvSpPr>
        <p:spPr bwMode="auto">
          <a:xfrm>
            <a:off x="4710113" y="4830763"/>
            <a:ext cx="550863"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20345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34">
            <a:extLst>
              <a:ext uri="{FF2B5EF4-FFF2-40B4-BE49-F238E27FC236}">
                <a16:creationId xmlns:a16="http://schemas.microsoft.com/office/drawing/2014/main" id="{6395AF9E-1F4F-EDF4-5CA9-78E3AF4E807D}"/>
              </a:ext>
            </a:extLst>
          </p:cNvPr>
          <p:cNvSpPr>
            <a:spLocks noChangeArrowheads="1"/>
          </p:cNvSpPr>
          <p:nvPr/>
        </p:nvSpPr>
        <p:spPr bwMode="auto">
          <a:xfrm>
            <a:off x="2587625" y="464661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0C0"/>
                </a:solidFill>
                <a:effectLst/>
                <a:latin typeface="Courier New" panose="02070309020205020404" pitchFamily="49" charset="0"/>
              </a:rPr>
              <a:t>192.168.10.200: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35">
            <a:extLst>
              <a:ext uri="{FF2B5EF4-FFF2-40B4-BE49-F238E27FC236}">
                <a16:creationId xmlns:a16="http://schemas.microsoft.com/office/drawing/2014/main" id="{91C3F4E2-84F7-C581-54B0-2C9D3F9A3161}"/>
              </a:ext>
            </a:extLst>
          </p:cNvPr>
          <p:cNvSpPr>
            <a:spLocks noChangeArrowheads="1"/>
          </p:cNvSpPr>
          <p:nvPr/>
        </p:nvSpPr>
        <p:spPr bwMode="auto">
          <a:xfrm>
            <a:off x="2587625" y="4830763"/>
            <a:ext cx="55245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0C0"/>
                </a:solidFill>
                <a:effectLst/>
                <a:latin typeface="Courier New" panose="02070309020205020404" pitchFamily="49" charset="0"/>
              </a:rPr>
              <a:t>54321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36">
            <a:extLst>
              <a:ext uri="{FF2B5EF4-FFF2-40B4-BE49-F238E27FC236}">
                <a16:creationId xmlns:a16="http://schemas.microsoft.com/office/drawing/2014/main" id="{49DCAA93-22CD-C33C-6029-11CE09FA481F}"/>
              </a:ext>
            </a:extLst>
          </p:cNvPr>
          <p:cNvSpPr>
            <a:spLocks noChangeArrowheads="1"/>
          </p:cNvSpPr>
          <p:nvPr/>
        </p:nvSpPr>
        <p:spPr bwMode="auto">
          <a:xfrm>
            <a:off x="10537825" y="5287963"/>
            <a:ext cx="10128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Source NAT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37">
            <a:extLst>
              <a:ext uri="{FF2B5EF4-FFF2-40B4-BE49-F238E27FC236}">
                <a16:creationId xmlns:a16="http://schemas.microsoft.com/office/drawing/2014/main" id="{AA8091F8-77E0-82F7-3230-0F695A7A22A7}"/>
              </a:ext>
            </a:extLst>
          </p:cNvPr>
          <p:cNvSpPr>
            <a:spLocks noChangeArrowheads="1"/>
          </p:cNvSpPr>
          <p:nvPr/>
        </p:nvSpPr>
        <p:spPr bwMode="auto">
          <a:xfrm>
            <a:off x="8462963" y="528796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216.239.38.120: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38">
            <a:extLst>
              <a:ext uri="{FF2B5EF4-FFF2-40B4-BE49-F238E27FC236}">
                <a16:creationId xmlns:a16="http://schemas.microsoft.com/office/drawing/2014/main" id="{43865BC7-3E8D-5A46-1496-B01CFD5FEBC4}"/>
              </a:ext>
            </a:extLst>
          </p:cNvPr>
          <p:cNvSpPr>
            <a:spLocks noChangeArrowheads="1"/>
          </p:cNvSpPr>
          <p:nvPr/>
        </p:nvSpPr>
        <p:spPr bwMode="auto">
          <a:xfrm>
            <a:off x="8462963" y="5470526"/>
            <a:ext cx="2762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80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39">
            <a:extLst>
              <a:ext uri="{FF2B5EF4-FFF2-40B4-BE49-F238E27FC236}">
                <a16:creationId xmlns:a16="http://schemas.microsoft.com/office/drawing/2014/main" id="{14750D1E-BC72-360C-20FC-2DB12B8E1531}"/>
              </a:ext>
            </a:extLst>
          </p:cNvPr>
          <p:cNvSpPr>
            <a:spLocks noChangeArrowheads="1"/>
          </p:cNvSpPr>
          <p:nvPr/>
        </p:nvSpPr>
        <p:spPr bwMode="auto">
          <a:xfrm>
            <a:off x="6388100" y="528796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216.239.38.120: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0">
            <a:extLst>
              <a:ext uri="{FF2B5EF4-FFF2-40B4-BE49-F238E27FC236}">
                <a16:creationId xmlns:a16="http://schemas.microsoft.com/office/drawing/2014/main" id="{BEB3DB87-0BF6-35D3-5A25-5943CEC3E321}"/>
              </a:ext>
            </a:extLst>
          </p:cNvPr>
          <p:cNvSpPr>
            <a:spLocks noChangeArrowheads="1"/>
          </p:cNvSpPr>
          <p:nvPr/>
        </p:nvSpPr>
        <p:spPr bwMode="auto">
          <a:xfrm>
            <a:off x="6388100" y="5470526"/>
            <a:ext cx="2762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80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1">
            <a:extLst>
              <a:ext uri="{FF2B5EF4-FFF2-40B4-BE49-F238E27FC236}">
                <a16:creationId xmlns:a16="http://schemas.microsoft.com/office/drawing/2014/main" id="{3919DE24-601A-A04F-271C-EE8DE00AA295}"/>
              </a:ext>
            </a:extLst>
          </p:cNvPr>
          <p:cNvSpPr>
            <a:spLocks noChangeArrowheads="1"/>
          </p:cNvSpPr>
          <p:nvPr/>
        </p:nvSpPr>
        <p:spPr bwMode="auto">
          <a:xfrm>
            <a:off x="4710113" y="5287963"/>
            <a:ext cx="92075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15.0.0.1: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42">
            <a:extLst>
              <a:ext uri="{FF2B5EF4-FFF2-40B4-BE49-F238E27FC236}">
                <a16:creationId xmlns:a16="http://schemas.microsoft.com/office/drawing/2014/main" id="{8DE52985-468F-C6A3-9F9B-817EBA40C967}"/>
              </a:ext>
            </a:extLst>
          </p:cNvPr>
          <p:cNvSpPr>
            <a:spLocks noChangeArrowheads="1"/>
          </p:cNvSpPr>
          <p:nvPr/>
        </p:nvSpPr>
        <p:spPr bwMode="auto">
          <a:xfrm>
            <a:off x="4710113" y="5470526"/>
            <a:ext cx="550863"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33456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3">
            <a:extLst>
              <a:ext uri="{FF2B5EF4-FFF2-40B4-BE49-F238E27FC236}">
                <a16:creationId xmlns:a16="http://schemas.microsoft.com/office/drawing/2014/main" id="{02740F0F-2571-761F-7068-99BD6695D995}"/>
              </a:ext>
            </a:extLst>
          </p:cNvPr>
          <p:cNvSpPr>
            <a:spLocks noChangeArrowheads="1"/>
          </p:cNvSpPr>
          <p:nvPr/>
        </p:nvSpPr>
        <p:spPr bwMode="auto">
          <a:xfrm>
            <a:off x="2587625" y="528796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70C0"/>
                </a:solidFill>
                <a:effectLst/>
                <a:latin typeface="Courier New" panose="02070309020205020404" pitchFamily="49" charset="0"/>
              </a:rPr>
              <a:t>192.168.10.210: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Rectangle 44">
            <a:extLst>
              <a:ext uri="{FF2B5EF4-FFF2-40B4-BE49-F238E27FC236}">
                <a16:creationId xmlns:a16="http://schemas.microsoft.com/office/drawing/2014/main" id="{93482BDB-F4C6-3B84-5FC9-1303C53775BD}"/>
              </a:ext>
            </a:extLst>
          </p:cNvPr>
          <p:cNvSpPr>
            <a:spLocks noChangeArrowheads="1"/>
          </p:cNvSpPr>
          <p:nvPr/>
        </p:nvSpPr>
        <p:spPr bwMode="auto">
          <a:xfrm>
            <a:off x="2587625" y="5470526"/>
            <a:ext cx="55245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70C0"/>
                </a:solidFill>
                <a:effectLst/>
                <a:latin typeface="Courier New" panose="02070309020205020404" pitchFamily="49" charset="0"/>
              </a:rPr>
              <a:t>12345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45">
            <a:extLst>
              <a:ext uri="{FF2B5EF4-FFF2-40B4-BE49-F238E27FC236}">
                <a16:creationId xmlns:a16="http://schemas.microsoft.com/office/drawing/2014/main" id="{7F1DF741-5FEA-77A1-F99A-215C49AE9F15}"/>
              </a:ext>
            </a:extLst>
          </p:cNvPr>
          <p:cNvSpPr>
            <a:spLocks noChangeArrowheads="1"/>
          </p:cNvSpPr>
          <p:nvPr/>
        </p:nvSpPr>
        <p:spPr bwMode="auto">
          <a:xfrm>
            <a:off x="10537825" y="587216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Destination NAT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46">
            <a:extLst>
              <a:ext uri="{FF2B5EF4-FFF2-40B4-BE49-F238E27FC236}">
                <a16:creationId xmlns:a16="http://schemas.microsoft.com/office/drawing/2014/main" id="{8D91B6B8-14AC-108C-B10B-195A6BED29FB}"/>
              </a:ext>
            </a:extLst>
          </p:cNvPr>
          <p:cNvSpPr>
            <a:spLocks noChangeArrowheads="1"/>
          </p:cNvSpPr>
          <p:nvPr/>
        </p:nvSpPr>
        <p:spPr bwMode="auto">
          <a:xfrm>
            <a:off x="8462963" y="5872163"/>
            <a:ext cx="147320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70C0"/>
                </a:solidFill>
                <a:effectLst/>
                <a:latin typeface="Courier New" panose="02070309020205020404" pitchFamily="49" charset="0"/>
              </a:rPr>
              <a:t>192.168.10.200: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47">
            <a:extLst>
              <a:ext uri="{FF2B5EF4-FFF2-40B4-BE49-F238E27FC236}">
                <a16:creationId xmlns:a16="http://schemas.microsoft.com/office/drawing/2014/main" id="{B3968D5F-2913-A9CB-3C1B-4E4C9F580FB2}"/>
              </a:ext>
            </a:extLst>
          </p:cNvPr>
          <p:cNvSpPr>
            <a:spLocks noChangeArrowheads="1"/>
          </p:cNvSpPr>
          <p:nvPr/>
        </p:nvSpPr>
        <p:spPr bwMode="auto">
          <a:xfrm>
            <a:off x="8462963" y="6056313"/>
            <a:ext cx="366713"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70C0"/>
                </a:solidFill>
                <a:effectLst/>
                <a:latin typeface="Courier New" panose="02070309020205020404" pitchFamily="49" charset="0"/>
              </a:rPr>
              <a:t>443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 name="Rectangle 48">
            <a:extLst>
              <a:ext uri="{FF2B5EF4-FFF2-40B4-BE49-F238E27FC236}">
                <a16:creationId xmlns:a16="http://schemas.microsoft.com/office/drawing/2014/main" id="{B35678CB-2B48-6785-424D-D8C1BFC3DB06}"/>
              </a:ext>
            </a:extLst>
          </p:cNvPr>
          <p:cNvSpPr>
            <a:spLocks noChangeArrowheads="1"/>
          </p:cNvSpPr>
          <p:nvPr/>
        </p:nvSpPr>
        <p:spPr bwMode="auto">
          <a:xfrm>
            <a:off x="6388100" y="5872163"/>
            <a:ext cx="92075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15.0.0.1: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49">
            <a:extLst>
              <a:ext uri="{FF2B5EF4-FFF2-40B4-BE49-F238E27FC236}">
                <a16:creationId xmlns:a16="http://schemas.microsoft.com/office/drawing/2014/main" id="{101FB0B5-22B7-41DB-CC43-7E05AB662408}"/>
              </a:ext>
            </a:extLst>
          </p:cNvPr>
          <p:cNvSpPr>
            <a:spLocks noChangeArrowheads="1"/>
          </p:cNvSpPr>
          <p:nvPr/>
        </p:nvSpPr>
        <p:spPr bwMode="auto">
          <a:xfrm>
            <a:off x="6388100" y="6056313"/>
            <a:ext cx="366713"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443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50">
            <a:extLst>
              <a:ext uri="{FF2B5EF4-FFF2-40B4-BE49-F238E27FC236}">
                <a16:creationId xmlns:a16="http://schemas.microsoft.com/office/drawing/2014/main" id="{618E2789-2B6A-F357-9A5F-39F114B9FA38}"/>
              </a:ext>
            </a:extLst>
          </p:cNvPr>
          <p:cNvSpPr>
            <a:spLocks noChangeArrowheads="1"/>
          </p:cNvSpPr>
          <p:nvPr/>
        </p:nvSpPr>
        <p:spPr bwMode="auto">
          <a:xfrm>
            <a:off x="4710113" y="5872163"/>
            <a:ext cx="1195388"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203.0.113.5: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1">
            <a:extLst>
              <a:ext uri="{FF2B5EF4-FFF2-40B4-BE49-F238E27FC236}">
                <a16:creationId xmlns:a16="http://schemas.microsoft.com/office/drawing/2014/main" id="{38B0ED1D-62FB-AC1C-9753-336B129942A2}"/>
              </a:ext>
            </a:extLst>
          </p:cNvPr>
          <p:cNvSpPr>
            <a:spLocks noChangeArrowheads="1"/>
          </p:cNvSpPr>
          <p:nvPr/>
        </p:nvSpPr>
        <p:spPr bwMode="auto">
          <a:xfrm>
            <a:off x="4710113" y="6056313"/>
            <a:ext cx="550863"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56789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8" name="Rectangle 52">
            <a:extLst>
              <a:ext uri="{FF2B5EF4-FFF2-40B4-BE49-F238E27FC236}">
                <a16:creationId xmlns:a16="http://schemas.microsoft.com/office/drawing/2014/main" id="{3E319DCC-AB3E-0DA1-2313-9C47568FFA3A}"/>
              </a:ext>
            </a:extLst>
          </p:cNvPr>
          <p:cNvSpPr>
            <a:spLocks noChangeArrowheads="1"/>
          </p:cNvSpPr>
          <p:nvPr/>
        </p:nvSpPr>
        <p:spPr bwMode="auto">
          <a:xfrm>
            <a:off x="2587625" y="5872163"/>
            <a:ext cx="119697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203.0.113.5: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9" name="Rectangle 53">
            <a:extLst>
              <a:ext uri="{FF2B5EF4-FFF2-40B4-BE49-F238E27FC236}">
                <a16:creationId xmlns:a16="http://schemas.microsoft.com/office/drawing/2014/main" id="{4743C77A-7710-3C7E-44E6-99D8581117D9}"/>
              </a:ext>
            </a:extLst>
          </p:cNvPr>
          <p:cNvSpPr>
            <a:spLocks noChangeArrowheads="1"/>
          </p:cNvSpPr>
          <p:nvPr/>
        </p:nvSpPr>
        <p:spPr bwMode="auto">
          <a:xfrm>
            <a:off x="2587625" y="6056313"/>
            <a:ext cx="55245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ourier New" panose="02070309020205020404" pitchFamily="49" charset="0"/>
              </a:rPr>
              <a:t>56789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062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6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31"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768" grpId="0"/>
      <p:bldP spid="76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25"/>
          <p:cNvSpPr txBox="1">
            <a:spLocks noGrp="1"/>
          </p:cNvSpPr>
          <p:nvPr>
            <p:ph type="title"/>
          </p:nvPr>
        </p:nvSpPr>
        <p:spPr>
          <a:xfrm>
            <a:off x="541867" y="103239"/>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dirty="0"/>
              <a:t>Address Resolution Protocol</a:t>
            </a:r>
            <a:br>
              <a:rPr lang="en-SG" dirty="0"/>
            </a:br>
            <a:r>
              <a:rPr lang="en-SG" dirty="0"/>
              <a:t>ARP</a:t>
            </a:r>
            <a:endParaRPr dirty="0"/>
          </a:p>
        </p:txBody>
      </p:sp>
      <p:sp>
        <p:nvSpPr>
          <p:cNvPr id="833" name="Google Shape;833;p25"/>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SG"/>
              <a:t>22</a:t>
            </a:fld>
            <a:endParaRPr/>
          </a:p>
        </p:txBody>
      </p:sp>
      <p:grpSp>
        <p:nvGrpSpPr>
          <p:cNvPr id="834" name="Google Shape;834;p25"/>
          <p:cNvGrpSpPr/>
          <p:nvPr/>
        </p:nvGrpSpPr>
        <p:grpSpPr>
          <a:xfrm>
            <a:off x="4505830" y="3354735"/>
            <a:ext cx="1093462" cy="850011"/>
            <a:chOff x="5528963" y="895412"/>
            <a:chExt cx="1087156" cy="781619"/>
          </a:xfrm>
        </p:grpSpPr>
        <p:pic>
          <p:nvPicPr>
            <p:cNvPr id="835" name="Google Shape;835;p25" descr="AccessPoint"/>
            <p:cNvPicPr preferRelativeResize="0"/>
            <p:nvPr/>
          </p:nvPicPr>
          <p:blipFill rotWithShape="1">
            <a:blip r:embed="rId3">
              <a:alphaModFix/>
            </a:blip>
            <a:srcRect/>
            <a:stretch/>
          </p:blipFill>
          <p:spPr>
            <a:xfrm>
              <a:off x="5575880" y="895412"/>
              <a:ext cx="1040239" cy="453902"/>
            </a:xfrm>
            <a:prstGeom prst="rect">
              <a:avLst/>
            </a:prstGeom>
            <a:noFill/>
            <a:ln>
              <a:noFill/>
            </a:ln>
          </p:spPr>
        </p:pic>
        <p:sp>
          <p:nvSpPr>
            <p:cNvPr id="836" name="Google Shape;836;p25"/>
            <p:cNvSpPr/>
            <p:nvPr/>
          </p:nvSpPr>
          <p:spPr>
            <a:xfrm>
              <a:off x="5528963" y="1286431"/>
              <a:ext cx="10752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SWITCH</a:t>
              </a:r>
              <a:endParaRPr sz="1400" b="0" i="0" u="none" strike="noStrike" cap="none">
                <a:solidFill>
                  <a:srgbClr val="000000"/>
                </a:solidFill>
                <a:latin typeface="Arial"/>
                <a:ea typeface="Arial"/>
                <a:cs typeface="Arial"/>
                <a:sym typeface="Arial"/>
              </a:endParaRPr>
            </a:p>
          </p:txBody>
        </p:sp>
      </p:grpSp>
      <p:grpSp>
        <p:nvGrpSpPr>
          <p:cNvPr id="837" name="Google Shape;837;p25"/>
          <p:cNvGrpSpPr/>
          <p:nvPr/>
        </p:nvGrpSpPr>
        <p:grpSpPr>
          <a:xfrm>
            <a:off x="4149718" y="2756517"/>
            <a:ext cx="528048" cy="570193"/>
            <a:chOff x="3408" y="2592"/>
            <a:chExt cx="1528" cy="1528"/>
          </a:xfrm>
        </p:grpSpPr>
        <p:sp>
          <p:nvSpPr>
            <p:cNvPr id="838" name="Google Shape;838;p25"/>
            <p:cNvSpPr/>
            <p:nvPr/>
          </p:nvSpPr>
          <p:spPr>
            <a:xfrm>
              <a:off x="3408" y="2592"/>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39" name="Google Shape;839;p25"/>
            <p:cNvSpPr/>
            <p:nvPr/>
          </p:nvSpPr>
          <p:spPr>
            <a:xfrm>
              <a:off x="3438" y="2606"/>
              <a:ext cx="1498" cy="1492"/>
            </a:xfrm>
            <a:custGeom>
              <a:avLst/>
              <a:gdLst/>
              <a:ahLst/>
              <a:cxnLst/>
              <a:rect l="l" t="t" r="r" b="b"/>
              <a:pathLst>
                <a:path w="1498" h="1492" extrusionOk="0">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40" name="Google Shape;840;p25"/>
            <p:cNvSpPr/>
            <p:nvPr/>
          </p:nvSpPr>
          <p:spPr>
            <a:xfrm>
              <a:off x="3420" y="2622"/>
              <a:ext cx="1492" cy="1498"/>
            </a:xfrm>
            <a:custGeom>
              <a:avLst/>
              <a:gdLst/>
              <a:ahLst/>
              <a:cxnLst/>
              <a:rect l="l" t="t" r="r" b="b"/>
              <a:pathLst>
                <a:path w="1492" h="1498" extrusionOk="0">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grpSp>
        <p:nvGrpSpPr>
          <p:cNvPr id="841" name="Google Shape;841;p25"/>
          <p:cNvGrpSpPr/>
          <p:nvPr/>
        </p:nvGrpSpPr>
        <p:grpSpPr>
          <a:xfrm>
            <a:off x="5538664" y="2742871"/>
            <a:ext cx="534542" cy="578538"/>
            <a:chOff x="3456" y="2016"/>
            <a:chExt cx="1526" cy="1528"/>
          </a:xfrm>
        </p:grpSpPr>
        <p:sp>
          <p:nvSpPr>
            <p:cNvPr id="842" name="Google Shape;842;p25"/>
            <p:cNvSpPr/>
            <p:nvPr/>
          </p:nvSpPr>
          <p:spPr>
            <a:xfrm>
              <a:off x="3456" y="2016"/>
              <a:ext cx="1500" cy="1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43" name="Google Shape;843;p25"/>
            <p:cNvSpPr/>
            <p:nvPr/>
          </p:nvSpPr>
          <p:spPr>
            <a:xfrm>
              <a:off x="3468" y="2030"/>
              <a:ext cx="1494" cy="1498"/>
            </a:xfrm>
            <a:custGeom>
              <a:avLst/>
              <a:gdLst/>
              <a:ahLst/>
              <a:cxnLst/>
              <a:rect l="l" t="t" r="r" b="b"/>
              <a:pathLst>
                <a:path w="1494" h="1498" extrusionOk="0">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44" name="Google Shape;844;p25"/>
            <p:cNvSpPr/>
            <p:nvPr/>
          </p:nvSpPr>
          <p:spPr>
            <a:xfrm>
              <a:off x="3484" y="2050"/>
              <a:ext cx="1498" cy="1494"/>
            </a:xfrm>
            <a:custGeom>
              <a:avLst/>
              <a:gdLst/>
              <a:ahLst/>
              <a:cxnLst/>
              <a:rect l="l" t="t" r="r" b="b"/>
              <a:pathLst>
                <a:path w="1498" h="1494" extrusionOk="0">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845" name="Google Shape;845;p25"/>
          <p:cNvPicPr preferRelativeResize="0"/>
          <p:nvPr/>
        </p:nvPicPr>
        <p:blipFill rotWithShape="1">
          <a:blip r:embed="rId4">
            <a:alphaModFix/>
          </a:blip>
          <a:srcRect/>
          <a:stretch/>
        </p:blipFill>
        <p:spPr>
          <a:xfrm>
            <a:off x="3423049" y="2128793"/>
            <a:ext cx="919679" cy="806198"/>
          </a:xfrm>
          <a:prstGeom prst="rect">
            <a:avLst/>
          </a:prstGeom>
          <a:noFill/>
          <a:ln>
            <a:noFill/>
          </a:ln>
        </p:spPr>
      </p:pic>
      <p:pic>
        <p:nvPicPr>
          <p:cNvPr id="846" name="Google Shape;846;p25"/>
          <p:cNvPicPr preferRelativeResize="0"/>
          <p:nvPr/>
        </p:nvPicPr>
        <p:blipFill rotWithShape="1">
          <a:blip r:embed="rId5">
            <a:alphaModFix/>
          </a:blip>
          <a:srcRect/>
          <a:stretch/>
        </p:blipFill>
        <p:spPr>
          <a:xfrm>
            <a:off x="5808387" y="1898667"/>
            <a:ext cx="877546" cy="776471"/>
          </a:xfrm>
          <a:prstGeom prst="rect">
            <a:avLst/>
          </a:prstGeom>
          <a:noFill/>
          <a:ln>
            <a:noFill/>
          </a:ln>
        </p:spPr>
      </p:pic>
      <p:grpSp>
        <p:nvGrpSpPr>
          <p:cNvPr id="847" name="Google Shape;847;p25"/>
          <p:cNvGrpSpPr/>
          <p:nvPr/>
        </p:nvGrpSpPr>
        <p:grpSpPr>
          <a:xfrm flipH="1">
            <a:off x="4937435" y="4096575"/>
            <a:ext cx="114959" cy="871020"/>
            <a:chOff x="5280" y="2016"/>
            <a:chExt cx="300" cy="2100"/>
          </a:xfrm>
        </p:grpSpPr>
        <p:sp>
          <p:nvSpPr>
            <p:cNvPr id="848" name="Google Shape;848;p25"/>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49" name="Google Shape;849;p25"/>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50" name="Google Shape;850;p25"/>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pic>
        <p:nvPicPr>
          <p:cNvPr id="851" name="Google Shape;851;p25"/>
          <p:cNvPicPr preferRelativeResize="0"/>
          <p:nvPr/>
        </p:nvPicPr>
        <p:blipFill rotWithShape="1">
          <a:blip r:embed="rId4">
            <a:alphaModFix/>
          </a:blip>
          <a:srcRect/>
          <a:stretch/>
        </p:blipFill>
        <p:spPr>
          <a:xfrm>
            <a:off x="4418927" y="4680203"/>
            <a:ext cx="919679" cy="806198"/>
          </a:xfrm>
          <a:prstGeom prst="rect">
            <a:avLst/>
          </a:prstGeom>
          <a:noFill/>
          <a:ln>
            <a:noFill/>
          </a:ln>
        </p:spPr>
      </p:pic>
      <p:sp>
        <p:nvSpPr>
          <p:cNvPr id="852" name="Google Shape;852;p25"/>
          <p:cNvSpPr/>
          <p:nvPr/>
        </p:nvSpPr>
        <p:spPr>
          <a:xfrm>
            <a:off x="5724959" y="2247079"/>
            <a:ext cx="2676600" cy="1583100"/>
          </a:xfrm>
          <a:prstGeom prst="star24">
            <a:avLst>
              <a:gd name="adj" fmla="val 37500"/>
            </a:avLst>
          </a:pr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1200"/>
              <a:buFont typeface="Tahoma"/>
              <a:buNone/>
            </a:pPr>
            <a:r>
              <a:rPr lang="en-SG" sz="1200" b="0" i="0" u="none" strike="noStrike" cap="none">
                <a:solidFill>
                  <a:schemeClr val="dk1"/>
                </a:solidFill>
                <a:latin typeface="Tahoma"/>
                <a:ea typeface="Tahoma"/>
                <a:cs typeface="Tahoma"/>
                <a:sym typeface="Tahoma"/>
              </a:rPr>
              <a:t>BROADCAST TO FF:FF:FF:FF:FF:FF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Tahoma"/>
              <a:buNone/>
            </a:pPr>
            <a:endParaRPr sz="12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1200"/>
              <a:buFont typeface="Tahoma"/>
              <a:buNone/>
            </a:pPr>
            <a:r>
              <a:rPr lang="en-SG" sz="1200" b="0" i="0" u="none" strike="noStrike" cap="none">
                <a:solidFill>
                  <a:schemeClr val="dk1"/>
                </a:solidFill>
                <a:latin typeface="Tahoma"/>
                <a:ea typeface="Tahoma"/>
                <a:cs typeface="Tahoma"/>
                <a:sym typeface="Tahoma"/>
              </a:rPr>
              <a:t>WHO IS 192.168.10.100</a:t>
            </a:r>
            <a:endParaRPr sz="1200" b="0" i="0" u="none" strike="noStrike" cap="none">
              <a:solidFill>
                <a:schemeClr val="dk1"/>
              </a:solidFill>
              <a:latin typeface="Tahoma"/>
              <a:ea typeface="Tahoma"/>
              <a:cs typeface="Tahoma"/>
              <a:sym typeface="Tahoma"/>
            </a:endParaRPr>
          </a:p>
        </p:txBody>
      </p:sp>
      <p:sp>
        <p:nvSpPr>
          <p:cNvPr id="853" name="Google Shape;853;p25"/>
          <p:cNvSpPr/>
          <p:nvPr/>
        </p:nvSpPr>
        <p:spPr>
          <a:xfrm>
            <a:off x="4847304" y="4292890"/>
            <a:ext cx="3716700" cy="2039100"/>
          </a:xfrm>
          <a:prstGeom prst="star24">
            <a:avLst>
              <a:gd name="adj" fmla="val 37500"/>
            </a:avLst>
          </a:pr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1200"/>
              <a:buFont typeface="Tahoma"/>
              <a:buNone/>
            </a:pPr>
            <a:r>
              <a:rPr lang="en-SG" sz="1200" b="0" i="0" u="none" strike="noStrike" cap="none">
                <a:solidFill>
                  <a:schemeClr val="dk1"/>
                </a:solidFill>
                <a:latin typeface="Tahoma"/>
                <a:ea typeface="Tahoma"/>
                <a:cs typeface="Tahoma"/>
                <a:sym typeface="Tahoma"/>
              </a:rPr>
              <a:t>BROADCAST TO FF:FF:FF:FF:FF:FF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Tahoma"/>
              <a:buNone/>
            </a:pPr>
            <a:endParaRPr sz="12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1200"/>
              <a:buFont typeface="Tahoma"/>
              <a:buNone/>
            </a:pPr>
            <a:r>
              <a:rPr lang="en-SG" sz="1200" b="0" i="0" u="none" strike="noStrike" cap="none">
                <a:solidFill>
                  <a:schemeClr val="dk1"/>
                </a:solidFill>
                <a:latin typeface="Tahoma"/>
                <a:ea typeface="Tahoma"/>
                <a:cs typeface="Tahoma"/>
                <a:sym typeface="Tahoma"/>
              </a:rPr>
              <a:t>I AM 192.168.10.100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Tahoma"/>
              <a:buNone/>
            </a:pPr>
            <a:r>
              <a:rPr lang="en-SG" sz="1200" b="0" i="0" u="none" strike="noStrike" cap="none">
                <a:solidFill>
                  <a:schemeClr val="dk1"/>
                </a:solidFill>
                <a:latin typeface="Tahoma"/>
                <a:ea typeface="Tahoma"/>
                <a:cs typeface="Tahoma"/>
                <a:sym typeface="Tahoma"/>
              </a:rPr>
              <a:t>MY MAC ADDRESS 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SG" sz="1200" b="0" i="0" u="none" strike="noStrike" cap="none">
                <a:solidFill>
                  <a:schemeClr val="dk1"/>
                </a:solidFill>
                <a:latin typeface="Tahoma"/>
                <a:ea typeface="Tahoma"/>
                <a:cs typeface="Tahoma"/>
                <a:sym typeface="Tahoma"/>
              </a:rPr>
              <a:t>00-F4-8D-D6-79-C6 </a:t>
            </a:r>
            <a:endParaRPr sz="1200" b="0" i="0" u="none" strike="noStrike" cap="none">
              <a:solidFill>
                <a:schemeClr val="dk1"/>
              </a:solidFill>
              <a:latin typeface="Tahoma"/>
              <a:ea typeface="Tahoma"/>
              <a:cs typeface="Tahoma"/>
              <a:sym typeface="Tahoma"/>
            </a:endParaRPr>
          </a:p>
        </p:txBody>
      </p:sp>
      <p:sp>
        <p:nvSpPr>
          <p:cNvPr id="854" name="Google Shape;854;p25"/>
          <p:cNvSpPr/>
          <p:nvPr/>
        </p:nvSpPr>
        <p:spPr>
          <a:xfrm>
            <a:off x="7187381" y="1474290"/>
            <a:ext cx="2890800" cy="3468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path>
              <a:path w="120000" h="120000" fill="none" extrusionOk="0">
                <a:moveTo>
                  <a:pt x="-10000" y="22500"/>
                </a:moveTo>
                <a:lnTo>
                  <a:pt x="-31559" y="199633"/>
                </a:lnTo>
              </a:path>
            </a:pathLst>
          </a:cu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1200"/>
              <a:buFont typeface="Courier New"/>
              <a:buNone/>
            </a:pPr>
            <a:r>
              <a:rPr lang="en-SG" sz="1200" b="0" i="0" u="none" strike="noStrike" cap="none">
                <a:solidFill>
                  <a:schemeClr val="dk1"/>
                </a:solidFill>
                <a:latin typeface="Courier New"/>
                <a:ea typeface="Courier New"/>
                <a:cs typeface="Courier New"/>
                <a:sym typeface="Courier New"/>
              </a:rPr>
              <a:t>Destination:</a:t>
            </a:r>
            <a:r>
              <a:rPr lang="en-SG" sz="1200" b="1" i="0" u="none" strike="noStrike" cap="none">
                <a:solidFill>
                  <a:schemeClr val="dk1"/>
                </a:solidFill>
                <a:latin typeface="Courier New"/>
                <a:ea typeface="Courier New"/>
                <a:cs typeface="Courier New"/>
                <a:sym typeface="Courier New"/>
              </a:rPr>
              <a:t>192.168.10.100</a:t>
            </a:r>
            <a:endParaRPr sz="1200" b="1" i="0" u="none" strike="noStrike" cap="none">
              <a:solidFill>
                <a:schemeClr val="dk1"/>
              </a:solidFill>
              <a:latin typeface="Courier New"/>
              <a:ea typeface="Courier New"/>
              <a:cs typeface="Courier New"/>
              <a:sym typeface="Courier New"/>
            </a:endParaRPr>
          </a:p>
        </p:txBody>
      </p:sp>
      <p:graphicFrame>
        <p:nvGraphicFramePr>
          <p:cNvPr id="855" name="Google Shape;855;p25"/>
          <p:cNvGraphicFramePr/>
          <p:nvPr/>
        </p:nvGraphicFramePr>
        <p:xfrm>
          <a:off x="7826101" y="1830604"/>
          <a:ext cx="2612500" cy="925150"/>
        </p:xfrm>
        <a:graphic>
          <a:graphicData uri="http://schemas.openxmlformats.org/drawingml/2006/table">
            <a:tbl>
              <a:tblPr firstRow="1" bandRow="1">
                <a:noFill/>
                <a:tableStyleId>{DFBAE71F-A087-424A-B7BF-EA8BE10E66AE}</a:tableStyleId>
              </a:tblPr>
              <a:tblGrid>
                <a:gridCol w="1306250">
                  <a:extLst>
                    <a:ext uri="{9D8B030D-6E8A-4147-A177-3AD203B41FA5}">
                      <a16:colId xmlns:a16="http://schemas.microsoft.com/office/drawing/2014/main" val="20000"/>
                    </a:ext>
                  </a:extLst>
                </a:gridCol>
                <a:gridCol w="1306250">
                  <a:extLst>
                    <a:ext uri="{9D8B030D-6E8A-4147-A177-3AD203B41FA5}">
                      <a16:colId xmlns:a16="http://schemas.microsoft.com/office/drawing/2014/main" val="20001"/>
                    </a:ext>
                  </a:extLst>
                </a:gridCol>
              </a:tblGrid>
              <a:tr h="223350">
                <a:tc gridSpan="2">
                  <a:txBody>
                    <a:bodyPr/>
                    <a:lstStyle/>
                    <a:p>
                      <a:pPr marL="0" marR="0" lvl="0" indent="0" algn="ctr" rtl="0">
                        <a:lnSpc>
                          <a:spcPct val="100000"/>
                        </a:lnSpc>
                        <a:spcBef>
                          <a:spcPts val="0"/>
                        </a:spcBef>
                        <a:spcAft>
                          <a:spcPts val="0"/>
                        </a:spcAft>
                        <a:buClr>
                          <a:srgbClr val="000000"/>
                        </a:buClr>
                        <a:buSzPts val="1200"/>
                        <a:buFont typeface="Arial"/>
                        <a:buNone/>
                      </a:pPr>
                      <a:r>
                        <a:rPr lang="en-SG" sz="1200" u="none" strike="noStrike" cap="none"/>
                        <a:t>ARP CACHE</a:t>
                      </a:r>
                      <a:endParaRPr sz="1400" u="none" strike="noStrike" cap="none"/>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285050">
                <a:tc>
                  <a:txBody>
                    <a:bodyPr/>
                    <a:lstStyle/>
                    <a:p>
                      <a:pPr marL="0" marR="0" lvl="0" indent="0" algn="l" rtl="0">
                        <a:lnSpc>
                          <a:spcPct val="100000"/>
                        </a:lnSpc>
                        <a:spcBef>
                          <a:spcPts val="0"/>
                        </a:spcBef>
                        <a:spcAft>
                          <a:spcPts val="0"/>
                        </a:spcAft>
                        <a:buClr>
                          <a:srgbClr val="000000"/>
                        </a:buClr>
                        <a:buSzPts val="1200"/>
                        <a:buFont typeface="Arial"/>
                        <a:buNone/>
                      </a:pPr>
                      <a:r>
                        <a:rPr lang="en-SG" sz="1200" u="none" strike="noStrike" cap="none"/>
                        <a:t>00F48DD679C6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SG" sz="1200" u="none" strike="noStrike" cap="none"/>
                        <a:t>192.168.10.100</a:t>
                      </a:r>
                      <a:endParaRPr sz="1400" u="none" strike="noStrike" cap="none"/>
                    </a:p>
                  </a:txBody>
                  <a:tcPr marL="91450" marR="91450" marT="45725" marB="45725"/>
                </a:tc>
                <a:extLst>
                  <a:ext uri="{0D108BD9-81ED-4DB2-BD59-A6C34878D82A}">
                    <a16:rowId xmlns:a16="http://schemas.microsoft.com/office/drawing/2014/main" val="10001"/>
                  </a:ext>
                </a:extLst>
              </a:tr>
              <a:tr h="2978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856" name="Google Shape;856;p25"/>
          <p:cNvGraphicFramePr/>
          <p:nvPr>
            <p:extLst>
              <p:ext uri="{D42A27DB-BD31-4B8C-83A1-F6EECF244321}">
                <p14:modId xmlns:p14="http://schemas.microsoft.com/office/powerpoint/2010/main" val="1856759999"/>
              </p:ext>
            </p:extLst>
          </p:nvPr>
        </p:nvGraphicFramePr>
        <p:xfrm>
          <a:off x="768811" y="1972833"/>
          <a:ext cx="2612500" cy="925150"/>
        </p:xfrm>
        <a:graphic>
          <a:graphicData uri="http://schemas.openxmlformats.org/drawingml/2006/table">
            <a:tbl>
              <a:tblPr firstRow="1" bandRow="1">
                <a:noFill/>
                <a:tableStyleId>{DFBAE71F-A087-424A-B7BF-EA8BE10E66AE}</a:tableStyleId>
              </a:tblPr>
              <a:tblGrid>
                <a:gridCol w="1306250">
                  <a:extLst>
                    <a:ext uri="{9D8B030D-6E8A-4147-A177-3AD203B41FA5}">
                      <a16:colId xmlns:a16="http://schemas.microsoft.com/office/drawing/2014/main" val="20000"/>
                    </a:ext>
                  </a:extLst>
                </a:gridCol>
                <a:gridCol w="1306250">
                  <a:extLst>
                    <a:ext uri="{9D8B030D-6E8A-4147-A177-3AD203B41FA5}">
                      <a16:colId xmlns:a16="http://schemas.microsoft.com/office/drawing/2014/main" val="20001"/>
                    </a:ext>
                  </a:extLst>
                </a:gridCol>
              </a:tblGrid>
              <a:tr h="223350">
                <a:tc gridSpan="2">
                  <a:txBody>
                    <a:bodyPr/>
                    <a:lstStyle/>
                    <a:p>
                      <a:pPr marL="0" marR="0" lvl="0" indent="0" algn="ctr" rtl="0">
                        <a:lnSpc>
                          <a:spcPct val="100000"/>
                        </a:lnSpc>
                        <a:spcBef>
                          <a:spcPts val="0"/>
                        </a:spcBef>
                        <a:spcAft>
                          <a:spcPts val="0"/>
                        </a:spcAft>
                        <a:buClr>
                          <a:srgbClr val="000000"/>
                        </a:buClr>
                        <a:buSzPts val="1200"/>
                        <a:buFont typeface="Arial"/>
                        <a:buNone/>
                      </a:pPr>
                      <a:r>
                        <a:rPr lang="en-SG" sz="1200" u="none" strike="noStrike" cap="none"/>
                        <a:t>ARP CACHE</a:t>
                      </a:r>
                      <a:endParaRPr sz="1400" u="none" strike="noStrike" cap="none"/>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285050">
                <a:tc>
                  <a:txBody>
                    <a:bodyPr/>
                    <a:lstStyle/>
                    <a:p>
                      <a:pPr marL="0" marR="0" lvl="0" indent="0" algn="l" rtl="0">
                        <a:lnSpc>
                          <a:spcPct val="100000"/>
                        </a:lnSpc>
                        <a:spcBef>
                          <a:spcPts val="0"/>
                        </a:spcBef>
                        <a:spcAft>
                          <a:spcPts val="0"/>
                        </a:spcAft>
                        <a:buClr>
                          <a:srgbClr val="000000"/>
                        </a:buClr>
                        <a:buSzPts val="1200"/>
                        <a:buFont typeface="Arial"/>
                        <a:buNone/>
                      </a:pPr>
                      <a:r>
                        <a:rPr lang="en-SG" sz="1200" u="none" strike="noStrike" cap="none"/>
                        <a:t>00F48DD679C6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SG" sz="1200" u="none" strike="noStrike" cap="none"/>
                        <a:t>192.168.10.100</a:t>
                      </a:r>
                      <a:endParaRPr sz="1400" u="none" strike="noStrike" cap="none"/>
                    </a:p>
                  </a:txBody>
                  <a:tcPr marL="91450" marR="91450" marT="45725" marB="45725"/>
                </a:tc>
                <a:extLst>
                  <a:ext uri="{0D108BD9-81ED-4DB2-BD59-A6C34878D82A}">
                    <a16:rowId xmlns:a16="http://schemas.microsoft.com/office/drawing/2014/main" val="10001"/>
                  </a:ext>
                </a:extLst>
              </a:tr>
              <a:tr h="2978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
        <p:nvSpPr>
          <p:cNvPr id="857" name="Google Shape;857;p25"/>
          <p:cNvSpPr/>
          <p:nvPr/>
        </p:nvSpPr>
        <p:spPr>
          <a:xfrm>
            <a:off x="1342883" y="3196883"/>
            <a:ext cx="2612400" cy="1049700"/>
          </a:xfrm>
          <a:prstGeom prst="cloudCallout">
            <a:avLst>
              <a:gd name="adj1" fmla="val 74523"/>
              <a:gd name="adj2" fmla="val -20230"/>
            </a:avLst>
          </a:prstGeom>
          <a:noFill/>
          <a:ln w="9525" cap="flat" cmpd="sng">
            <a:solidFill>
              <a:schemeClr val="dk1"/>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chemeClr val="dk1"/>
              </a:buClr>
              <a:buSzPts val="1400"/>
              <a:buFont typeface="Times New Roman"/>
              <a:buNone/>
            </a:pPr>
            <a:r>
              <a:rPr lang="en-SG" sz="1400" b="0" i="0" u="none" strike="noStrike" cap="none" dirty="0">
                <a:solidFill>
                  <a:schemeClr val="dk1"/>
                </a:solidFill>
                <a:latin typeface="Times New Roman"/>
                <a:ea typeface="Times New Roman"/>
                <a:cs typeface="Times New Roman"/>
                <a:sym typeface="Times New Roman"/>
              </a:rPr>
              <a:t>ONLY UNDERSTAND MAC ADDRESSES</a:t>
            </a:r>
            <a:endParaRPr sz="1400" b="0" i="0" u="none" strike="noStrike" cap="none" dirty="0">
              <a:solidFill>
                <a:srgbClr val="000000"/>
              </a:solidFill>
              <a:latin typeface="Arial"/>
              <a:ea typeface="Arial"/>
              <a:cs typeface="Arial"/>
              <a:sym typeface="Arial"/>
            </a:endParaRPr>
          </a:p>
        </p:txBody>
      </p:sp>
      <p:sp>
        <p:nvSpPr>
          <p:cNvPr id="858" name="Google Shape;858;p25"/>
          <p:cNvSpPr/>
          <p:nvPr/>
        </p:nvSpPr>
        <p:spPr>
          <a:xfrm>
            <a:off x="4741781" y="718143"/>
            <a:ext cx="2445600" cy="10944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SG" sz="2800" b="0" i="0" u="none" strike="noStrike" cap="none" dirty="0">
                <a:solidFill>
                  <a:schemeClr val="dk1"/>
                </a:solidFill>
                <a:latin typeface="Arial"/>
                <a:ea typeface="Arial"/>
                <a:cs typeface="Arial"/>
                <a:sym typeface="Arial"/>
              </a:rPr>
              <a:t>Application</a:t>
            </a:r>
            <a:endParaRPr dirty="0"/>
          </a:p>
          <a:p>
            <a:pPr marL="0" marR="0" lvl="0" indent="0" algn="ctr" rtl="0">
              <a:lnSpc>
                <a:spcPct val="100000"/>
              </a:lnSpc>
              <a:spcBef>
                <a:spcPts val="0"/>
              </a:spcBef>
              <a:spcAft>
                <a:spcPts val="0"/>
              </a:spcAft>
              <a:buNone/>
            </a:pPr>
            <a:r>
              <a:rPr lang="en-SG" sz="2800" b="0" i="0" u="none" strike="noStrike" cap="none" dirty="0">
                <a:solidFill>
                  <a:schemeClr val="dk1"/>
                </a:solidFill>
                <a:latin typeface="Arial"/>
                <a:ea typeface="Arial"/>
                <a:cs typeface="Arial"/>
                <a:sym typeface="Arial"/>
              </a:rPr>
              <a:t>(socket)</a:t>
            </a:r>
            <a:endParaRPr sz="2800" b="0" i="0" u="none" strike="noStrike" cap="none" dirty="0">
              <a:solidFill>
                <a:schemeClr val="dk1"/>
              </a:solidFill>
              <a:latin typeface="Arial"/>
              <a:ea typeface="Arial"/>
              <a:cs typeface="Arial"/>
              <a:sym typeface="Arial"/>
            </a:endParaRPr>
          </a:p>
        </p:txBody>
      </p:sp>
      <p:grpSp>
        <p:nvGrpSpPr>
          <p:cNvPr id="2" name="Google Shape;813;p22">
            <a:extLst>
              <a:ext uri="{FF2B5EF4-FFF2-40B4-BE49-F238E27FC236}">
                <a16:creationId xmlns:a16="http://schemas.microsoft.com/office/drawing/2014/main" id="{7A1552F1-E5DC-F2C7-5499-53F39C401328}"/>
              </a:ext>
            </a:extLst>
          </p:cNvPr>
          <p:cNvGrpSpPr/>
          <p:nvPr/>
        </p:nvGrpSpPr>
        <p:grpSpPr>
          <a:xfrm>
            <a:off x="2720832" y="4639944"/>
            <a:ext cx="1690836" cy="1253921"/>
            <a:chOff x="3681074" y="855663"/>
            <a:chExt cx="1231939" cy="732516"/>
          </a:xfrm>
        </p:grpSpPr>
        <p:pic>
          <p:nvPicPr>
            <p:cNvPr id="3" name="Google Shape;814;p22">
              <a:extLst>
                <a:ext uri="{FF2B5EF4-FFF2-40B4-BE49-F238E27FC236}">
                  <a16:creationId xmlns:a16="http://schemas.microsoft.com/office/drawing/2014/main" id="{3A8CC38A-4FF8-E340-9A0F-6D9EDE0C1E06}"/>
                </a:ext>
              </a:extLst>
            </p:cNvPr>
            <p:cNvPicPr preferRelativeResize="0"/>
            <p:nvPr/>
          </p:nvPicPr>
          <p:blipFill rotWithShape="1">
            <a:blip r:embed="rId6">
              <a:alphaModFix/>
            </a:blip>
            <a:srcRect/>
            <a:stretch/>
          </p:blipFill>
          <p:spPr>
            <a:xfrm>
              <a:off x="3681074" y="855663"/>
              <a:ext cx="906461" cy="533401"/>
            </a:xfrm>
            <a:prstGeom prst="rect">
              <a:avLst/>
            </a:prstGeom>
            <a:noFill/>
            <a:ln>
              <a:noFill/>
            </a:ln>
          </p:spPr>
        </p:pic>
        <p:sp>
          <p:nvSpPr>
            <p:cNvPr id="4" name="Google Shape;815;p22">
              <a:extLst>
                <a:ext uri="{FF2B5EF4-FFF2-40B4-BE49-F238E27FC236}">
                  <a16:creationId xmlns:a16="http://schemas.microsoft.com/office/drawing/2014/main" id="{11F2BCEA-5785-4EB4-23CE-4C8F3BA1F692}"/>
                </a:ext>
              </a:extLst>
            </p:cNvPr>
            <p:cNvSpPr/>
            <p:nvPr/>
          </p:nvSpPr>
          <p:spPr>
            <a:xfrm>
              <a:off x="3923913" y="1351179"/>
              <a:ext cx="989100" cy="23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63"/>
                <a:buFont typeface="Arial"/>
                <a:buNone/>
              </a:pPr>
              <a:r>
                <a:rPr lang="en-SG" sz="1463" b="0" i="0" u="none" strike="noStrike" cap="none">
                  <a:solidFill>
                    <a:schemeClr val="dk1"/>
                  </a:solidFill>
                  <a:latin typeface="Tahoma"/>
                  <a:ea typeface="Tahoma"/>
                  <a:cs typeface="Tahoma"/>
                  <a:sym typeface="Tahoma"/>
                </a:rPr>
                <a:t>Router </a:t>
              </a:r>
              <a:endParaRPr sz="1400" b="0" i="0" u="none" strike="noStrike" cap="none">
                <a:solidFill>
                  <a:srgbClr val="000000"/>
                </a:solidFill>
                <a:latin typeface="Arial"/>
                <a:ea typeface="Arial"/>
                <a:cs typeface="Arial"/>
                <a:sym typeface="Arial"/>
              </a:endParaRPr>
            </a:p>
          </p:txBody>
        </p:sp>
      </p:grpSp>
      <p:grpSp>
        <p:nvGrpSpPr>
          <p:cNvPr id="5" name="Google Shape;847;p25">
            <a:extLst>
              <a:ext uri="{FF2B5EF4-FFF2-40B4-BE49-F238E27FC236}">
                <a16:creationId xmlns:a16="http://schemas.microsoft.com/office/drawing/2014/main" id="{819B79E8-12A2-A734-F118-6738D8508A9C}"/>
              </a:ext>
            </a:extLst>
          </p:cNvPr>
          <p:cNvGrpSpPr/>
          <p:nvPr/>
        </p:nvGrpSpPr>
        <p:grpSpPr>
          <a:xfrm rot="2650096" flipH="1">
            <a:off x="4058606" y="3861651"/>
            <a:ext cx="114959" cy="871020"/>
            <a:chOff x="5280" y="2016"/>
            <a:chExt cx="300" cy="2100"/>
          </a:xfrm>
        </p:grpSpPr>
        <p:sp>
          <p:nvSpPr>
            <p:cNvPr id="6" name="Google Shape;848;p25">
              <a:extLst>
                <a:ext uri="{FF2B5EF4-FFF2-40B4-BE49-F238E27FC236}">
                  <a16:creationId xmlns:a16="http://schemas.microsoft.com/office/drawing/2014/main" id="{6D7F7A44-0CF5-2FC1-29CB-D3F8ED9F114E}"/>
                </a:ext>
              </a:extLst>
            </p:cNvPr>
            <p:cNvSpPr/>
            <p:nvPr/>
          </p:nvSpPr>
          <p:spPr>
            <a:xfrm>
              <a:off x="5280" y="2016"/>
              <a:ext cx="300" cy="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7" name="Google Shape;849;p25">
              <a:extLst>
                <a:ext uri="{FF2B5EF4-FFF2-40B4-BE49-F238E27FC236}">
                  <a16:creationId xmlns:a16="http://schemas.microsoft.com/office/drawing/2014/main" id="{A3735D95-2A19-5320-A7B6-186B5164ADE7}"/>
                </a:ext>
              </a:extLst>
            </p:cNvPr>
            <p:cNvSpPr/>
            <p:nvPr/>
          </p:nvSpPr>
          <p:spPr>
            <a:xfrm>
              <a:off x="5292" y="2028"/>
              <a:ext cx="174" cy="2086"/>
            </a:xfrm>
            <a:custGeom>
              <a:avLst/>
              <a:gdLst/>
              <a:ahLst/>
              <a:cxnLst/>
              <a:rect l="l" t="t" r="r" b="b"/>
              <a:pathLst>
                <a:path w="174" h="2086" extrusionOk="0">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w="38100"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sp>
          <p:nvSpPr>
            <p:cNvPr id="8" name="Google Shape;850;p25">
              <a:extLst>
                <a:ext uri="{FF2B5EF4-FFF2-40B4-BE49-F238E27FC236}">
                  <a16:creationId xmlns:a16="http://schemas.microsoft.com/office/drawing/2014/main" id="{E0B855B4-F268-8B00-1E91-9300731418EA}"/>
                </a:ext>
              </a:extLst>
            </p:cNvPr>
            <p:cNvSpPr/>
            <p:nvPr/>
          </p:nvSpPr>
          <p:spPr>
            <a:xfrm>
              <a:off x="5292" y="2028"/>
              <a:ext cx="174" cy="2084"/>
            </a:xfrm>
            <a:custGeom>
              <a:avLst/>
              <a:gdLst/>
              <a:ahLst/>
              <a:cxnLst/>
              <a:rect l="l" t="t" r="r" b="b"/>
              <a:pathLst>
                <a:path w="174" h="2084" extrusionOk="0">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w="15875" cap="flat" cmpd="sng">
              <a:solidFill>
                <a:srgbClr val="0096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63"/>
                <a:buFont typeface="Arial"/>
                <a:buNone/>
              </a:pPr>
              <a:endParaRPr sz="1463" b="0" i="0" u="none" strike="noStrike" cap="none">
                <a:solidFill>
                  <a:schemeClr val="dk1"/>
                </a:solidFill>
                <a:latin typeface="Tahoma"/>
                <a:ea typeface="Tahoma"/>
                <a:cs typeface="Tahoma"/>
                <a:sym typeface="Tahoma"/>
              </a:endParaRPr>
            </a:p>
          </p:txBody>
        </p:sp>
      </p:grpSp>
      <p:graphicFrame>
        <p:nvGraphicFramePr>
          <p:cNvPr id="9" name="Google Shape;856;p25">
            <a:extLst>
              <a:ext uri="{FF2B5EF4-FFF2-40B4-BE49-F238E27FC236}">
                <a16:creationId xmlns:a16="http://schemas.microsoft.com/office/drawing/2014/main" id="{60794B35-8CA4-CBBF-6702-D2B2244DE9B2}"/>
              </a:ext>
            </a:extLst>
          </p:cNvPr>
          <p:cNvGraphicFramePr/>
          <p:nvPr>
            <p:extLst>
              <p:ext uri="{D42A27DB-BD31-4B8C-83A1-F6EECF244321}">
                <p14:modId xmlns:p14="http://schemas.microsoft.com/office/powerpoint/2010/main" val="2293853231"/>
              </p:ext>
            </p:extLst>
          </p:nvPr>
        </p:nvGraphicFramePr>
        <p:xfrm>
          <a:off x="1581230" y="5766775"/>
          <a:ext cx="2612500" cy="925150"/>
        </p:xfrm>
        <a:graphic>
          <a:graphicData uri="http://schemas.openxmlformats.org/drawingml/2006/table">
            <a:tbl>
              <a:tblPr firstRow="1" bandRow="1">
                <a:noFill/>
                <a:tableStyleId>{DFBAE71F-A087-424A-B7BF-EA8BE10E66AE}</a:tableStyleId>
              </a:tblPr>
              <a:tblGrid>
                <a:gridCol w="1306250">
                  <a:extLst>
                    <a:ext uri="{9D8B030D-6E8A-4147-A177-3AD203B41FA5}">
                      <a16:colId xmlns:a16="http://schemas.microsoft.com/office/drawing/2014/main" val="20000"/>
                    </a:ext>
                  </a:extLst>
                </a:gridCol>
                <a:gridCol w="1306250">
                  <a:extLst>
                    <a:ext uri="{9D8B030D-6E8A-4147-A177-3AD203B41FA5}">
                      <a16:colId xmlns:a16="http://schemas.microsoft.com/office/drawing/2014/main" val="20001"/>
                    </a:ext>
                  </a:extLst>
                </a:gridCol>
              </a:tblGrid>
              <a:tr h="223350">
                <a:tc gridSpan="2">
                  <a:txBody>
                    <a:bodyPr/>
                    <a:lstStyle/>
                    <a:p>
                      <a:pPr marL="0" marR="0" lvl="0" indent="0" algn="ctr" rtl="0">
                        <a:lnSpc>
                          <a:spcPct val="100000"/>
                        </a:lnSpc>
                        <a:spcBef>
                          <a:spcPts val="0"/>
                        </a:spcBef>
                        <a:spcAft>
                          <a:spcPts val="0"/>
                        </a:spcAft>
                        <a:buClr>
                          <a:srgbClr val="000000"/>
                        </a:buClr>
                        <a:buSzPts val="1200"/>
                        <a:buFont typeface="Arial"/>
                        <a:buNone/>
                      </a:pPr>
                      <a:r>
                        <a:rPr lang="en-SG" sz="1200" u="none" strike="noStrike" cap="none"/>
                        <a:t>ARP CACHE</a:t>
                      </a:r>
                      <a:endParaRPr sz="1400" u="none" strike="noStrike" cap="none"/>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285050">
                <a:tc>
                  <a:txBody>
                    <a:bodyPr/>
                    <a:lstStyle/>
                    <a:p>
                      <a:pPr marL="0" marR="0" lvl="0" indent="0" algn="l" rtl="0">
                        <a:lnSpc>
                          <a:spcPct val="100000"/>
                        </a:lnSpc>
                        <a:spcBef>
                          <a:spcPts val="0"/>
                        </a:spcBef>
                        <a:spcAft>
                          <a:spcPts val="0"/>
                        </a:spcAft>
                        <a:buClr>
                          <a:srgbClr val="000000"/>
                        </a:buClr>
                        <a:buSzPts val="1200"/>
                        <a:buFont typeface="Arial"/>
                        <a:buNone/>
                      </a:pPr>
                      <a:r>
                        <a:rPr lang="en-SG" sz="1200" u="none" strike="noStrike" cap="none"/>
                        <a:t>00F48DD679C6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SG" sz="1200" u="none" strike="noStrike" cap="none"/>
                        <a:t>192.168.10.100</a:t>
                      </a:r>
                      <a:endParaRPr sz="1400" u="none" strike="noStrike" cap="none"/>
                    </a:p>
                  </a:txBody>
                  <a:tcPr marL="91450" marR="91450" marT="45725" marB="45725"/>
                </a:tc>
                <a:extLst>
                  <a:ext uri="{0D108BD9-81ED-4DB2-BD59-A6C34878D82A}">
                    <a16:rowId xmlns:a16="http://schemas.microsoft.com/office/drawing/2014/main" val="10001"/>
                  </a:ext>
                </a:extLst>
              </a:tr>
              <a:tr h="2978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23"/>
          <p:cNvSpPr txBox="1">
            <a:spLocks noGrp="1"/>
          </p:cNvSpPr>
          <p:nvPr>
            <p:ph type="title"/>
          </p:nvPr>
        </p:nvSpPr>
        <p:spPr>
          <a:xfrm>
            <a:off x="541867" y="152400"/>
            <a:ext cx="109389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SG"/>
              <a:t>Summary of Protocols</a:t>
            </a:r>
            <a:endParaRPr/>
          </a:p>
        </p:txBody>
      </p:sp>
      <p:graphicFrame>
        <p:nvGraphicFramePr>
          <p:cNvPr id="864" name="Google Shape;864;p23"/>
          <p:cNvGraphicFramePr/>
          <p:nvPr>
            <p:extLst>
              <p:ext uri="{D42A27DB-BD31-4B8C-83A1-F6EECF244321}">
                <p14:modId xmlns:p14="http://schemas.microsoft.com/office/powerpoint/2010/main" val="2582237858"/>
              </p:ext>
            </p:extLst>
          </p:nvPr>
        </p:nvGraphicFramePr>
        <p:xfrm>
          <a:off x="609600" y="1371599"/>
          <a:ext cx="10904575" cy="5642004"/>
        </p:xfrm>
        <a:graphic>
          <a:graphicData uri="http://schemas.openxmlformats.org/drawingml/2006/table">
            <a:tbl>
              <a:tblPr firstRow="1" bandRow="1">
                <a:noFill/>
                <a:tableStyleId>{DFBAE71F-A087-424A-B7BF-EA8BE10E66AE}</a:tableStyleId>
              </a:tblPr>
              <a:tblGrid>
                <a:gridCol w="1681325">
                  <a:extLst>
                    <a:ext uri="{9D8B030D-6E8A-4147-A177-3AD203B41FA5}">
                      <a16:colId xmlns:a16="http://schemas.microsoft.com/office/drawing/2014/main" val="20000"/>
                    </a:ext>
                  </a:extLst>
                </a:gridCol>
                <a:gridCol w="2794200">
                  <a:extLst>
                    <a:ext uri="{9D8B030D-6E8A-4147-A177-3AD203B41FA5}">
                      <a16:colId xmlns:a16="http://schemas.microsoft.com/office/drawing/2014/main" val="20001"/>
                    </a:ext>
                  </a:extLst>
                </a:gridCol>
                <a:gridCol w="2794200">
                  <a:extLst>
                    <a:ext uri="{9D8B030D-6E8A-4147-A177-3AD203B41FA5}">
                      <a16:colId xmlns:a16="http://schemas.microsoft.com/office/drawing/2014/main" val="20002"/>
                    </a:ext>
                  </a:extLst>
                </a:gridCol>
                <a:gridCol w="3634850">
                  <a:extLst>
                    <a:ext uri="{9D8B030D-6E8A-4147-A177-3AD203B41FA5}">
                      <a16:colId xmlns:a16="http://schemas.microsoft.com/office/drawing/2014/main" val="20003"/>
                    </a:ext>
                  </a:extLst>
                </a:gridCol>
              </a:tblGrid>
              <a:tr h="895138">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 Layer</a:t>
                      </a:r>
                      <a:endParaRPr sz="1400" u="none" strike="noStrike" cap="none"/>
                    </a:p>
                  </a:txBody>
                  <a:tcPr marL="91450" marR="91450" marT="45725" marB="45725">
                    <a:solidFill>
                      <a:srgbClr val="BFBFBF"/>
                    </a:solidFill>
                  </a:tcPr>
                </a:tc>
                <a:tc gridSpan="2">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Protocols</a:t>
                      </a:r>
                      <a:endParaRPr sz="1400" u="none" strike="noStrike" cap="none"/>
                    </a:p>
                  </a:txBody>
                  <a:tcPr marL="91450" marR="91450" marT="45725" marB="45725">
                    <a:solidFill>
                      <a:srgbClr val="BFBFBF"/>
                    </a:solidFill>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800"/>
                        <a:buFont typeface="Arial"/>
                        <a:buNone/>
                      </a:pPr>
                      <a:r>
                        <a:rPr lang="en-SG" sz="1800" u="none" strike="noStrike" cap="none"/>
                        <a:t>Addressing</a:t>
                      </a:r>
                      <a:endParaRPr sz="1400" u="none" strike="noStrike" cap="none"/>
                    </a:p>
                  </a:txBody>
                  <a:tcPr marL="91450" marR="91450" marT="45725" marB="45725">
                    <a:solidFill>
                      <a:srgbClr val="BFBFBF"/>
                    </a:solidFill>
                  </a:tcPr>
                </a:tc>
                <a:extLst>
                  <a:ext uri="{0D108BD9-81ED-4DB2-BD59-A6C34878D82A}">
                    <a16:rowId xmlns:a16="http://schemas.microsoft.com/office/drawing/2014/main" val="10000"/>
                  </a:ext>
                </a:extLst>
              </a:tr>
              <a:tr h="882862">
                <a:tc rowSpan="3">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dirty="0"/>
                        <a:t> Network</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NAT</a:t>
                      </a:r>
                      <a:endParaRPr sz="18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Translate Private IP Address to Public IP Address and vice versa</a:t>
                      </a:r>
                      <a:endParaRPr sz="1800" u="none" strike="noStrike" cap="none" dirty="0"/>
                    </a:p>
                  </a:txBody>
                  <a:tcPr marL="91450" marR="91450" marT="45725" marB="45725"/>
                </a:tc>
                <a:tc rowSpan="3">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dirty="0"/>
                        <a:t> IP addresses</a:t>
                      </a:r>
                      <a:endParaRPr sz="1400" u="none" strike="noStrike" cap="none" dirty="0"/>
                    </a:p>
                  </a:txBody>
                  <a:tcPr marL="91450" marR="91450" marT="45725" marB="45725"/>
                </a:tc>
                <a:extLst>
                  <a:ext uri="{0D108BD9-81ED-4DB2-BD59-A6C34878D82A}">
                    <a16:rowId xmlns:a16="http://schemas.microsoft.com/office/drawing/2014/main" val="10001"/>
                  </a:ext>
                </a:extLst>
              </a:tr>
              <a:tr h="882862">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SG" sz="1800" b="0" i="0" u="none" strike="noStrike" kern="0" cap="none" spc="0" normalizeH="0" baseline="0" noProof="0" dirty="0">
                          <a:ln>
                            <a:noFill/>
                          </a:ln>
                          <a:solidFill>
                            <a:srgbClr val="000000"/>
                          </a:solidFill>
                          <a:effectLst/>
                          <a:uLnTx/>
                          <a:uFillTx/>
                          <a:latin typeface="Tahoma"/>
                          <a:ea typeface="Tahoma"/>
                          <a:cs typeface="Tahoma"/>
                          <a:sym typeface="Arial"/>
                        </a:rPr>
                        <a:t>DHCP</a:t>
                      </a:r>
                      <a:endParaRPr kumimoji="0" lang="en-SG" sz="1400" b="0" i="0" u="none" strike="noStrike" kern="0" cap="none" spc="0" normalizeH="0" baseline="0" noProof="0" dirty="0">
                        <a:ln>
                          <a:noFill/>
                        </a:ln>
                        <a:solidFill>
                          <a:srgbClr val="000000"/>
                        </a:solidFill>
                        <a:effectLst/>
                        <a:uLnTx/>
                        <a:uFillTx/>
                        <a:latin typeface="Tahoma"/>
                        <a:ea typeface="Tahoma"/>
                        <a:cs typeface="Tahoma"/>
                        <a:sym typeface="Arial"/>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ahoma"/>
                          <a:ea typeface="Tahoma"/>
                          <a:cs typeface="Tahoma"/>
                          <a:sym typeface="Arial"/>
                        </a:rPr>
                        <a:t>Assigned IP addresses to computers on the network</a:t>
                      </a:r>
                    </a:p>
                    <a:p>
                      <a:pPr marL="0" marR="0" lvl="0" indent="0" algn="l" rtl="0">
                        <a:lnSpc>
                          <a:spcPct val="100000"/>
                        </a:lnSpc>
                        <a:spcBef>
                          <a:spcPts val="0"/>
                        </a:spcBef>
                        <a:spcAft>
                          <a:spcPts val="0"/>
                        </a:spcAft>
                        <a:buClr>
                          <a:srgbClr val="000000"/>
                        </a:buClr>
                        <a:buSzPts val="1800"/>
                        <a:buFont typeface="Arial"/>
                        <a:buNone/>
                      </a:pPr>
                      <a:endParaRPr sz="1400" u="none" strike="noStrike" cap="none" dirty="0"/>
                    </a:p>
                  </a:txBody>
                  <a:tcPr marL="91450" marR="91450" marT="45725" marB="45725"/>
                </a:tc>
                <a:tc vMerge="1">
                  <a:txBody>
                    <a:bodyPr/>
                    <a:lstStyle/>
                    <a:p>
                      <a:endParaRPr lang="en-US"/>
                    </a:p>
                  </a:txBody>
                  <a:tcPr/>
                </a:tc>
                <a:extLst>
                  <a:ext uri="{0D108BD9-81ED-4DB2-BD59-A6C34878D82A}">
                    <a16:rowId xmlns:a16="http://schemas.microsoft.com/office/drawing/2014/main" val="10002"/>
                  </a:ext>
                </a:extLst>
              </a:tr>
              <a:tr h="882862">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dirty="0"/>
                        <a:t>RIP/OSPF (Routing)</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Update routing information between routers</a:t>
                      </a:r>
                      <a:endParaRPr sz="1400" u="none" strike="noStrike" cap="none"/>
                    </a:p>
                  </a:txBody>
                  <a:tcPr marL="91450" marR="91450" marT="45725" marB="45725"/>
                </a:tc>
                <a:tc vMerge="1">
                  <a:txBody>
                    <a:bodyPr/>
                    <a:lstStyle/>
                    <a:p>
                      <a:endParaRPr lang="en-US"/>
                    </a:p>
                  </a:txBody>
                  <a:tcPr/>
                </a:tc>
                <a:extLst>
                  <a:ext uri="{0D108BD9-81ED-4DB2-BD59-A6C34878D82A}">
                    <a16:rowId xmlns:a16="http://schemas.microsoft.com/office/drawing/2014/main" val="10003"/>
                  </a:ext>
                </a:extLst>
              </a:tr>
              <a:tr h="895138">
                <a:tc rowSpan="2">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dirty="0"/>
                        <a:t>Datalink</a:t>
                      </a:r>
                      <a:endParaRPr sz="1400" u="none" strike="noStrike" cap="none"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SG" sz="1800" u="none" strike="noStrike" cap="none" dirty="0"/>
                        <a:t>ARP</a:t>
                      </a:r>
                    </a:p>
                    <a:p>
                      <a:pPr marL="0" marR="0" lvl="0" indent="0" algn="l" rtl="0">
                        <a:lnSpc>
                          <a:spcPct val="100000"/>
                        </a:lnSpc>
                        <a:spcBef>
                          <a:spcPts val="0"/>
                        </a:spcBef>
                        <a:spcAft>
                          <a:spcPts val="0"/>
                        </a:spcAft>
                        <a:buClr>
                          <a:srgbClr val="000000"/>
                        </a:buClr>
                        <a:buSzPts val="1800"/>
                        <a:buFont typeface="Arial"/>
                        <a:buNone/>
                      </a:pPr>
                      <a:endParaRPr sz="1400" u="none" strike="noStrike" cap="none"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800" u="none" strike="noStrike" cap="none" dirty="0"/>
                        <a:t>Resolve IP addresses to MAC addresses</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400" b="0" i="0" u="none" strike="noStrike" kern="0" cap="none" spc="0" normalizeH="0" baseline="0" noProof="0" dirty="0">
                        <a:ln>
                          <a:noFill/>
                        </a:ln>
                        <a:solidFill>
                          <a:srgbClr val="000000"/>
                        </a:solidFill>
                        <a:effectLst/>
                        <a:uLnTx/>
                        <a:uFillTx/>
                        <a:latin typeface="Tahoma"/>
                        <a:ea typeface="Tahoma"/>
                        <a:cs typeface="Tahoma"/>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BROADCAST</a:t>
                      </a:r>
                      <a:endParaRPr sz="1800" u="none" strike="noStrike" cap="none" dirty="0"/>
                    </a:p>
                  </a:txBody>
                  <a:tcPr marL="91450" marR="91450" marT="45725" marB="45725"/>
                </a:tc>
                <a:extLst>
                  <a:ext uri="{0D108BD9-81ED-4DB2-BD59-A6C34878D82A}">
                    <a16:rowId xmlns:a16="http://schemas.microsoft.com/office/drawing/2014/main" val="3363648324"/>
                  </a:ext>
                </a:extLst>
              </a:tr>
              <a:tr h="895138">
                <a:tc vMerge="1">
                  <a:txBody>
                    <a:bodyPr/>
                    <a:lstStyle/>
                    <a:p>
                      <a:endParaRPr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Ethernet/IEEE 802.3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a:t>Forward data frames based on MAC addresses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SG" sz="1800" u="none" strike="noStrike" cap="none" dirty="0"/>
                        <a:t>MAC Addresses</a:t>
                      </a:r>
                      <a:endParaRPr sz="1400" u="none" strike="noStrike" cap="none" dirty="0"/>
                    </a:p>
                  </a:txBody>
                  <a:tcPr marL="91450" marR="91450" marT="45725" marB="45725"/>
                </a:tc>
                <a:extLst>
                  <a:ext uri="{0D108BD9-81ED-4DB2-BD59-A6C34878D82A}">
                    <a16:rowId xmlns:a16="http://schemas.microsoft.com/office/drawing/2014/main" val="10004"/>
                  </a:ext>
                </a:extLst>
              </a:tr>
            </a:tbl>
          </a:graphicData>
        </a:graphic>
      </p:graphicFrame>
      <p:sp>
        <p:nvSpPr>
          <p:cNvPr id="865" name="Google Shape;865;p23"/>
          <p:cNvSpPr txBox="1">
            <a:spLocks noGrp="1"/>
          </p:cNvSpPr>
          <p:nvPr>
            <p:ph type="sldNum" idx="12"/>
          </p:nvPr>
        </p:nvSpPr>
        <p:spPr>
          <a:xfrm>
            <a:off x="8974667" y="6229350"/>
            <a:ext cx="25401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SG"/>
              <a:t>23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allings">
  <a:themeElements>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1877</Words>
  <Application>Microsoft Office PowerPoint</Application>
  <PresentationFormat>Widescreen</PresentationFormat>
  <Paragraphs>584</Paragraphs>
  <Slides>23</Slides>
  <Notes>23</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23</vt:i4>
      </vt:variant>
    </vt:vector>
  </HeadingPairs>
  <TitlesOfParts>
    <vt:vector size="33" baseType="lpstr">
      <vt:lpstr>Courier New</vt:lpstr>
      <vt:lpstr>Arial</vt:lpstr>
      <vt:lpstr>Tahoma</vt:lpstr>
      <vt:lpstr>Calibri</vt:lpstr>
      <vt:lpstr>Times New Roman</vt:lpstr>
      <vt:lpstr>Arial Black</vt:lpstr>
      <vt:lpstr>Office Theme</vt:lpstr>
      <vt:lpstr>Stallings</vt:lpstr>
      <vt:lpstr>1_Default Design</vt:lpstr>
      <vt:lpstr>Default Design</vt:lpstr>
      <vt:lpstr>Layer 3 : Network</vt:lpstr>
      <vt:lpstr>PowerPoint Presentation</vt:lpstr>
      <vt:lpstr>PowerPoint Presentation</vt:lpstr>
      <vt:lpstr>PowerPoint Presentation</vt:lpstr>
      <vt:lpstr>PowerPoint Presentation</vt:lpstr>
      <vt:lpstr>IP Address</vt:lpstr>
      <vt:lpstr>PowerPoint Presentation</vt:lpstr>
      <vt:lpstr>PowerPoint Presentation</vt:lpstr>
      <vt:lpstr>PowerPoint Presentation</vt:lpstr>
      <vt:lpstr>IANA (Internet Assigned Number Authority)</vt:lpstr>
      <vt:lpstr>Subnetting</vt:lpstr>
      <vt:lpstr>PowerPoint Presentation</vt:lpstr>
      <vt:lpstr>LAN</vt:lpstr>
      <vt:lpstr>PowerPoint Presentation</vt:lpstr>
      <vt:lpstr>Dynamic Host Configuration Protocol(DHCP) Service</vt:lpstr>
      <vt:lpstr>PowerPoint Presentation</vt:lpstr>
      <vt:lpstr>Routers</vt:lpstr>
      <vt:lpstr>Routing</vt:lpstr>
      <vt:lpstr>Private Addresses</vt:lpstr>
      <vt:lpstr>Network Address Translation (NAT)</vt:lpstr>
      <vt:lpstr>Network Address Translation (NAT)</vt:lpstr>
      <vt:lpstr>Address Resolution Protocol ARP</vt:lpstr>
      <vt:lpstr>Summary of Protocols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khar woh leong</dc:creator>
  <cp:lastModifiedBy>khar woh leong</cp:lastModifiedBy>
  <cp:revision>5</cp:revision>
  <dcterms:created xsi:type="dcterms:W3CDTF">2019-03-14T07:35:33Z</dcterms:created>
  <dcterms:modified xsi:type="dcterms:W3CDTF">2025-04-04T07:19:33Z</dcterms:modified>
</cp:coreProperties>
</file>