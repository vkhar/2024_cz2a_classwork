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9144000"/>
  <p:notesSz cx="6858000" cy="9144000"/>
  <p:embeddedFontLst>
    <p:embeddedFont>
      <p:font typeface="Walter Turncoat"/>
      <p:regular r:id="rId21"/>
    </p:embeddedFont>
    <p:embeddedFont>
      <p:font typeface="Helvetica Neue"/>
      <p:regular r:id="rId22"/>
      <p:bold r:id="rId23"/>
      <p:italic r:id="rId24"/>
      <p:boldItalic r:id="rId25"/>
    </p:embeddedFont>
    <p:embeddedFont>
      <p:font typeface="Eater"/>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7" roundtripDataSignature="AMtx7mgkhaRGBk67ftoqLfdd/W9I+l5N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37A7E1-5333-4A77-9FBB-C60F3B88AB26}">
  <a:tblStyle styleId="{DF37A7E1-5333-4A77-9FBB-C60F3B88AB26}" styleName="Table_0">
    <a:wholeTbl>
      <a:tcTxStyle b="off" i="off">
        <a:font>
          <a:latin typeface="Arial"/>
          <a:ea typeface="Arial"/>
          <a:cs typeface="Arial"/>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HelveticaNeue-regular.fntdata"/><Relationship Id="rId21" Type="http://schemas.openxmlformats.org/officeDocument/2006/relationships/font" Target="fonts/WalterTurncoat-regular.fntdata"/><Relationship Id="rId24" Type="http://schemas.openxmlformats.org/officeDocument/2006/relationships/font" Target="fonts/HelveticaNeue-italic.fntdata"/><Relationship Id="rId23" Type="http://schemas.openxmlformats.org/officeDocument/2006/relationships/font" Target="fonts/HelveticaNeue-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Eater-regular.fntdata"/><Relationship Id="rId25" Type="http://schemas.openxmlformats.org/officeDocument/2006/relationships/font" Target="fonts/HelveticaNeue-boldItalic.fntdata"/><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SG"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rgbClr val="222222"/>
              </a:solidFill>
              <a:highlight>
                <a:srgbClr val="EEEEEE"/>
              </a:highlight>
              <a:latin typeface="Comic Sans MS"/>
              <a:ea typeface="Comic Sans MS"/>
              <a:cs typeface="Comic Sans MS"/>
              <a:sym typeface="Comic Sans MS"/>
            </a:endParaRPr>
          </a:p>
        </p:txBody>
      </p:sp>
      <p:sp>
        <p:nvSpPr>
          <p:cNvPr id="31" name="Google Shape;31;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AutoNum type="arabicPeriod"/>
            </a:pPr>
            <a:r>
              <a:rPr lang="en-SG"/>
              <a:t>world wide web is one way to access the internet</a:t>
            </a:r>
            <a:endParaRPr/>
          </a:p>
        </p:txBody>
      </p:sp>
      <p:sp>
        <p:nvSpPr>
          <p:cNvPr id="37" name="Google Shape;37;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 name="Google Shape;43;p7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 name="Google Shape;50;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SG" sz="1100">
                <a:latin typeface="Arial"/>
                <a:ea typeface="Arial"/>
                <a:cs typeface="Arial"/>
                <a:sym typeface="Arial"/>
              </a:rPr>
              <a:t>Is the internet centralised or decentralised?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SG" sz="1100">
                <a:latin typeface="Arial"/>
                <a:ea typeface="Arial"/>
                <a:cs typeface="Arial"/>
                <a:sym typeface="Arial"/>
              </a:rPr>
              <a:t>Concept: Want everyone to be able to provide and receive service - decentralised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SG" sz="1100">
                <a:latin typeface="Arial"/>
                <a:ea typeface="Arial"/>
                <a:cs typeface="Arial"/>
                <a:sym typeface="Arial"/>
              </a:rPr>
              <a:t>But politically, there are big powerful and private corporations which have a lot of power - influence how their service is consumed, centralised power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SG" sz="1100">
                <a:latin typeface="Arial"/>
                <a:ea typeface="Arial"/>
                <a:cs typeface="Arial"/>
                <a:sym typeface="Arial"/>
              </a:rPr>
              <a:t>A level say decentralised, but companies can monopolise how their service is being used</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55" name="Google Shape;55;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 name="Google Shape;61;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 name="Google Shape;67;p7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7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lnSpc>
                <a:spcPct val="100000"/>
              </a:lnSpc>
              <a:spcBef>
                <a:spcPts val="0"/>
              </a:spcBef>
              <a:spcAft>
                <a:spcPts val="0"/>
              </a:spcAft>
              <a:buClr>
                <a:schemeClr val="dk1"/>
              </a:buClr>
              <a:buSzPts val="1200"/>
              <a:buFont typeface="Calibri"/>
              <a:buChar char="-"/>
            </a:pPr>
            <a:r>
              <a:rPr lang="en-SG"/>
              <a:t>Other terminologies</a:t>
            </a:r>
            <a:endParaRPr/>
          </a:p>
          <a:p>
            <a:pPr indent="-171450" lvl="1" marL="628650" rtl="0" algn="l">
              <a:lnSpc>
                <a:spcPct val="100000"/>
              </a:lnSpc>
              <a:spcBef>
                <a:spcPts val="0"/>
              </a:spcBef>
              <a:spcAft>
                <a:spcPts val="0"/>
              </a:spcAft>
              <a:buClr>
                <a:schemeClr val="dk1"/>
              </a:buClr>
              <a:buSzPts val="1200"/>
              <a:buFont typeface="Calibri"/>
              <a:buChar char="-"/>
            </a:pPr>
            <a:r>
              <a:rPr lang="en-SG"/>
              <a:t>Progressive Web Application (PWA)</a:t>
            </a:r>
            <a:endParaRPr/>
          </a:p>
          <a:p>
            <a:pPr indent="-171450" lvl="1" marL="628650" rtl="0" algn="l">
              <a:lnSpc>
                <a:spcPct val="100000"/>
              </a:lnSpc>
              <a:spcBef>
                <a:spcPts val="0"/>
              </a:spcBef>
              <a:spcAft>
                <a:spcPts val="0"/>
              </a:spcAft>
              <a:buClr>
                <a:schemeClr val="dk1"/>
              </a:buClr>
              <a:buSzPts val="1200"/>
              <a:buFont typeface="Calibri"/>
              <a:buChar char="-"/>
            </a:pPr>
            <a:r>
              <a:rPr lang="en-SG"/>
              <a:t>Responsive Web Application</a:t>
            </a:r>
            <a:endParaRPr/>
          </a:p>
          <a:p>
            <a:pPr indent="-171450" lvl="1" marL="628650" rtl="0" algn="l">
              <a:lnSpc>
                <a:spcPct val="100000"/>
              </a:lnSpc>
              <a:spcBef>
                <a:spcPts val="0"/>
              </a:spcBef>
              <a:spcAft>
                <a:spcPts val="0"/>
              </a:spcAft>
              <a:buClr>
                <a:schemeClr val="dk1"/>
              </a:buClr>
              <a:buSzPts val="1200"/>
              <a:buFont typeface="Calibri"/>
              <a:buChar char="-"/>
            </a:pPr>
            <a:r>
              <a:rPr lang="en-SG"/>
              <a:t>Single Page Application (SPA)</a:t>
            </a:r>
            <a:endParaRPr/>
          </a:p>
        </p:txBody>
      </p:sp>
      <p:sp>
        <p:nvSpPr>
          <p:cNvPr id="145" name="Google Shape;14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lnSpc>
                <a:spcPct val="100000"/>
              </a:lnSpc>
              <a:spcBef>
                <a:spcPts val="0"/>
              </a:spcBef>
              <a:spcAft>
                <a:spcPts val="0"/>
              </a:spcAft>
              <a:buClr>
                <a:schemeClr val="dk1"/>
              </a:buClr>
              <a:buSzPts val="1200"/>
              <a:buFont typeface="Calibri"/>
              <a:buChar char="-"/>
            </a:pPr>
            <a:r>
              <a:rPr lang="en-SG"/>
              <a:t>Other terminologies</a:t>
            </a:r>
            <a:endParaRPr/>
          </a:p>
          <a:p>
            <a:pPr indent="-171450" lvl="1" marL="628650" rtl="0" algn="l">
              <a:lnSpc>
                <a:spcPct val="100000"/>
              </a:lnSpc>
              <a:spcBef>
                <a:spcPts val="0"/>
              </a:spcBef>
              <a:spcAft>
                <a:spcPts val="0"/>
              </a:spcAft>
              <a:buClr>
                <a:schemeClr val="dk1"/>
              </a:buClr>
              <a:buSzPts val="1200"/>
              <a:buFont typeface="Calibri"/>
              <a:buChar char="-"/>
            </a:pPr>
            <a:r>
              <a:rPr lang="en-SG"/>
              <a:t>Progressive Web Application (PWA)</a:t>
            </a:r>
            <a:endParaRPr/>
          </a:p>
          <a:p>
            <a:pPr indent="-171450" lvl="1" marL="628650" rtl="0" algn="l">
              <a:lnSpc>
                <a:spcPct val="100000"/>
              </a:lnSpc>
              <a:spcBef>
                <a:spcPts val="0"/>
              </a:spcBef>
              <a:spcAft>
                <a:spcPts val="0"/>
              </a:spcAft>
              <a:buClr>
                <a:schemeClr val="dk1"/>
              </a:buClr>
              <a:buSzPts val="1200"/>
              <a:buFont typeface="Calibri"/>
              <a:buChar char="-"/>
            </a:pPr>
            <a:r>
              <a:rPr lang="en-SG"/>
              <a:t>Responsive Web Application</a:t>
            </a:r>
            <a:endParaRPr/>
          </a:p>
          <a:p>
            <a:pPr indent="-171450" lvl="1" marL="628650" rtl="0" algn="l">
              <a:lnSpc>
                <a:spcPct val="100000"/>
              </a:lnSpc>
              <a:spcBef>
                <a:spcPts val="0"/>
              </a:spcBef>
              <a:spcAft>
                <a:spcPts val="0"/>
              </a:spcAft>
              <a:buClr>
                <a:schemeClr val="dk1"/>
              </a:buClr>
              <a:buSzPts val="1200"/>
              <a:buFont typeface="Calibri"/>
              <a:buChar char="-"/>
            </a:pPr>
            <a:r>
              <a:rPr lang="en-SG"/>
              <a:t>Single Page Application (SPA)</a:t>
            </a:r>
            <a:endParaRPr/>
          </a:p>
        </p:txBody>
      </p:sp>
      <p:sp>
        <p:nvSpPr>
          <p:cNvPr id="160" name="Google Shape;16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p:cSld name="Title + 1 column">
    <p:spTree>
      <p:nvGrpSpPr>
        <p:cNvPr id="11" name="Shape 11"/>
        <p:cNvGrpSpPr/>
        <p:nvPr/>
      </p:nvGrpSpPr>
      <p:grpSpPr>
        <a:xfrm>
          <a:off x="0" y="0"/>
          <a:ext cx="0" cy="0"/>
          <a:chOff x="0" y="0"/>
          <a:chExt cx="0" cy="0"/>
        </a:xfrm>
      </p:grpSpPr>
      <p:sp>
        <p:nvSpPr>
          <p:cNvPr id="12" name="Google Shape;12;p24"/>
          <p:cNvSpPr txBox="1"/>
          <p:nvPr>
            <p:ph type="title"/>
          </p:nvPr>
        </p:nvSpPr>
        <p:spPr>
          <a:xfrm>
            <a:off x="2" y="0"/>
            <a:ext cx="9144001" cy="11432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chemeClr val="lt1"/>
              </a:buClr>
              <a:buSzPts val="3000"/>
              <a:buFont typeface="Walter Turncoat"/>
              <a:buNone/>
              <a:defRPr b="0" i="0" sz="3000" u="none" cap="none" strike="noStrike">
                <a:solidFill>
                  <a:schemeClr val="lt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24"/>
          <p:cNvSpPr txBox="1"/>
          <p:nvPr>
            <p:ph idx="1" type="body"/>
          </p:nvPr>
        </p:nvSpPr>
        <p:spPr>
          <a:xfrm>
            <a:off x="340545" y="1435432"/>
            <a:ext cx="8462915" cy="5097343"/>
          </a:xfrm>
          <a:prstGeom prst="rect">
            <a:avLst/>
          </a:prstGeom>
          <a:noFill/>
          <a:ln>
            <a:noFill/>
          </a:ln>
        </p:spPr>
        <p:txBody>
          <a:bodyPr anchorCtr="0" anchor="t" bIns="91425" lIns="91425" spcFirstLastPara="1" rIns="91425" wrap="square" tIns="91425">
            <a:normAutofit/>
          </a:bodyPr>
          <a:lstStyle>
            <a:lvl1pPr indent="-361950" lvl="0" marL="457200" algn="l">
              <a:lnSpc>
                <a:spcPct val="150000"/>
              </a:lnSpc>
              <a:spcBef>
                <a:spcPts val="0"/>
              </a:spcBef>
              <a:spcAft>
                <a:spcPts val="0"/>
              </a:spcAft>
              <a:buClr>
                <a:schemeClr val="lt1"/>
              </a:buClr>
              <a:buSzPts val="2100"/>
              <a:buFont typeface="Arial"/>
              <a:buChar char="•"/>
              <a:defRPr sz="2100">
                <a:solidFill>
                  <a:schemeClr val="lt1"/>
                </a:solidFill>
              </a:defRPr>
            </a:lvl1pPr>
            <a:lvl2pPr indent="-361950" lvl="1" marL="914400" algn="l">
              <a:lnSpc>
                <a:spcPct val="150000"/>
              </a:lnSpc>
              <a:spcBef>
                <a:spcPts val="0"/>
              </a:spcBef>
              <a:spcAft>
                <a:spcPts val="0"/>
              </a:spcAft>
              <a:buClr>
                <a:schemeClr val="lt1"/>
              </a:buClr>
              <a:buSzPts val="2100"/>
              <a:buFont typeface="Arial"/>
              <a:buChar char="─"/>
              <a:defRPr/>
            </a:lvl2pPr>
            <a:lvl3pPr indent="-342900" lvl="2" marL="1371600" algn="l">
              <a:lnSpc>
                <a:spcPct val="150000"/>
              </a:lnSpc>
              <a:spcBef>
                <a:spcPts val="0"/>
              </a:spcBef>
              <a:spcAft>
                <a:spcPts val="0"/>
              </a:spcAft>
              <a:buClr>
                <a:schemeClr val="lt1"/>
              </a:buClr>
              <a:buSzPts val="1800"/>
              <a:buFont typeface="Noto Sans Symbols"/>
              <a:buChar char="▪"/>
              <a:defRPr/>
            </a:lvl3pPr>
            <a:lvl4pPr indent="-342900" lvl="3" marL="1828800" algn="l">
              <a:lnSpc>
                <a:spcPct val="150000"/>
              </a:lnSpc>
              <a:spcBef>
                <a:spcPts val="0"/>
              </a:spcBef>
              <a:spcAft>
                <a:spcPts val="0"/>
              </a:spcAft>
              <a:buClr>
                <a:schemeClr val="lt1"/>
              </a:buClr>
              <a:buSzPts val="1800"/>
              <a:buFont typeface="Arial"/>
              <a:buChar char="•"/>
              <a:defRPr/>
            </a:lvl4pPr>
            <a:lvl5pPr indent="-342900" lvl="4" marL="2286000" algn="l">
              <a:lnSpc>
                <a:spcPct val="150000"/>
              </a:lnSpc>
              <a:spcBef>
                <a:spcPts val="0"/>
              </a:spcBef>
              <a:spcAft>
                <a:spcPts val="0"/>
              </a:spcAft>
              <a:buClr>
                <a:schemeClr val="lt1"/>
              </a:buClr>
              <a:buSzPts val="1800"/>
              <a:buFont typeface="Noto Sans Symbols"/>
              <a:buChar char="▪"/>
              <a:defRPr/>
            </a:lvl5pPr>
            <a:lvl6pPr indent="-228600" lvl="5" marL="2743200" algn="l">
              <a:lnSpc>
                <a:spcPct val="100000"/>
              </a:lnSpc>
              <a:spcBef>
                <a:spcPts val="0"/>
              </a:spcBef>
              <a:spcAft>
                <a:spcPts val="0"/>
              </a:spcAft>
              <a:buClr>
                <a:srgbClr val="000000"/>
              </a:buClr>
              <a:buSzPts val="1400"/>
              <a:buFont typeface="Arial"/>
              <a:buNone/>
              <a:defRPr/>
            </a:lvl6pPr>
            <a:lvl7pPr indent="-228600" lvl="6" marL="3200400" algn="l">
              <a:lnSpc>
                <a:spcPct val="100000"/>
              </a:lnSpc>
              <a:spcBef>
                <a:spcPts val="0"/>
              </a:spcBef>
              <a:spcAft>
                <a:spcPts val="0"/>
              </a:spcAft>
              <a:buClr>
                <a:srgbClr val="000000"/>
              </a:buClr>
              <a:buSzPts val="1400"/>
              <a:buFont typeface="Arial"/>
              <a:buNone/>
              <a:defRPr/>
            </a:lvl7pPr>
            <a:lvl8pPr indent="-228600" lvl="7" marL="3657600" algn="l">
              <a:lnSpc>
                <a:spcPct val="100000"/>
              </a:lnSpc>
              <a:spcBef>
                <a:spcPts val="0"/>
              </a:spcBef>
              <a:spcAft>
                <a:spcPts val="0"/>
              </a:spcAft>
              <a:buClr>
                <a:srgbClr val="000000"/>
              </a:buClr>
              <a:buSzPts val="1400"/>
              <a:buFont typeface="Arial"/>
              <a:buNone/>
              <a:defRPr/>
            </a:lvl8pPr>
            <a:lvl9pPr indent="-317500" lvl="8" marL="4114800" algn="l">
              <a:lnSpc>
                <a:spcPct val="100000"/>
              </a:lnSpc>
              <a:spcBef>
                <a:spcPts val="0"/>
              </a:spcBef>
              <a:spcAft>
                <a:spcPts val="0"/>
              </a:spcAft>
              <a:buClr>
                <a:schemeClr val="lt1"/>
              </a:buClr>
              <a:buSzPts val="1400"/>
              <a:buFont typeface="Noto Sans Symbols"/>
              <a:buChar char="▪"/>
              <a:defRPr>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Subtitle">
    <p:spTree>
      <p:nvGrpSpPr>
        <p:cNvPr id="14" name="Shape 14"/>
        <p:cNvGrpSpPr/>
        <p:nvPr/>
      </p:nvGrpSpPr>
      <p:grpSpPr>
        <a:xfrm>
          <a:off x="0" y="0"/>
          <a:ext cx="0" cy="0"/>
          <a:chOff x="0" y="0"/>
          <a:chExt cx="0" cy="0"/>
        </a:xfrm>
      </p:grpSpPr>
      <p:sp>
        <p:nvSpPr>
          <p:cNvPr id="15" name="Google Shape;15;p25"/>
          <p:cNvSpPr txBox="1"/>
          <p:nvPr>
            <p:ph type="ctrTitle"/>
          </p:nvPr>
        </p:nvSpPr>
        <p:spPr>
          <a:xfrm>
            <a:off x="685800" y="2619128"/>
            <a:ext cx="7772400" cy="15463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chemeClr val="lt1"/>
              </a:buClr>
              <a:buSzPts val="4800"/>
              <a:buFont typeface="Walter Turncoat"/>
              <a:buNone/>
              <a:defRPr b="0" i="0" sz="4800" u="none" cap="none" strike="noStrike">
                <a:solidFill>
                  <a:schemeClr val="lt1"/>
                </a:solidFill>
                <a:latin typeface="Walter Turncoat"/>
                <a:ea typeface="Walter Turncoat"/>
                <a:cs typeface="Walter Turncoat"/>
                <a:sym typeface="Walter Turncoat"/>
              </a:defRPr>
            </a:lvl1pPr>
            <a:lvl2pPr lvl="1" marR="0" rtl="0" algn="ctr">
              <a:lnSpc>
                <a:spcPct val="100000"/>
              </a:lnSpc>
              <a:spcBef>
                <a:spcPts val="0"/>
              </a:spcBef>
              <a:spcAft>
                <a:spcPts val="0"/>
              </a:spcAft>
              <a:buClr>
                <a:srgbClr val="000000"/>
              </a:buClr>
              <a:buSzPts val="1400"/>
              <a:buFont typeface="Arial"/>
              <a:buNone/>
              <a:defRPr b="0" i="0" sz="4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800" u="none" cap="none" strike="noStrike">
                <a:solidFill>
                  <a:srgbClr val="000000"/>
                </a:solidFill>
                <a:latin typeface="Arial"/>
                <a:ea typeface="Arial"/>
                <a:cs typeface="Arial"/>
                <a:sym typeface="Arial"/>
              </a:defRPr>
            </a:lvl9pPr>
          </a:lstStyle>
          <a:p/>
        </p:txBody>
      </p:sp>
      <p:sp>
        <p:nvSpPr>
          <p:cNvPr id="16" name="Google Shape;16;p25"/>
          <p:cNvSpPr txBox="1"/>
          <p:nvPr>
            <p:ph idx="1" type="subTitle"/>
          </p:nvPr>
        </p:nvSpPr>
        <p:spPr>
          <a:xfrm>
            <a:off x="685800" y="4193143"/>
            <a:ext cx="7772400" cy="1046399"/>
          </a:xfrm>
          <a:prstGeom prst="rect">
            <a:avLst/>
          </a:prstGeom>
          <a:noFill/>
          <a:ln>
            <a:noFill/>
          </a:ln>
        </p:spPr>
        <p:txBody>
          <a:bodyPr anchorCtr="0" anchor="t" bIns="91425" lIns="91425" spcFirstLastPara="1" rIns="91425" wrap="square" tIns="91425">
            <a:normAutofit/>
          </a:bodyPr>
          <a:lstStyle>
            <a:lvl1pPr lvl="0" algn="ctr">
              <a:lnSpc>
                <a:spcPct val="150000"/>
              </a:lnSpc>
              <a:spcBef>
                <a:spcPts val="0"/>
              </a:spcBef>
              <a:spcAft>
                <a:spcPts val="0"/>
              </a:spcAft>
              <a:buClr>
                <a:schemeClr val="lt1"/>
              </a:buClr>
              <a:buSzPts val="2100"/>
              <a:buFont typeface="Walter Turncoat"/>
              <a:buNone/>
              <a:defRPr sz="2100">
                <a:solidFill>
                  <a:schemeClr val="lt1"/>
                </a:solidFill>
                <a:latin typeface="Walter Turncoat"/>
                <a:ea typeface="Walter Turncoat"/>
                <a:cs typeface="Walter Turncoat"/>
                <a:sym typeface="Walter Turncoat"/>
              </a:defRPr>
            </a:lvl1pPr>
            <a:lvl2pPr lvl="1" algn="ctr">
              <a:lnSpc>
                <a:spcPct val="150000"/>
              </a:lnSpc>
              <a:spcBef>
                <a:spcPts val="0"/>
              </a:spcBef>
              <a:spcAft>
                <a:spcPts val="0"/>
              </a:spcAft>
              <a:buClr>
                <a:schemeClr val="lt1"/>
              </a:buClr>
              <a:buSzPts val="3000"/>
              <a:buFont typeface="Arial"/>
              <a:buNone/>
              <a:defRPr sz="3000"/>
            </a:lvl2pPr>
            <a:lvl3pPr lvl="2" algn="ctr">
              <a:lnSpc>
                <a:spcPct val="150000"/>
              </a:lnSpc>
              <a:spcBef>
                <a:spcPts val="0"/>
              </a:spcBef>
              <a:spcAft>
                <a:spcPts val="0"/>
              </a:spcAft>
              <a:buClr>
                <a:schemeClr val="lt1"/>
              </a:buClr>
              <a:buSzPts val="3000"/>
              <a:buFont typeface="Arial"/>
              <a:buNone/>
              <a:defRPr sz="3000"/>
            </a:lvl3pPr>
            <a:lvl4pPr lvl="3" algn="ctr">
              <a:lnSpc>
                <a:spcPct val="150000"/>
              </a:lnSpc>
              <a:spcBef>
                <a:spcPts val="0"/>
              </a:spcBef>
              <a:spcAft>
                <a:spcPts val="0"/>
              </a:spcAft>
              <a:buClr>
                <a:schemeClr val="lt1"/>
              </a:buClr>
              <a:buSzPts val="3000"/>
              <a:buFont typeface="Arial"/>
              <a:buNone/>
              <a:defRPr sz="3000"/>
            </a:lvl4pPr>
            <a:lvl5pPr lvl="4" algn="ctr">
              <a:lnSpc>
                <a:spcPct val="150000"/>
              </a:lnSpc>
              <a:spcBef>
                <a:spcPts val="0"/>
              </a:spcBef>
              <a:spcAft>
                <a:spcPts val="0"/>
              </a:spcAft>
              <a:buClr>
                <a:schemeClr val="lt1"/>
              </a:buClr>
              <a:buSzPts val="3000"/>
              <a:buFont typeface="Arial"/>
              <a:buNone/>
              <a:defRPr sz="3000"/>
            </a:lvl5pPr>
            <a:lvl6pPr lvl="5" algn="ctr">
              <a:lnSpc>
                <a:spcPct val="100000"/>
              </a:lnSpc>
              <a:spcBef>
                <a:spcPts val="0"/>
              </a:spcBef>
              <a:spcAft>
                <a:spcPts val="0"/>
              </a:spcAft>
              <a:buClr>
                <a:srgbClr val="000000"/>
              </a:buClr>
              <a:buSzPts val="3000"/>
              <a:buFont typeface="Arial"/>
              <a:buNone/>
              <a:defRPr sz="3000"/>
            </a:lvl6pPr>
            <a:lvl7pPr lvl="6" algn="ctr">
              <a:lnSpc>
                <a:spcPct val="100000"/>
              </a:lnSpc>
              <a:spcBef>
                <a:spcPts val="0"/>
              </a:spcBef>
              <a:spcAft>
                <a:spcPts val="0"/>
              </a:spcAft>
              <a:buClr>
                <a:srgbClr val="000000"/>
              </a:buClr>
              <a:buSzPts val="3000"/>
              <a:buFont typeface="Arial"/>
              <a:buNone/>
              <a:defRPr sz="3000"/>
            </a:lvl7pPr>
            <a:lvl8pPr lvl="7" algn="ctr">
              <a:lnSpc>
                <a:spcPct val="100000"/>
              </a:lnSpc>
              <a:spcBef>
                <a:spcPts val="0"/>
              </a:spcBef>
              <a:spcAft>
                <a:spcPts val="0"/>
              </a:spcAft>
              <a:buClr>
                <a:srgbClr val="000000"/>
              </a:buClr>
              <a:buSzPts val="3000"/>
              <a:buFont typeface="Arial"/>
              <a:buNone/>
              <a:defRPr sz="3000"/>
            </a:lvl8pPr>
            <a:lvl9pPr lvl="8" algn="ctr">
              <a:lnSpc>
                <a:spcPct val="100000"/>
              </a:lnSpc>
              <a:spcBef>
                <a:spcPts val="0"/>
              </a:spcBef>
              <a:spcAft>
                <a:spcPts val="0"/>
              </a:spcAft>
              <a:buClr>
                <a:srgbClr val="000000"/>
              </a:buClr>
              <a:buSzPts val="3000"/>
              <a:buFont typeface="Arial"/>
              <a:buNone/>
              <a:defRPr sz="3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17" name="Shape 17"/>
        <p:cNvGrpSpPr/>
        <p:nvPr/>
      </p:nvGrpSpPr>
      <p:grpSpPr>
        <a:xfrm>
          <a:off x="0" y="0"/>
          <a:ext cx="0" cy="0"/>
          <a:chOff x="0" y="0"/>
          <a:chExt cx="0" cy="0"/>
        </a:xfrm>
      </p:grpSpPr>
      <p:sp>
        <p:nvSpPr>
          <p:cNvPr id="18" name="Google Shape;18;p26"/>
          <p:cNvSpPr txBox="1"/>
          <p:nvPr>
            <p:ph idx="1" type="body"/>
          </p:nvPr>
        </p:nvSpPr>
        <p:spPr>
          <a:xfrm>
            <a:off x="1700925" y="1866406"/>
            <a:ext cx="5742300" cy="1093199"/>
          </a:xfrm>
          <a:prstGeom prst="rect">
            <a:avLst/>
          </a:prstGeom>
          <a:noFill/>
          <a:ln>
            <a:noFill/>
          </a:ln>
        </p:spPr>
        <p:txBody>
          <a:bodyPr anchorCtr="0" anchor="t" bIns="91425" lIns="91425" spcFirstLastPara="1" rIns="91425" wrap="square" tIns="91425">
            <a:normAutofit/>
          </a:bodyPr>
          <a:lstStyle>
            <a:lvl1pPr indent="-228600" lvl="0" marL="457200" algn="ctr">
              <a:lnSpc>
                <a:spcPct val="150000"/>
              </a:lnSpc>
              <a:spcBef>
                <a:spcPts val="0"/>
              </a:spcBef>
              <a:spcAft>
                <a:spcPts val="0"/>
              </a:spcAft>
              <a:buClr>
                <a:schemeClr val="lt1"/>
              </a:buClr>
              <a:buSzPts val="3000"/>
              <a:buFont typeface="Walter Turncoat"/>
              <a:buNone/>
              <a:defRPr sz="3000">
                <a:solidFill>
                  <a:schemeClr val="lt1"/>
                </a:solidFill>
                <a:latin typeface="Walter Turncoat"/>
                <a:ea typeface="Walter Turncoat"/>
                <a:cs typeface="Walter Turncoat"/>
                <a:sym typeface="Walter Turncoat"/>
              </a:defRPr>
            </a:lvl1pPr>
            <a:lvl2pPr indent="-228600" lvl="1" marL="914400" algn="ctr">
              <a:lnSpc>
                <a:spcPct val="150000"/>
              </a:lnSpc>
              <a:spcBef>
                <a:spcPts val="0"/>
              </a:spcBef>
              <a:spcAft>
                <a:spcPts val="0"/>
              </a:spcAft>
              <a:buClr>
                <a:schemeClr val="lt1"/>
              </a:buClr>
              <a:buSzPts val="3000"/>
              <a:buFont typeface="Arial"/>
              <a:buNone/>
              <a:defRPr sz="3000"/>
            </a:lvl2pPr>
            <a:lvl3pPr indent="-228600" lvl="2" marL="1371600" algn="ctr">
              <a:lnSpc>
                <a:spcPct val="150000"/>
              </a:lnSpc>
              <a:spcBef>
                <a:spcPts val="0"/>
              </a:spcBef>
              <a:spcAft>
                <a:spcPts val="0"/>
              </a:spcAft>
              <a:buClr>
                <a:schemeClr val="lt1"/>
              </a:buClr>
              <a:buSzPts val="3000"/>
              <a:buFont typeface="Arial"/>
              <a:buNone/>
              <a:defRPr sz="3000"/>
            </a:lvl3pPr>
            <a:lvl4pPr indent="-228600" lvl="3" marL="1828800" algn="ctr">
              <a:lnSpc>
                <a:spcPct val="150000"/>
              </a:lnSpc>
              <a:spcBef>
                <a:spcPts val="0"/>
              </a:spcBef>
              <a:spcAft>
                <a:spcPts val="0"/>
              </a:spcAft>
              <a:buClr>
                <a:schemeClr val="lt1"/>
              </a:buClr>
              <a:buSzPts val="3000"/>
              <a:buFont typeface="Arial"/>
              <a:buNone/>
              <a:defRPr sz="3000"/>
            </a:lvl4pPr>
            <a:lvl5pPr indent="-228600" lvl="4" marL="2286000" algn="ctr">
              <a:lnSpc>
                <a:spcPct val="150000"/>
              </a:lnSpc>
              <a:spcBef>
                <a:spcPts val="0"/>
              </a:spcBef>
              <a:spcAft>
                <a:spcPts val="0"/>
              </a:spcAft>
              <a:buClr>
                <a:schemeClr val="lt1"/>
              </a:buClr>
              <a:buSzPts val="3000"/>
              <a:buFont typeface="Arial"/>
              <a:buNone/>
              <a:defRPr sz="3000"/>
            </a:lvl5pPr>
            <a:lvl6pPr indent="-228600" lvl="5" marL="2743200" algn="ctr">
              <a:lnSpc>
                <a:spcPct val="100000"/>
              </a:lnSpc>
              <a:spcBef>
                <a:spcPts val="0"/>
              </a:spcBef>
              <a:spcAft>
                <a:spcPts val="0"/>
              </a:spcAft>
              <a:buClr>
                <a:srgbClr val="000000"/>
              </a:buClr>
              <a:buSzPts val="3000"/>
              <a:buFont typeface="Arial"/>
              <a:buNone/>
              <a:defRPr sz="3000"/>
            </a:lvl6pPr>
            <a:lvl7pPr indent="-228600" lvl="6" marL="3200400" algn="ctr">
              <a:lnSpc>
                <a:spcPct val="100000"/>
              </a:lnSpc>
              <a:spcBef>
                <a:spcPts val="0"/>
              </a:spcBef>
              <a:spcAft>
                <a:spcPts val="0"/>
              </a:spcAft>
              <a:buClr>
                <a:srgbClr val="000000"/>
              </a:buClr>
              <a:buSzPts val="3000"/>
              <a:buFont typeface="Arial"/>
              <a:buNone/>
              <a:defRPr sz="3000"/>
            </a:lvl7pPr>
            <a:lvl8pPr indent="-228600" lvl="7" marL="3657600" algn="ctr">
              <a:lnSpc>
                <a:spcPct val="100000"/>
              </a:lnSpc>
              <a:spcBef>
                <a:spcPts val="0"/>
              </a:spcBef>
              <a:spcAft>
                <a:spcPts val="0"/>
              </a:spcAft>
              <a:buClr>
                <a:srgbClr val="000000"/>
              </a:buClr>
              <a:buSzPts val="3000"/>
              <a:buFont typeface="Arial"/>
              <a:buNone/>
              <a:defRPr sz="3000"/>
            </a:lvl8pPr>
            <a:lvl9pPr indent="-228600" lvl="8" marL="4114800" algn="ctr">
              <a:lnSpc>
                <a:spcPct val="100000"/>
              </a:lnSpc>
              <a:spcBef>
                <a:spcPts val="0"/>
              </a:spcBef>
              <a:spcAft>
                <a:spcPts val="0"/>
              </a:spcAft>
              <a:buClr>
                <a:srgbClr val="000000"/>
              </a:buClr>
              <a:buSzPts val="3000"/>
              <a:buFont typeface="Arial"/>
              <a:buNone/>
              <a:defRPr sz="3000"/>
            </a:lvl9pPr>
          </a:lstStyle>
          <a:p/>
        </p:txBody>
      </p:sp>
      <p:sp>
        <p:nvSpPr>
          <p:cNvPr id="19" name="Google Shape;19;p26"/>
          <p:cNvSpPr txBox="1"/>
          <p:nvPr/>
        </p:nvSpPr>
        <p:spPr>
          <a:xfrm>
            <a:off x="3593400" y="1143430"/>
            <a:ext cx="1957200" cy="871599"/>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9600"/>
              <a:buFont typeface="Walter Turncoat"/>
              <a:buNone/>
            </a:pPr>
            <a:r>
              <a:rPr b="0" i="0" lang="en-SG" sz="9600" u="none" cap="none" strike="noStrike">
                <a:solidFill>
                  <a:srgbClr val="FFFFFF"/>
                </a:solidFill>
                <a:latin typeface="Walter Turncoat"/>
                <a:ea typeface="Walter Turncoat"/>
                <a:cs typeface="Walter Turncoat"/>
                <a:sym typeface="Walter Turncoat"/>
              </a:rPr>
              <a:t>“</a:t>
            </a:r>
            <a:endParaRPr b="0" i="0" sz="1400" u="none" cap="none" strike="noStrike">
              <a:solidFill>
                <a:srgbClr val="000000"/>
              </a:solidFill>
              <a:latin typeface="Arial"/>
              <a:ea typeface="Arial"/>
              <a:cs typeface="Arial"/>
              <a:sym typeface="Arial"/>
            </a:endParaRPr>
          </a:p>
        </p:txBody>
      </p:sp>
      <p:sp>
        <p:nvSpPr>
          <p:cNvPr id="20" name="Google Shape;20;p26"/>
          <p:cNvSpPr/>
          <p:nvPr/>
        </p:nvSpPr>
        <p:spPr>
          <a:xfrm>
            <a:off x="4128153" y="734205"/>
            <a:ext cx="887711" cy="1132213"/>
          </a:xfrm>
          <a:custGeom>
            <a:rect b="b" l="l" r="r" t="t"/>
            <a:pathLst>
              <a:path extrusionOk="0" h="62358" w="65189">
                <a:moveTo>
                  <a:pt x="40283" y="1525"/>
                </a:moveTo>
                <a:lnTo>
                  <a:pt x="40000" y="1541"/>
                </a:lnTo>
                <a:lnTo>
                  <a:pt x="40000" y="1541"/>
                </a:lnTo>
                <a:lnTo>
                  <a:pt x="39811" y="1604"/>
                </a:lnTo>
                <a:lnTo>
                  <a:pt x="40283" y="1525"/>
                </a:lnTo>
                <a:close/>
                <a:moveTo>
                  <a:pt x="22547" y="1793"/>
                </a:moveTo>
                <a:lnTo>
                  <a:pt x="22359" y="1887"/>
                </a:lnTo>
                <a:lnTo>
                  <a:pt x="21981" y="2359"/>
                </a:lnTo>
                <a:lnTo>
                  <a:pt x="24057" y="1981"/>
                </a:lnTo>
                <a:lnTo>
                  <a:pt x="23208" y="2076"/>
                </a:lnTo>
                <a:lnTo>
                  <a:pt x="22925" y="1981"/>
                </a:lnTo>
                <a:lnTo>
                  <a:pt x="22642" y="1887"/>
                </a:lnTo>
                <a:lnTo>
                  <a:pt x="22642" y="1793"/>
                </a:lnTo>
                <a:close/>
                <a:moveTo>
                  <a:pt x="64528" y="13585"/>
                </a:moveTo>
                <a:lnTo>
                  <a:pt x="64528" y="13679"/>
                </a:lnTo>
                <a:lnTo>
                  <a:pt x="64551" y="13679"/>
                </a:lnTo>
                <a:lnTo>
                  <a:pt x="64528" y="13585"/>
                </a:lnTo>
                <a:close/>
                <a:moveTo>
                  <a:pt x="33868" y="58678"/>
                </a:moveTo>
                <a:lnTo>
                  <a:pt x="34057" y="58772"/>
                </a:lnTo>
                <a:lnTo>
                  <a:pt x="34057" y="58772"/>
                </a:lnTo>
                <a:lnTo>
                  <a:pt x="33962" y="58678"/>
                </a:lnTo>
                <a:close/>
                <a:moveTo>
                  <a:pt x="30849" y="58678"/>
                </a:moveTo>
                <a:lnTo>
                  <a:pt x="30943" y="58772"/>
                </a:lnTo>
                <a:lnTo>
                  <a:pt x="30283" y="58867"/>
                </a:lnTo>
                <a:lnTo>
                  <a:pt x="30472" y="58772"/>
                </a:lnTo>
                <a:lnTo>
                  <a:pt x="30849" y="58678"/>
                </a:lnTo>
                <a:close/>
                <a:moveTo>
                  <a:pt x="32264" y="59056"/>
                </a:moveTo>
                <a:lnTo>
                  <a:pt x="33113" y="59244"/>
                </a:lnTo>
                <a:lnTo>
                  <a:pt x="31698" y="59339"/>
                </a:lnTo>
                <a:lnTo>
                  <a:pt x="31415" y="59339"/>
                </a:lnTo>
                <a:lnTo>
                  <a:pt x="32264" y="59056"/>
                </a:lnTo>
                <a:close/>
                <a:moveTo>
                  <a:pt x="60849" y="0"/>
                </a:moveTo>
                <a:lnTo>
                  <a:pt x="58679" y="95"/>
                </a:lnTo>
                <a:lnTo>
                  <a:pt x="56792" y="189"/>
                </a:lnTo>
                <a:lnTo>
                  <a:pt x="58584" y="378"/>
                </a:lnTo>
                <a:lnTo>
                  <a:pt x="58301" y="189"/>
                </a:lnTo>
                <a:lnTo>
                  <a:pt x="59151" y="378"/>
                </a:lnTo>
                <a:lnTo>
                  <a:pt x="58679" y="472"/>
                </a:lnTo>
                <a:lnTo>
                  <a:pt x="58018" y="472"/>
                </a:lnTo>
                <a:lnTo>
                  <a:pt x="56792" y="283"/>
                </a:lnTo>
                <a:lnTo>
                  <a:pt x="55943" y="283"/>
                </a:lnTo>
                <a:lnTo>
                  <a:pt x="54528" y="378"/>
                </a:lnTo>
                <a:lnTo>
                  <a:pt x="50660" y="378"/>
                </a:lnTo>
                <a:lnTo>
                  <a:pt x="48585" y="472"/>
                </a:lnTo>
                <a:lnTo>
                  <a:pt x="46226" y="472"/>
                </a:lnTo>
                <a:lnTo>
                  <a:pt x="43868" y="283"/>
                </a:lnTo>
                <a:lnTo>
                  <a:pt x="44056" y="472"/>
                </a:lnTo>
                <a:lnTo>
                  <a:pt x="44339" y="472"/>
                </a:lnTo>
                <a:lnTo>
                  <a:pt x="43396" y="661"/>
                </a:lnTo>
                <a:lnTo>
                  <a:pt x="42170" y="849"/>
                </a:lnTo>
                <a:lnTo>
                  <a:pt x="40849" y="755"/>
                </a:lnTo>
                <a:lnTo>
                  <a:pt x="40377" y="661"/>
                </a:lnTo>
                <a:lnTo>
                  <a:pt x="39906" y="566"/>
                </a:lnTo>
                <a:lnTo>
                  <a:pt x="39717" y="566"/>
                </a:lnTo>
                <a:lnTo>
                  <a:pt x="38207" y="661"/>
                </a:lnTo>
                <a:lnTo>
                  <a:pt x="36509" y="944"/>
                </a:lnTo>
                <a:lnTo>
                  <a:pt x="34906" y="1132"/>
                </a:lnTo>
                <a:lnTo>
                  <a:pt x="33585" y="1132"/>
                </a:lnTo>
                <a:lnTo>
                  <a:pt x="33962" y="1038"/>
                </a:lnTo>
                <a:lnTo>
                  <a:pt x="33774" y="944"/>
                </a:lnTo>
                <a:lnTo>
                  <a:pt x="33396" y="944"/>
                </a:lnTo>
                <a:lnTo>
                  <a:pt x="32453" y="1038"/>
                </a:lnTo>
                <a:lnTo>
                  <a:pt x="30283" y="1321"/>
                </a:lnTo>
                <a:lnTo>
                  <a:pt x="30472" y="1415"/>
                </a:lnTo>
                <a:lnTo>
                  <a:pt x="30566" y="1510"/>
                </a:lnTo>
                <a:lnTo>
                  <a:pt x="29151" y="1604"/>
                </a:lnTo>
                <a:lnTo>
                  <a:pt x="29057" y="1698"/>
                </a:lnTo>
                <a:lnTo>
                  <a:pt x="29717" y="1698"/>
                </a:lnTo>
                <a:lnTo>
                  <a:pt x="28208" y="1793"/>
                </a:lnTo>
                <a:lnTo>
                  <a:pt x="27547" y="1793"/>
                </a:lnTo>
                <a:lnTo>
                  <a:pt x="27642" y="1698"/>
                </a:lnTo>
                <a:lnTo>
                  <a:pt x="28585" y="1510"/>
                </a:lnTo>
                <a:lnTo>
                  <a:pt x="27736" y="1604"/>
                </a:lnTo>
                <a:lnTo>
                  <a:pt x="26887" y="1698"/>
                </a:lnTo>
                <a:lnTo>
                  <a:pt x="26038" y="1698"/>
                </a:lnTo>
                <a:lnTo>
                  <a:pt x="25189" y="1793"/>
                </a:lnTo>
                <a:lnTo>
                  <a:pt x="25189" y="1793"/>
                </a:lnTo>
                <a:lnTo>
                  <a:pt x="25755" y="1698"/>
                </a:lnTo>
                <a:lnTo>
                  <a:pt x="24906" y="1793"/>
                </a:lnTo>
                <a:lnTo>
                  <a:pt x="24057" y="1981"/>
                </a:lnTo>
                <a:lnTo>
                  <a:pt x="25094" y="1887"/>
                </a:lnTo>
                <a:lnTo>
                  <a:pt x="26132" y="1981"/>
                </a:lnTo>
                <a:lnTo>
                  <a:pt x="24906" y="2264"/>
                </a:lnTo>
                <a:lnTo>
                  <a:pt x="23585" y="2359"/>
                </a:lnTo>
                <a:lnTo>
                  <a:pt x="23585" y="2453"/>
                </a:lnTo>
                <a:lnTo>
                  <a:pt x="23585" y="2547"/>
                </a:lnTo>
                <a:lnTo>
                  <a:pt x="25566" y="2359"/>
                </a:lnTo>
                <a:lnTo>
                  <a:pt x="27547" y="2264"/>
                </a:lnTo>
                <a:lnTo>
                  <a:pt x="29434" y="1981"/>
                </a:lnTo>
                <a:lnTo>
                  <a:pt x="30377" y="1793"/>
                </a:lnTo>
                <a:lnTo>
                  <a:pt x="31321" y="1604"/>
                </a:lnTo>
                <a:lnTo>
                  <a:pt x="30472" y="1887"/>
                </a:lnTo>
                <a:lnTo>
                  <a:pt x="30660" y="1981"/>
                </a:lnTo>
                <a:lnTo>
                  <a:pt x="31038" y="2076"/>
                </a:lnTo>
                <a:lnTo>
                  <a:pt x="31981" y="2170"/>
                </a:lnTo>
                <a:lnTo>
                  <a:pt x="33302" y="2170"/>
                </a:lnTo>
                <a:lnTo>
                  <a:pt x="34717" y="2076"/>
                </a:lnTo>
                <a:lnTo>
                  <a:pt x="37075" y="1887"/>
                </a:lnTo>
                <a:lnTo>
                  <a:pt x="37830" y="1793"/>
                </a:lnTo>
                <a:lnTo>
                  <a:pt x="37924" y="1698"/>
                </a:lnTo>
                <a:lnTo>
                  <a:pt x="38868" y="1604"/>
                </a:lnTo>
                <a:lnTo>
                  <a:pt x="38962" y="1510"/>
                </a:lnTo>
                <a:lnTo>
                  <a:pt x="38868" y="1510"/>
                </a:lnTo>
                <a:lnTo>
                  <a:pt x="38113" y="1415"/>
                </a:lnTo>
                <a:lnTo>
                  <a:pt x="40000" y="1510"/>
                </a:lnTo>
                <a:lnTo>
                  <a:pt x="38868" y="1604"/>
                </a:lnTo>
                <a:lnTo>
                  <a:pt x="40000" y="1541"/>
                </a:lnTo>
                <a:lnTo>
                  <a:pt x="40000" y="1541"/>
                </a:lnTo>
                <a:lnTo>
                  <a:pt x="40094" y="1510"/>
                </a:lnTo>
                <a:lnTo>
                  <a:pt x="40377" y="1510"/>
                </a:lnTo>
                <a:lnTo>
                  <a:pt x="40283" y="1525"/>
                </a:lnTo>
                <a:lnTo>
                  <a:pt x="40283" y="1525"/>
                </a:lnTo>
                <a:lnTo>
                  <a:pt x="40566" y="1510"/>
                </a:lnTo>
                <a:lnTo>
                  <a:pt x="41509" y="1604"/>
                </a:lnTo>
                <a:lnTo>
                  <a:pt x="44151" y="1415"/>
                </a:lnTo>
                <a:lnTo>
                  <a:pt x="45000" y="1321"/>
                </a:lnTo>
                <a:lnTo>
                  <a:pt x="44434" y="1321"/>
                </a:lnTo>
                <a:lnTo>
                  <a:pt x="45188" y="1132"/>
                </a:lnTo>
                <a:lnTo>
                  <a:pt x="45660" y="1227"/>
                </a:lnTo>
                <a:lnTo>
                  <a:pt x="45755" y="1227"/>
                </a:lnTo>
                <a:lnTo>
                  <a:pt x="45755" y="1321"/>
                </a:lnTo>
                <a:lnTo>
                  <a:pt x="45377" y="1321"/>
                </a:lnTo>
                <a:lnTo>
                  <a:pt x="46038" y="1415"/>
                </a:lnTo>
                <a:lnTo>
                  <a:pt x="46792" y="1321"/>
                </a:lnTo>
                <a:lnTo>
                  <a:pt x="46792" y="1227"/>
                </a:lnTo>
                <a:lnTo>
                  <a:pt x="46981" y="1321"/>
                </a:lnTo>
                <a:lnTo>
                  <a:pt x="47547" y="1321"/>
                </a:lnTo>
                <a:lnTo>
                  <a:pt x="47358" y="1510"/>
                </a:lnTo>
                <a:lnTo>
                  <a:pt x="46981" y="1510"/>
                </a:lnTo>
                <a:lnTo>
                  <a:pt x="46792" y="1415"/>
                </a:lnTo>
                <a:lnTo>
                  <a:pt x="43868" y="1698"/>
                </a:lnTo>
                <a:lnTo>
                  <a:pt x="45566" y="1698"/>
                </a:lnTo>
                <a:lnTo>
                  <a:pt x="47264" y="1604"/>
                </a:lnTo>
                <a:lnTo>
                  <a:pt x="50566" y="1321"/>
                </a:lnTo>
                <a:lnTo>
                  <a:pt x="52169" y="1227"/>
                </a:lnTo>
                <a:lnTo>
                  <a:pt x="55471" y="1227"/>
                </a:lnTo>
                <a:lnTo>
                  <a:pt x="57075" y="1415"/>
                </a:lnTo>
                <a:lnTo>
                  <a:pt x="56603" y="1321"/>
                </a:lnTo>
                <a:lnTo>
                  <a:pt x="56509" y="1227"/>
                </a:lnTo>
                <a:lnTo>
                  <a:pt x="57264" y="1132"/>
                </a:lnTo>
                <a:lnTo>
                  <a:pt x="58396" y="1227"/>
                </a:lnTo>
                <a:lnTo>
                  <a:pt x="58773" y="1227"/>
                </a:lnTo>
                <a:lnTo>
                  <a:pt x="58962" y="1321"/>
                </a:lnTo>
                <a:lnTo>
                  <a:pt x="59905" y="1321"/>
                </a:lnTo>
                <a:lnTo>
                  <a:pt x="61037" y="1510"/>
                </a:lnTo>
                <a:lnTo>
                  <a:pt x="61603" y="1698"/>
                </a:lnTo>
                <a:lnTo>
                  <a:pt x="62075" y="1887"/>
                </a:lnTo>
                <a:lnTo>
                  <a:pt x="62452" y="2076"/>
                </a:lnTo>
                <a:lnTo>
                  <a:pt x="62547" y="2359"/>
                </a:lnTo>
                <a:lnTo>
                  <a:pt x="62641" y="4528"/>
                </a:lnTo>
                <a:lnTo>
                  <a:pt x="62641" y="8113"/>
                </a:lnTo>
                <a:lnTo>
                  <a:pt x="62547" y="17547"/>
                </a:lnTo>
                <a:lnTo>
                  <a:pt x="62547" y="22547"/>
                </a:lnTo>
                <a:lnTo>
                  <a:pt x="62641" y="27075"/>
                </a:lnTo>
                <a:lnTo>
                  <a:pt x="62830" y="30849"/>
                </a:lnTo>
                <a:lnTo>
                  <a:pt x="62924" y="32169"/>
                </a:lnTo>
                <a:lnTo>
                  <a:pt x="63113" y="33207"/>
                </a:lnTo>
                <a:lnTo>
                  <a:pt x="63113" y="34528"/>
                </a:lnTo>
                <a:lnTo>
                  <a:pt x="63207" y="35943"/>
                </a:lnTo>
                <a:lnTo>
                  <a:pt x="63207" y="36886"/>
                </a:lnTo>
                <a:lnTo>
                  <a:pt x="63113" y="38396"/>
                </a:lnTo>
                <a:lnTo>
                  <a:pt x="62830" y="42358"/>
                </a:lnTo>
                <a:lnTo>
                  <a:pt x="62547" y="46509"/>
                </a:lnTo>
                <a:lnTo>
                  <a:pt x="62452" y="48207"/>
                </a:lnTo>
                <a:lnTo>
                  <a:pt x="62547" y="49527"/>
                </a:lnTo>
                <a:lnTo>
                  <a:pt x="62547" y="51131"/>
                </a:lnTo>
                <a:lnTo>
                  <a:pt x="62547" y="52735"/>
                </a:lnTo>
                <a:lnTo>
                  <a:pt x="62358" y="53584"/>
                </a:lnTo>
                <a:lnTo>
                  <a:pt x="62264" y="54339"/>
                </a:lnTo>
                <a:lnTo>
                  <a:pt x="61981" y="55093"/>
                </a:lnTo>
                <a:lnTo>
                  <a:pt x="61603" y="55754"/>
                </a:lnTo>
                <a:lnTo>
                  <a:pt x="61792" y="55754"/>
                </a:lnTo>
                <a:lnTo>
                  <a:pt x="61886" y="55565"/>
                </a:lnTo>
                <a:lnTo>
                  <a:pt x="62169" y="55376"/>
                </a:lnTo>
                <a:lnTo>
                  <a:pt x="62264" y="55565"/>
                </a:lnTo>
                <a:lnTo>
                  <a:pt x="62169" y="55754"/>
                </a:lnTo>
                <a:lnTo>
                  <a:pt x="61981" y="56225"/>
                </a:lnTo>
                <a:lnTo>
                  <a:pt x="61792" y="56037"/>
                </a:lnTo>
                <a:lnTo>
                  <a:pt x="61509" y="55754"/>
                </a:lnTo>
                <a:lnTo>
                  <a:pt x="61603" y="55942"/>
                </a:lnTo>
                <a:lnTo>
                  <a:pt x="61509" y="55942"/>
                </a:lnTo>
                <a:lnTo>
                  <a:pt x="61603" y="56037"/>
                </a:lnTo>
                <a:lnTo>
                  <a:pt x="60094" y="56320"/>
                </a:lnTo>
                <a:lnTo>
                  <a:pt x="58773" y="56414"/>
                </a:lnTo>
                <a:lnTo>
                  <a:pt x="57547" y="56508"/>
                </a:lnTo>
                <a:lnTo>
                  <a:pt x="56415" y="56508"/>
                </a:lnTo>
                <a:lnTo>
                  <a:pt x="56698" y="56320"/>
                </a:lnTo>
                <a:lnTo>
                  <a:pt x="56698" y="56320"/>
                </a:lnTo>
                <a:lnTo>
                  <a:pt x="56037" y="56508"/>
                </a:lnTo>
                <a:lnTo>
                  <a:pt x="54811" y="56886"/>
                </a:lnTo>
                <a:lnTo>
                  <a:pt x="53679" y="57074"/>
                </a:lnTo>
                <a:lnTo>
                  <a:pt x="53868" y="56791"/>
                </a:lnTo>
                <a:lnTo>
                  <a:pt x="54245" y="56697"/>
                </a:lnTo>
                <a:lnTo>
                  <a:pt x="53019" y="56886"/>
                </a:lnTo>
                <a:lnTo>
                  <a:pt x="51698" y="56980"/>
                </a:lnTo>
                <a:lnTo>
                  <a:pt x="50943" y="57074"/>
                </a:lnTo>
                <a:lnTo>
                  <a:pt x="51132" y="57169"/>
                </a:lnTo>
                <a:lnTo>
                  <a:pt x="48962" y="57452"/>
                </a:lnTo>
                <a:lnTo>
                  <a:pt x="48962" y="57357"/>
                </a:lnTo>
                <a:lnTo>
                  <a:pt x="48019" y="57452"/>
                </a:lnTo>
                <a:lnTo>
                  <a:pt x="47641" y="57452"/>
                </a:lnTo>
                <a:lnTo>
                  <a:pt x="46604" y="57546"/>
                </a:lnTo>
                <a:lnTo>
                  <a:pt x="44717" y="57546"/>
                </a:lnTo>
                <a:lnTo>
                  <a:pt x="44339" y="57452"/>
                </a:lnTo>
                <a:lnTo>
                  <a:pt x="45000" y="57263"/>
                </a:lnTo>
                <a:lnTo>
                  <a:pt x="40000" y="57829"/>
                </a:lnTo>
                <a:lnTo>
                  <a:pt x="38019" y="58206"/>
                </a:lnTo>
                <a:lnTo>
                  <a:pt x="37547" y="58018"/>
                </a:lnTo>
                <a:lnTo>
                  <a:pt x="37075" y="58018"/>
                </a:lnTo>
                <a:lnTo>
                  <a:pt x="36698" y="58112"/>
                </a:lnTo>
                <a:lnTo>
                  <a:pt x="36415" y="58301"/>
                </a:lnTo>
                <a:lnTo>
                  <a:pt x="36038" y="58301"/>
                </a:lnTo>
                <a:lnTo>
                  <a:pt x="36038" y="58395"/>
                </a:lnTo>
                <a:lnTo>
                  <a:pt x="36321" y="58395"/>
                </a:lnTo>
                <a:lnTo>
                  <a:pt x="36132" y="58678"/>
                </a:lnTo>
                <a:lnTo>
                  <a:pt x="37075" y="58678"/>
                </a:lnTo>
                <a:lnTo>
                  <a:pt x="37830" y="58584"/>
                </a:lnTo>
                <a:lnTo>
                  <a:pt x="38585" y="58489"/>
                </a:lnTo>
                <a:lnTo>
                  <a:pt x="39434" y="58489"/>
                </a:lnTo>
                <a:lnTo>
                  <a:pt x="38585" y="58867"/>
                </a:lnTo>
                <a:lnTo>
                  <a:pt x="37358" y="59244"/>
                </a:lnTo>
                <a:lnTo>
                  <a:pt x="36792" y="59339"/>
                </a:lnTo>
                <a:lnTo>
                  <a:pt x="36226" y="59339"/>
                </a:lnTo>
                <a:lnTo>
                  <a:pt x="35755" y="59244"/>
                </a:lnTo>
                <a:lnTo>
                  <a:pt x="35566" y="59056"/>
                </a:lnTo>
                <a:lnTo>
                  <a:pt x="35472" y="58867"/>
                </a:lnTo>
                <a:lnTo>
                  <a:pt x="36509" y="58772"/>
                </a:lnTo>
                <a:lnTo>
                  <a:pt x="35377" y="58678"/>
                </a:lnTo>
                <a:lnTo>
                  <a:pt x="34151" y="58772"/>
                </a:lnTo>
                <a:lnTo>
                  <a:pt x="34057" y="58772"/>
                </a:lnTo>
                <a:lnTo>
                  <a:pt x="33208" y="58961"/>
                </a:lnTo>
                <a:lnTo>
                  <a:pt x="32264" y="59056"/>
                </a:lnTo>
                <a:lnTo>
                  <a:pt x="32264" y="59056"/>
                </a:lnTo>
                <a:lnTo>
                  <a:pt x="33113" y="58867"/>
                </a:lnTo>
                <a:lnTo>
                  <a:pt x="31887" y="58489"/>
                </a:lnTo>
                <a:lnTo>
                  <a:pt x="31132" y="58395"/>
                </a:lnTo>
                <a:lnTo>
                  <a:pt x="31038" y="58301"/>
                </a:lnTo>
                <a:lnTo>
                  <a:pt x="31132" y="58301"/>
                </a:lnTo>
                <a:lnTo>
                  <a:pt x="31509" y="58206"/>
                </a:lnTo>
                <a:lnTo>
                  <a:pt x="30660" y="58206"/>
                </a:lnTo>
                <a:lnTo>
                  <a:pt x="30283" y="58301"/>
                </a:lnTo>
                <a:lnTo>
                  <a:pt x="29906" y="58489"/>
                </a:lnTo>
                <a:lnTo>
                  <a:pt x="29151" y="58678"/>
                </a:lnTo>
                <a:lnTo>
                  <a:pt x="29340" y="58584"/>
                </a:lnTo>
                <a:lnTo>
                  <a:pt x="29434" y="58395"/>
                </a:lnTo>
                <a:lnTo>
                  <a:pt x="29434" y="58395"/>
                </a:lnTo>
                <a:lnTo>
                  <a:pt x="28585" y="58489"/>
                </a:lnTo>
                <a:lnTo>
                  <a:pt x="28491" y="58584"/>
                </a:lnTo>
                <a:lnTo>
                  <a:pt x="28396" y="58678"/>
                </a:lnTo>
                <a:lnTo>
                  <a:pt x="27736" y="58867"/>
                </a:lnTo>
                <a:lnTo>
                  <a:pt x="25660" y="59150"/>
                </a:lnTo>
                <a:lnTo>
                  <a:pt x="22170" y="59622"/>
                </a:lnTo>
                <a:lnTo>
                  <a:pt x="22359" y="59527"/>
                </a:lnTo>
                <a:lnTo>
                  <a:pt x="22359" y="59433"/>
                </a:lnTo>
                <a:lnTo>
                  <a:pt x="22264" y="59433"/>
                </a:lnTo>
                <a:lnTo>
                  <a:pt x="22453" y="59244"/>
                </a:lnTo>
                <a:lnTo>
                  <a:pt x="22453" y="59056"/>
                </a:lnTo>
                <a:lnTo>
                  <a:pt x="21132" y="59339"/>
                </a:lnTo>
                <a:lnTo>
                  <a:pt x="19246" y="59716"/>
                </a:lnTo>
                <a:lnTo>
                  <a:pt x="18208" y="59810"/>
                </a:lnTo>
                <a:lnTo>
                  <a:pt x="17264" y="59905"/>
                </a:lnTo>
                <a:lnTo>
                  <a:pt x="16415" y="59905"/>
                </a:lnTo>
                <a:lnTo>
                  <a:pt x="15849" y="59810"/>
                </a:lnTo>
                <a:lnTo>
                  <a:pt x="14246" y="59810"/>
                </a:lnTo>
                <a:lnTo>
                  <a:pt x="11981" y="59999"/>
                </a:lnTo>
                <a:lnTo>
                  <a:pt x="11981" y="59999"/>
                </a:lnTo>
                <a:lnTo>
                  <a:pt x="12359" y="59905"/>
                </a:lnTo>
                <a:lnTo>
                  <a:pt x="12736" y="59716"/>
                </a:lnTo>
                <a:lnTo>
                  <a:pt x="11415" y="59905"/>
                </a:lnTo>
                <a:lnTo>
                  <a:pt x="10000" y="60093"/>
                </a:lnTo>
                <a:lnTo>
                  <a:pt x="7076" y="60188"/>
                </a:lnTo>
                <a:lnTo>
                  <a:pt x="4151" y="60376"/>
                </a:lnTo>
                <a:lnTo>
                  <a:pt x="2831" y="60471"/>
                </a:lnTo>
                <a:lnTo>
                  <a:pt x="1604" y="60659"/>
                </a:lnTo>
                <a:lnTo>
                  <a:pt x="1227" y="59244"/>
                </a:lnTo>
                <a:lnTo>
                  <a:pt x="1038" y="57735"/>
                </a:lnTo>
                <a:lnTo>
                  <a:pt x="850" y="56131"/>
                </a:lnTo>
                <a:lnTo>
                  <a:pt x="755" y="54433"/>
                </a:lnTo>
                <a:lnTo>
                  <a:pt x="755" y="52735"/>
                </a:lnTo>
                <a:lnTo>
                  <a:pt x="755" y="50942"/>
                </a:lnTo>
                <a:lnTo>
                  <a:pt x="1038" y="47263"/>
                </a:lnTo>
                <a:lnTo>
                  <a:pt x="1321" y="43678"/>
                </a:lnTo>
                <a:lnTo>
                  <a:pt x="1699" y="39999"/>
                </a:lnTo>
                <a:lnTo>
                  <a:pt x="2453" y="33301"/>
                </a:lnTo>
                <a:lnTo>
                  <a:pt x="2548" y="33962"/>
                </a:lnTo>
                <a:lnTo>
                  <a:pt x="2642" y="34622"/>
                </a:lnTo>
                <a:lnTo>
                  <a:pt x="2642" y="33018"/>
                </a:lnTo>
                <a:lnTo>
                  <a:pt x="2551" y="32287"/>
                </a:lnTo>
                <a:lnTo>
                  <a:pt x="2642" y="30000"/>
                </a:lnTo>
                <a:lnTo>
                  <a:pt x="2453" y="30377"/>
                </a:lnTo>
                <a:lnTo>
                  <a:pt x="2453" y="29245"/>
                </a:lnTo>
                <a:lnTo>
                  <a:pt x="2453" y="27830"/>
                </a:lnTo>
                <a:lnTo>
                  <a:pt x="2642" y="28301"/>
                </a:lnTo>
                <a:lnTo>
                  <a:pt x="2736" y="28018"/>
                </a:lnTo>
                <a:lnTo>
                  <a:pt x="2831" y="28018"/>
                </a:lnTo>
                <a:lnTo>
                  <a:pt x="2925" y="28207"/>
                </a:lnTo>
                <a:lnTo>
                  <a:pt x="3019" y="26415"/>
                </a:lnTo>
                <a:lnTo>
                  <a:pt x="3019" y="24811"/>
                </a:lnTo>
                <a:lnTo>
                  <a:pt x="3019" y="23113"/>
                </a:lnTo>
                <a:lnTo>
                  <a:pt x="3019" y="22170"/>
                </a:lnTo>
                <a:lnTo>
                  <a:pt x="3208" y="21320"/>
                </a:lnTo>
                <a:lnTo>
                  <a:pt x="3302" y="19528"/>
                </a:lnTo>
                <a:lnTo>
                  <a:pt x="3302" y="17641"/>
                </a:lnTo>
                <a:lnTo>
                  <a:pt x="3302" y="16887"/>
                </a:lnTo>
                <a:lnTo>
                  <a:pt x="3208" y="16321"/>
                </a:lnTo>
                <a:lnTo>
                  <a:pt x="3397" y="16415"/>
                </a:lnTo>
                <a:lnTo>
                  <a:pt x="3585" y="11981"/>
                </a:lnTo>
                <a:lnTo>
                  <a:pt x="3680" y="11415"/>
                </a:lnTo>
                <a:lnTo>
                  <a:pt x="3680" y="11698"/>
                </a:lnTo>
                <a:lnTo>
                  <a:pt x="3774" y="11132"/>
                </a:lnTo>
                <a:lnTo>
                  <a:pt x="3868" y="10660"/>
                </a:lnTo>
                <a:lnTo>
                  <a:pt x="3774" y="10094"/>
                </a:lnTo>
                <a:lnTo>
                  <a:pt x="3680" y="9623"/>
                </a:lnTo>
                <a:lnTo>
                  <a:pt x="3774" y="9434"/>
                </a:lnTo>
                <a:lnTo>
                  <a:pt x="3868" y="9245"/>
                </a:lnTo>
                <a:lnTo>
                  <a:pt x="4057" y="8491"/>
                </a:lnTo>
                <a:lnTo>
                  <a:pt x="4340" y="6321"/>
                </a:lnTo>
                <a:lnTo>
                  <a:pt x="4623" y="2264"/>
                </a:lnTo>
                <a:lnTo>
                  <a:pt x="3491" y="7170"/>
                </a:lnTo>
                <a:lnTo>
                  <a:pt x="2925" y="9906"/>
                </a:lnTo>
                <a:lnTo>
                  <a:pt x="2359" y="12736"/>
                </a:lnTo>
                <a:lnTo>
                  <a:pt x="1982" y="15377"/>
                </a:lnTo>
                <a:lnTo>
                  <a:pt x="1699" y="17830"/>
                </a:lnTo>
                <a:lnTo>
                  <a:pt x="1510" y="19905"/>
                </a:lnTo>
                <a:lnTo>
                  <a:pt x="1604" y="20754"/>
                </a:lnTo>
                <a:lnTo>
                  <a:pt x="1699" y="21509"/>
                </a:lnTo>
                <a:lnTo>
                  <a:pt x="1321" y="22453"/>
                </a:lnTo>
                <a:lnTo>
                  <a:pt x="1133" y="23585"/>
                </a:lnTo>
                <a:lnTo>
                  <a:pt x="1038" y="24905"/>
                </a:lnTo>
                <a:lnTo>
                  <a:pt x="1038" y="26226"/>
                </a:lnTo>
                <a:lnTo>
                  <a:pt x="1038" y="28962"/>
                </a:lnTo>
                <a:lnTo>
                  <a:pt x="1038" y="31415"/>
                </a:lnTo>
                <a:lnTo>
                  <a:pt x="661" y="40188"/>
                </a:lnTo>
                <a:lnTo>
                  <a:pt x="472" y="44999"/>
                </a:lnTo>
                <a:lnTo>
                  <a:pt x="378" y="49622"/>
                </a:lnTo>
                <a:lnTo>
                  <a:pt x="472" y="51603"/>
                </a:lnTo>
                <a:lnTo>
                  <a:pt x="378" y="53961"/>
                </a:lnTo>
                <a:lnTo>
                  <a:pt x="189" y="53301"/>
                </a:lnTo>
                <a:lnTo>
                  <a:pt x="95" y="52641"/>
                </a:lnTo>
                <a:lnTo>
                  <a:pt x="189" y="53867"/>
                </a:lnTo>
                <a:lnTo>
                  <a:pt x="189" y="55093"/>
                </a:lnTo>
                <a:lnTo>
                  <a:pt x="378" y="55188"/>
                </a:lnTo>
                <a:lnTo>
                  <a:pt x="284" y="56508"/>
                </a:lnTo>
                <a:lnTo>
                  <a:pt x="95" y="54905"/>
                </a:lnTo>
                <a:lnTo>
                  <a:pt x="1" y="58489"/>
                </a:lnTo>
                <a:lnTo>
                  <a:pt x="1" y="62357"/>
                </a:lnTo>
                <a:lnTo>
                  <a:pt x="6038" y="61886"/>
                </a:lnTo>
                <a:lnTo>
                  <a:pt x="8963" y="61697"/>
                </a:lnTo>
                <a:lnTo>
                  <a:pt x="11698" y="61603"/>
                </a:lnTo>
                <a:lnTo>
                  <a:pt x="11698" y="61414"/>
                </a:lnTo>
                <a:lnTo>
                  <a:pt x="11887" y="61225"/>
                </a:lnTo>
                <a:lnTo>
                  <a:pt x="12264" y="61225"/>
                </a:lnTo>
                <a:lnTo>
                  <a:pt x="12548" y="61320"/>
                </a:lnTo>
                <a:lnTo>
                  <a:pt x="12736" y="61414"/>
                </a:lnTo>
                <a:lnTo>
                  <a:pt x="12642" y="61320"/>
                </a:lnTo>
                <a:lnTo>
                  <a:pt x="13302" y="61508"/>
                </a:lnTo>
                <a:lnTo>
                  <a:pt x="13302" y="61508"/>
                </a:lnTo>
                <a:lnTo>
                  <a:pt x="12736" y="61414"/>
                </a:lnTo>
                <a:lnTo>
                  <a:pt x="13019" y="61508"/>
                </a:lnTo>
                <a:lnTo>
                  <a:pt x="12736" y="61603"/>
                </a:lnTo>
                <a:lnTo>
                  <a:pt x="12831" y="61697"/>
                </a:lnTo>
                <a:lnTo>
                  <a:pt x="14246" y="61508"/>
                </a:lnTo>
                <a:lnTo>
                  <a:pt x="13491" y="61508"/>
                </a:lnTo>
                <a:lnTo>
                  <a:pt x="14717" y="61225"/>
                </a:lnTo>
                <a:lnTo>
                  <a:pt x="16038" y="61131"/>
                </a:lnTo>
                <a:lnTo>
                  <a:pt x="18962" y="61131"/>
                </a:lnTo>
                <a:lnTo>
                  <a:pt x="19151" y="61225"/>
                </a:lnTo>
                <a:lnTo>
                  <a:pt x="19623" y="61320"/>
                </a:lnTo>
                <a:lnTo>
                  <a:pt x="21227" y="61320"/>
                </a:lnTo>
                <a:lnTo>
                  <a:pt x="23302" y="61225"/>
                </a:lnTo>
                <a:lnTo>
                  <a:pt x="24245" y="61131"/>
                </a:lnTo>
                <a:lnTo>
                  <a:pt x="25094" y="60942"/>
                </a:lnTo>
                <a:lnTo>
                  <a:pt x="28868" y="60848"/>
                </a:lnTo>
                <a:lnTo>
                  <a:pt x="32642" y="60659"/>
                </a:lnTo>
                <a:lnTo>
                  <a:pt x="36415" y="60376"/>
                </a:lnTo>
                <a:lnTo>
                  <a:pt x="40283" y="60093"/>
                </a:lnTo>
                <a:lnTo>
                  <a:pt x="47830" y="59339"/>
                </a:lnTo>
                <a:lnTo>
                  <a:pt x="55377" y="58678"/>
                </a:lnTo>
                <a:lnTo>
                  <a:pt x="61037" y="58678"/>
                </a:lnTo>
                <a:lnTo>
                  <a:pt x="62264" y="58584"/>
                </a:lnTo>
                <a:lnTo>
                  <a:pt x="63207" y="58395"/>
                </a:lnTo>
                <a:lnTo>
                  <a:pt x="63490" y="58206"/>
                </a:lnTo>
                <a:lnTo>
                  <a:pt x="63773" y="58018"/>
                </a:lnTo>
                <a:lnTo>
                  <a:pt x="63962" y="57735"/>
                </a:lnTo>
                <a:lnTo>
                  <a:pt x="64150" y="57357"/>
                </a:lnTo>
                <a:lnTo>
                  <a:pt x="64339" y="56225"/>
                </a:lnTo>
                <a:lnTo>
                  <a:pt x="64528" y="54716"/>
                </a:lnTo>
                <a:lnTo>
                  <a:pt x="64528" y="53018"/>
                </a:lnTo>
                <a:lnTo>
                  <a:pt x="64622" y="49810"/>
                </a:lnTo>
                <a:lnTo>
                  <a:pt x="64622" y="47546"/>
                </a:lnTo>
                <a:lnTo>
                  <a:pt x="64905" y="40848"/>
                </a:lnTo>
                <a:lnTo>
                  <a:pt x="64999" y="36320"/>
                </a:lnTo>
                <a:lnTo>
                  <a:pt x="65094" y="33301"/>
                </a:lnTo>
                <a:lnTo>
                  <a:pt x="65188" y="33396"/>
                </a:lnTo>
                <a:lnTo>
                  <a:pt x="65188" y="31603"/>
                </a:lnTo>
                <a:lnTo>
                  <a:pt x="65188" y="29811"/>
                </a:lnTo>
                <a:lnTo>
                  <a:pt x="65094" y="30660"/>
                </a:lnTo>
                <a:lnTo>
                  <a:pt x="64905" y="28301"/>
                </a:lnTo>
                <a:lnTo>
                  <a:pt x="64811" y="25849"/>
                </a:lnTo>
                <a:lnTo>
                  <a:pt x="64716" y="23302"/>
                </a:lnTo>
                <a:lnTo>
                  <a:pt x="64622" y="20849"/>
                </a:lnTo>
                <a:lnTo>
                  <a:pt x="64811" y="22075"/>
                </a:lnTo>
                <a:lnTo>
                  <a:pt x="64811" y="20754"/>
                </a:lnTo>
                <a:lnTo>
                  <a:pt x="64811" y="18962"/>
                </a:lnTo>
                <a:lnTo>
                  <a:pt x="64811" y="18868"/>
                </a:lnTo>
                <a:lnTo>
                  <a:pt x="64716" y="17358"/>
                </a:lnTo>
                <a:lnTo>
                  <a:pt x="64811" y="18113"/>
                </a:lnTo>
                <a:lnTo>
                  <a:pt x="64999" y="16981"/>
                </a:lnTo>
                <a:lnTo>
                  <a:pt x="64905" y="15755"/>
                </a:lnTo>
                <a:lnTo>
                  <a:pt x="64811" y="14528"/>
                </a:lnTo>
                <a:lnTo>
                  <a:pt x="64716" y="13396"/>
                </a:lnTo>
                <a:lnTo>
                  <a:pt x="64622" y="13679"/>
                </a:lnTo>
                <a:lnTo>
                  <a:pt x="64551" y="13679"/>
                </a:lnTo>
                <a:lnTo>
                  <a:pt x="64622" y="13962"/>
                </a:lnTo>
                <a:lnTo>
                  <a:pt x="64716" y="15000"/>
                </a:lnTo>
                <a:lnTo>
                  <a:pt x="64528" y="14623"/>
                </a:lnTo>
                <a:lnTo>
                  <a:pt x="64528" y="15094"/>
                </a:lnTo>
                <a:lnTo>
                  <a:pt x="64339" y="12736"/>
                </a:lnTo>
                <a:lnTo>
                  <a:pt x="64150" y="11698"/>
                </a:lnTo>
                <a:lnTo>
                  <a:pt x="64056" y="11604"/>
                </a:lnTo>
                <a:lnTo>
                  <a:pt x="64056" y="11226"/>
                </a:lnTo>
                <a:lnTo>
                  <a:pt x="64245" y="10566"/>
                </a:lnTo>
                <a:lnTo>
                  <a:pt x="64245" y="9811"/>
                </a:lnTo>
                <a:lnTo>
                  <a:pt x="64245" y="9560"/>
                </a:lnTo>
                <a:lnTo>
                  <a:pt x="64433" y="10189"/>
                </a:lnTo>
                <a:lnTo>
                  <a:pt x="64622" y="11604"/>
                </a:lnTo>
                <a:lnTo>
                  <a:pt x="64811" y="13019"/>
                </a:lnTo>
                <a:lnTo>
                  <a:pt x="64905" y="14151"/>
                </a:lnTo>
                <a:lnTo>
                  <a:pt x="64905" y="12830"/>
                </a:lnTo>
                <a:lnTo>
                  <a:pt x="64811" y="11698"/>
                </a:lnTo>
                <a:lnTo>
                  <a:pt x="64528" y="9340"/>
                </a:lnTo>
                <a:lnTo>
                  <a:pt x="64433" y="9528"/>
                </a:lnTo>
                <a:lnTo>
                  <a:pt x="64433" y="9340"/>
                </a:lnTo>
                <a:lnTo>
                  <a:pt x="64245" y="8585"/>
                </a:lnTo>
                <a:lnTo>
                  <a:pt x="64150" y="7264"/>
                </a:lnTo>
                <a:lnTo>
                  <a:pt x="64056" y="9434"/>
                </a:lnTo>
                <a:lnTo>
                  <a:pt x="63773" y="8868"/>
                </a:lnTo>
                <a:lnTo>
                  <a:pt x="63679" y="7925"/>
                </a:lnTo>
                <a:lnTo>
                  <a:pt x="63584" y="6792"/>
                </a:lnTo>
                <a:lnTo>
                  <a:pt x="63490" y="5566"/>
                </a:lnTo>
                <a:lnTo>
                  <a:pt x="63490" y="1227"/>
                </a:lnTo>
                <a:lnTo>
                  <a:pt x="63490" y="661"/>
                </a:lnTo>
                <a:lnTo>
                  <a:pt x="63396" y="566"/>
                </a:lnTo>
                <a:lnTo>
                  <a:pt x="63207" y="378"/>
                </a:lnTo>
                <a:lnTo>
                  <a:pt x="62641" y="189"/>
                </a:lnTo>
                <a:lnTo>
                  <a:pt x="61792" y="95"/>
                </a:lnTo>
                <a:lnTo>
                  <a:pt x="60849"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21" name="Shape 21"/>
        <p:cNvGrpSpPr/>
        <p:nvPr/>
      </p:nvGrpSpPr>
      <p:grpSpPr>
        <a:xfrm>
          <a:off x="0" y="0"/>
          <a:ext cx="0" cy="0"/>
          <a:chOff x="0" y="0"/>
          <a:chExt cx="0" cy="0"/>
        </a:xfrm>
      </p:grpSpPr>
      <p:sp>
        <p:nvSpPr>
          <p:cNvPr id="22" name="Google Shape;22;p31"/>
          <p:cNvSpPr txBox="1"/>
          <p:nvPr>
            <p:ph type="ctrTitle"/>
          </p:nvPr>
        </p:nvSpPr>
        <p:spPr>
          <a:xfrm>
            <a:off x="685800" y="2655755"/>
            <a:ext cx="7772400" cy="1546399"/>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chemeClr val="lt1"/>
              </a:buClr>
              <a:buSzPts val="6000"/>
              <a:buFont typeface="Walter Turncoat"/>
              <a:buNone/>
              <a:defRPr b="0" i="0" sz="6000" u="none" cap="none" strike="noStrike">
                <a:solidFill>
                  <a:schemeClr val="lt1"/>
                </a:solidFill>
                <a:latin typeface="Walter Turncoat"/>
                <a:ea typeface="Walter Turncoat"/>
                <a:cs typeface="Walter Turncoat"/>
                <a:sym typeface="Walter Turncoat"/>
              </a:defRPr>
            </a:lvl1pPr>
            <a:lvl2pPr lvl="1" marR="0" rtl="0" algn="ctr">
              <a:lnSpc>
                <a:spcPct val="100000"/>
              </a:lnSpc>
              <a:spcBef>
                <a:spcPts val="0"/>
              </a:spcBef>
              <a:spcAft>
                <a:spcPts val="0"/>
              </a:spcAft>
              <a:buClr>
                <a:srgbClr val="000000"/>
              </a:buClr>
              <a:buSzPts val="1400"/>
              <a:buFont typeface="Arial"/>
              <a:buNone/>
              <a:defRPr b="0" i="0" sz="6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6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6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6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6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6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6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60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3" name="Shape 23"/>
        <p:cNvGrpSpPr/>
        <p:nvPr/>
      </p:nvGrpSpPr>
      <p:grpSpPr>
        <a:xfrm>
          <a:off x="0" y="0"/>
          <a:ext cx="0" cy="0"/>
          <a:chOff x="0" y="0"/>
          <a:chExt cx="0" cy="0"/>
        </a:xfrm>
      </p:grpSpPr>
      <p:sp>
        <p:nvSpPr>
          <p:cNvPr id="24" name="Google Shape;24;p35"/>
          <p:cNvSpPr txBox="1"/>
          <p:nvPr>
            <p:ph type="title"/>
          </p:nvPr>
        </p:nvSpPr>
        <p:spPr>
          <a:xfrm>
            <a:off x="0" y="0"/>
            <a:ext cx="9156000" cy="1143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lt1"/>
              </a:buClr>
              <a:buSzPts val="3000"/>
              <a:buFont typeface="Walter Turncoat"/>
              <a:buNone/>
              <a:defRPr b="0" i="0" sz="3000" u="none" cap="none" strike="noStrike">
                <a:solidFill>
                  <a:schemeClr val="lt1"/>
                </a:solidFill>
                <a:latin typeface="Walter Turncoat"/>
                <a:ea typeface="Walter Turncoat"/>
                <a:cs typeface="Walter Turncoat"/>
                <a:sym typeface="Walter Turncoa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 name="Google Shape;25;p35"/>
          <p:cNvSpPr txBox="1"/>
          <p:nvPr>
            <p:ph idx="1" type="body"/>
          </p:nvPr>
        </p:nvSpPr>
        <p:spPr>
          <a:xfrm>
            <a:off x="457200" y="2010572"/>
            <a:ext cx="3994500" cy="4557199"/>
          </a:xfrm>
          <a:prstGeom prst="rect">
            <a:avLst/>
          </a:prstGeom>
          <a:noFill/>
          <a:ln>
            <a:noFill/>
          </a:ln>
        </p:spPr>
        <p:txBody>
          <a:bodyPr anchorCtr="0" anchor="t" bIns="91425" lIns="91425" spcFirstLastPara="1" rIns="91425" wrap="square" tIns="91425">
            <a:normAutofit/>
          </a:bodyPr>
          <a:lstStyle>
            <a:lvl1pPr indent="-228600" lvl="0" marL="457200" algn="l">
              <a:lnSpc>
                <a:spcPct val="150000"/>
              </a:lnSpc>
              <a:spcBef>
                <a:spcPts val="0"/>
              </a:spcBef>
              <a:spcAft>
                <a:spcPts val="0"/>
              </a:spcAft>
              <a:buClr>
                <a:schemeClr val="lt1"/>
              </a:buClr>
              <a:buSzPts val="2100"/>
              <a:buFont typeface="Arial"/>
              <a:buNone/>
              <a:defRPr sz="2100">
                <a:solidFill>
                  <a:schemeClr val="lt1"/>
                </a:solidFill>
              </a:defRPr>
            </a:lvl1pPr>
            <a:lvl2pPr indent="-228600" lvl="1" marL="914400" algn="l">
              <a:lnSpc>
                <a:spcPct val="150000"/>
              </a:lnSpc>
              <a:spcBef>
                <a:spcPts val="0"/>
              </a:spcBef>
              <a:spcAft>
                <a:spcPts val="0"/>
              </a:spcAft>
              <a:buClr>
                <a:schemeClr val="lt1"/>
              </a:buClr>
              <a:buSzPts val="1600"/>
              <a:buFont typeface="Arial"/>
              <a:buNone/>
              <a:defRPr sz="1600"/>
            </a:lvl2pPr>
            <a:lvl3pPr indent="-228600" lvl="2" marL="1371600" algn="l">
              <a:lnSpc>
                <a:spcPct val="150000"/>
              </a:lnSpc>
              <a:spcBef>
                <a:spcPts val="0"/>
              </a:spcBef>
              <a:spcAft>
                <a:spcPts val="0"/>
              </a:spcAft>
              <a:buClr>
                <a:schemeClr val="lt1"/>
              </a:buClr>
              <a:buSzPts val="1600"/>
              <a:buFont typeface="Arial"/>
              <a:buNone/>
              <a:defRPr sz="1600"/>
            </a:lvl3pPr>
            <a:lvl4pPr indent="-228600" lvl="3" marL="1828800" algn="l">
              <a:lnSpc>
                <a:spcPct val="150000"/>
              </a:lnSpc>
              <a:spcBef>
                <a:spcPts val="0"/>
              </a:spcBef>
              <a:spcAft>
                <a:spcPts val="0"/>
              </a:spcAft>
              <a:buClr>
                <a:schemeClr val="lt1"/>
              </a:buClr>
              <a:buSzPts val="1600"/>
              <a:buFont typeface="Arial"/>
              <a:buNone/>
              <a:defRPr sz="1600"/>
            </a:lvl4pPr>
            <a:lvl5pPr indent="-228600" lvl="4" marL="2286000" algn="l">
              <a:lnSpc>
                <a:spcPct val="150000"/>
              </a:lnSpc>
              <a:spcBef>
                <a:spcPts val="0"/>
              </a:spcBef>
              <a:spcAft>
                <a:spcPts val="0"/>
              </a:spcAft>
              <a:buClr>
                <a:schemeClr val="lt1"/>
              </a:buClr>
              <a:buSzPts val="1600"/>
              <a:buFont typeface="Arial"/>
              <a:buNone/>
              <a:defRPr sz="1600"/>
            </a:lvl5pPr>
            <a:lvl6pPr indent="-228600" lvl="5" marL="2743200" algn="l">
              <a:lnSpc>
                <a:spcPct val="100000"/>
              </a:lnSpc>
              <a:spcBef>
                <a:spcPts val="0"/>
              </a:spcBef>
              <a:spcAft>
                <a:spcPts val="0"/>
              </a:spcAft>
              <a:buClr>
                <a:srgbClr val="000000"/>
              </a:buClr>
              <a:buSzPts val="1600"/>
              <a:buFont typeface="Arial"/>
              <a:buNone/>
              <a:defRPr sz="1600"/>
            </a:lvl6pPr>
            <a:lvl7pPr indent="-228600" lvl="6" marL="3200400" algn="l">
              <a:lnSpc>
                <a:spcPct val="100000"/>
              </a:lnSpc>
              <a:spcBef>
                <a:spcPts val="0"/>
              </a:spcBef>
              <a:spcAft>
                <a:spcPts val="0"/>
              </a:spcAft>
              <a:buClr>
                <a:srgbClr val="000000"/>
              </a:buClr>
              <a:buSzPts val="1600"/>
              <a:buFont typeface="Arial"/>
              <a:buNone/>
              <a:defRPr sz="1600"/>
            </a:lvl7pPr>
            <a:lvl8pPr indent="-228600" lvl="7" marL="3657600" algn="l">
              <a:lnSpc>
                <a:spcPct val="100000"/>
              </a:lnSpc>
              <a:spcBef>
                <a:spcPts val="0"/>
              </a:spcBef>
              <a:spcAft>
                <a:spcPts val="0"/>
              </a:spcAft>
              <a:buClr>
                <a:srgbClr val="000000"/>
              </a:buClr>
              <a:buSzPts val="1600"/>
              <a:buFont typeface="Arial"/>
              <a:buNone/>
              <a:defRPr sz="1600"/>
            </a:lvl8pPr>
            <a:lvl9pPr indent="-228600" lvl="8" marL="4114800" algn="l">
              <a:lnSpc>
                <a:spcPct val="100000"/>
              </a:lnSpc>
              <a:spcBef>
                <a:spcPts val="0"/>
              </a:spcBef>
              <a:spcAft>
                <a:spcPts val="0"/>
              </a:spcAft>
              <a:buClr>
                <a:srgbClr val="000000"/>
              </a:buClr>
              <a:buSzPts val="1600"/>
              <a:buFont typeface="Arial"/>
              <a:buNone/>
              <a:defRPr sz="1600"/>
            </a:lvl9pPr>
          </a:lstStyle>
          <a:p/>
        </p:txBody>
      </p:sp>
      <p:sp>
        <p:nvSpPr>
          <p:cNvPr id="26" name="Google Shape;26;p35"/>
          <p:cNvSpPr txBox="1"/>
          <p:nvPr>
            <p:ph idx="2" type="body"/>
          </p:nvPr>
        </p:nvSpPr>
        <p:spPr>
          <a:xfrm>
            <a:off x="4692275" y="2010572"/>
            <a:ext cx="3994500" cy="4557199"/>
          </a:xfrm>
          <a:prstGeom prst="rect">
            <a:avLst/>
          </a:prstGeom>
          <a:noFill/>
          <a:ln>
            <a:noFill/>
          </a:ln>
        </p:spPr>
        <p:txBody>
          <a:bodyPr anchorCtr="0" anchor="t" bIns="91425" lIns="91425" spcFirstLastPara="1" rIns="91425" wrap="square" tIns="91425">
            <a:normAutofit/>
          </a:bodyPr>
          <a:lstStyle>
            <a:lvl1pPr indent="-228600" lvl="0" marL="457200" algn="l">
              <a:lnSpc>
                <a:spcPct val="150000"/>
              </a:lnSpc>
              <a:spcBef>
                <a:spcPts val="0"/>
              </a:spcBef>
              <a:spcAft>
                <a:spcPts val="0"/>
              </a:spcAft>
              <a:buClr>
                <a:schemeClr val="lt1"/>
              </a:buClr>
              <a:buSzPts val="2100"/>
              <a:buFont typeface="Arial"/>
              <a:buNone/>
              <a:defRPr sz="2100">
                <a:solidFill>
                  <a:schemeClr val="lt1"/>
                </a:solidFill>
              </a:defRPr>
            </a:lvl1pPr>
            <a:lvl2pPr indent="-228600" lvl="1" marL="914400" algn="l">
              <a:lnSpc>
                <a:spcPct val="150000"/>
              </a:lnSpc>
              <a:spcBef>
                <a:spcPts val="0"/>
              </a:spcBef>
              <a:spcAft>
                <a:spcPts val="0"/>
              </a:spcAft>
              <a:buClr>
                <a:schemeClr val="lt1"/>
              </a:buClr>
              <a:buSzPts val="1600"/>
              <a:buFont typeface="Arial"/>
              <a:buNone/>
              <a:defRPr sz="1600"/>
            </a:lvl2pPr>
            <a:lvl3pPr indent="-228600" lvl="2" marL="1371600" algn="l">
              <a:lnSpc>
                <a:spcPct val="150000"/>
              </a:lnSpc>
              <a:spcBef>
                <a:spcPts val="0"/>
              </a:spcBef>
              <a:spcAft>
                <a:spcPts val="0"/>
              </a:spcAft>
              <a:buClr>
                <a:schemeClr val="lt1"/>
              </a:buClr>
              <a:buSzPts val="1600"/>
              <a:buFont typeface="Arial"/>
              <a:buNone/>
              <a:defRPr sz="1600"/>
            </a:lvl3pPr>
            <a:lvl4pPr indent="-228600" lvl="3" marL="1828800" algn="l">
              <a:lnSpc>
                <a:spcPct val="150000"/>
              </a:lnSpc>
              <a:spcBef>
                <a:spcPts val="0"/>
              </a:spcBef>
              <a:spcAft>
                <a:spcPts val="0"/>
              </a:spcAft>
              <a:buClr>
                <a:schemeClr val="lt1"/>
              </a:buClr>
              <a:buSzPts val="1600"/>
              <a:buFont typeface="Arial"/>
              <a:buNone/>
              <a:defRPr sz="1600"/>
            </a:lvl4pPr>
            <a:lvl5pPr indent="-228600" lvl="4" marL="2286000" algn="l">
              <a:lnSpc>
                <a:spcPct val="150000"/>
              </a:lnSpc>
              <a:spcBef>
                <a:spcPts val="0"/>
              </a:spcBef>
              <a:spcAft>
                <a:spcPts val="0"/>
              </a:spcAft>
              <a:buClr>
                <a:schemeClr val="lt1"/>
              </a:buClr>
              <a:buSzPts val="1600"/>
              <a:buFont typeface="Arial"/>
              <a:buNone/>
              <a:defRPr sz="1600"/>
            </a:lvl5pPr>
            <a:lvl6pPr indent="-228600" lvl="5" marL="2743200" algn="l">
              <a:lnSpc>
                <a:spcPct val="100000"/>
              </a:lnSpc>
              <a:spcBef>
                <a:spcPts val="0"/>
              </a:spcBef>
              <a:spcAft>
                <a:spcPts val="0"/>
              </a:spcAft>
              <a:buClr>
                <a:srgbClr val="000000"/>
              </a:buClr>
              <a:buSzPts val="1600"/>
              <a:buFont typeface="Arial"/>
              <a:buNone/>
              <a:defRPr sz="1600"/>
            </a:lvl6pPr>
            <a:lvl7pPr indent="-228600" lvl="6" marL="3200400" algn="l">
              <a:lnSpc>
                <a:spcPct val="100000"/>
              </a:lnSpc>
              <a:spcBef>
                <a:spcPts val="0"/>
              </a:spcBef>
              <a:spcAft>
                <a:spcPts val="0"/>
              </a:spcAft>
              <a:buClr>
                <a:srgbClr val="000000"/>
              </a:buClr>
              <a:buSzPts val="1600"/>
              <a:buFont typeface="Arial"/>
              <a:buNone/>
              <a:defRPr sz="1600"/>
            </a:lvl7pPr>
            <a:lvl8pPr indent="-228600" lvl="7" marL="3657600" algn="l">
              <a:lnSpc>
                <a:spcPct val="100000"/>
              </a:lnSpc>
              <a:spcBef>
                <a:spcPts val="0"/>
              </a:spcBef>
              <a:spcAft>
                <a:spcPts val="0"/>
              </a:spcAft>
              <a:buClr>
                <a:srgbClr val="000000"/>
              </a:buClr>
              <a:buSzPts val="1600"/>
              <a:buFont typeface="Arial"/>
              <a:buNone/>
              <a:defRPr sz="1600"/>
            </a:lvl8pPr>
            <a:lvl9pPr indent="-228600" lvl="8" marL="4114800" algn="l">
              <a:lnSpc>
                <a:spcPct val="100000"/>
              </a:lnSpc>
              <a:spcBef>
                <a:spcPts val="0"/>
              </a:spcBef>
              <a:spcAft>
                <a:spcPts val="0"/>
              </a:spcAft>
              <a:buClr>
                <a:srgbClr val="000000"/>
              </a:buClr>
              <a:buSzPts val="1600"/>
              <a:buFont typeface="Arial"/>
              <a:buNone/>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7" name="Shape 27"/>
        <p:cNvGrpSpPr/>
        <p:nvPr/>
      </p:nvGrpSpPr>
      <p:grpSpPr>
        <a:xfrm>
          <a:off x="0" y="0"/>
          <a:ext cx="0" cy="0"/>
          <a:chOff x="0" y="0"/>
          <a:chExt cx="0" cy="0"/>
        </a:xfrm>
      </p:grpSpPr>
      <p:sp>
        <p:nvSpPr>
          <p:cNvPr id="28" name="Google Shape;28;p36"/>
          <p:cNvSpPr txBox="1"/>
          <p:nvPr>
            <p:ph idx="1" type="body"/>
          </p:nvPr>
        </p:nvSpPr>
        <p:spPr>
          <a:xfrm>
            <a:off x="457200" y="5875084"/>
            <a:ext cx="8229600" cy="692799"/>
          </a:xfrm>
          <a:prstGeom prst="rect">
            <a:avLst/>
          </a:prstGeom>
          <a:noFill/>
          <a:ln>
            <a:noFill/>
          </a:ln>
        </p:spPr>
        <p:txBody>
          <a:bodyPr anchorCtr="0" anchor="t" bIns="91425" lIns="91425" spcFirstLastPara="1" rIns="91425" wrap="square" tIns="91425">
            <a:normAutofit/>
          </a:bodyPr>
          <a:lstStyle>
            <a:lvl1pPr indent="-228600" lvl="0" marL="457200" algn="ctr">
              <a:lnSpc>
                <a:spcPct val="150000"/>
              </a:lnSpc>
              <a:spcBef>
                <a:spcPts val="360"/>
              </a:spcBef>
              <a:spcAft>
                <a:spcPts val="0"/>
              </a:spcAft>
              <a:buClr>
                <a:schemeClr val="lt1"/>
              </a:buClr>
              <a:buSzPts val="2100"/>
              <a:buFont typeface="Arial"/>
              <a:buNone/>
              <a:defRPr sz="2100">
                <a:solidFill>
                  <a:schemeClr val="lt1"/>
                </a:solidFill>
              </a:defRPr>
            </a:lvl1pPr>
            <a:lvl2pPr indent="-228600" lvl="1" marL="914400" algn="l">
              <a:lnSpc>
                <a:spcPct val="150000"/>
              </a:lnSpc>
              <a:spcBef>
                <a:spcPts val="0"/>
              </a:spcBef>
              <a:spcAft>
                <a:spcPts val="0"/>
              </a:spcAft>
              <a:buClr>
                <a:schemeClr val="lt1"/>
              </a:buClr>
              <a:buSzPts val="1800"/>
              <a:buNone/>
              <a:defRPr/>
            </a:lvl2pPr>
            <a:lvl3pPr indent="-228600" lvl="2" marL="1371600" algn="l">
              <a:lnSpc>
                <a:spcPct val="150000"/>
              </a:lnSpc>
              <a:spcBef>
                <a:spcPts val="0"/>
              </a:spcBef>
              <a:spcAft>
                <a:spcPts val="0"/>
              </a:spcAft>
              <a:buClr>
                <a:schemeClr val="lt1"/>
              </a:buClr>
              <a:buSzPts val="1800"/>
              <a:buNone/>
              <a:defRPr/>
            </a:lvl3pPr>
            <a:lvl4pPr indent="-228600" lvl="3" marL="1828800" algn="l">
              <a:lnSpc>
                <a:spcPct val="150000"/>
              </a:lnSpc>
              <a:spcBef>
                <a:spcPts val="0"/>
              </a:spcBef>
              <a:spcAft>
                <a:spcPts val="0"/>
              </a:spcAft>
              <a:buClr>
                <a:schemeClr val="lt1"/>
              </a:buClr>
              <a:buSzPts val="1800"/>
              <a:buNone/>
              <a:defRPr/>
            </a:lvl4pPr>
            <a:lvl5pPr indent="-228600" lvl="4" marL="2286000" algn="l">
              <a:lnSpc>
                <a:spcPct val="150000"/>
              </a:lnSpc>
              <a:spcBef>
                <a:spcPts val="0"/>
              </a:spcBef>
              <a:spcAft>
                <a:spcPts val="0"/>
              </a:spcAft>
              <a:buClr>
                <a:schemeClr val="lt1"/>
              </a:buClr>
              <a:buSzPts val="1800"/>
              <a:buNone/>
              <a:defRPr/>
            </a:lvl5pPr>
            <a:lvl6pPr indent="-228600" lvl="5" marL="2743200" algn="l">
              <a:lnSpc>
                <a:spcPct val="100000"/>
              </a:lnSpc>
              <a:spcBef>
                <a:spcPts val="0"/>
              </a:spcBef>
              <a:spcAft>
                <a:spcPts val="0"/>
              </a:spcAft>
              <a:buClr>
                <a:srgbClr val="000000"/>
              </a:buClr>
              <a:buSzPts val="1800"/>
              <a:buNone/>
              <a:defRPr/>
            </a:lvl6pPr>
            <a:lvl7pPr indent="-228600" lvl="6" marL="3200400" algn="l">
              <a:lnSpc>
                <a:spcPct val="100000"/>
              </a:lnSpc>
              <a:spcBef>
                <a:spcPts val="0"/>
              </a:spcBef>
              <a:spcAft>
                <a:spcPts val="0"/>
              </a:spcAft>
              <a:buClr>
                <a:srgbClr val="000000"/>
              </a:buClr>
              <a:buSzPts val="1800"/>
              <a:buNone/>
              <a:defRPr/>
            </a:lvl7pPr>
            <a:lvl8pPr indent="-228600" lvl="7" marL="3657600" algn="l">
              <a:lnSpc>
                <a:spcPct val="100000"/>
              </a:lnSpc>
              <a:spcBef>
                <a:spcPts val="0"/>
              </a:spcBef>
              <a:spcAft>
                <a:spcPts val="0"/>
              </a:spcAft>
              <a:buClr>
                <a:srgbClr val="000000"/>
              </a:buClr>
              <a:buSzPts val="1800"/>
              <a:buNone/>
              <a:defRPr/>
            </a:lvl8pPr>
            <a:lvl9pPr indent="-228600" lvl="8" marL="4114800" algn="l">
              <a:lnSpc>
                <a:spcPct val="100000"/>
              </a:lnSpc>
              <a:spcBef>
                <a:spcPts val="0"/>
              </a:spcBef>
              <a:spcAft>
                <a:spcPts val="0"/>
              </a:spcAft>
              <a:buClr>
                <a:srgbClr val="000000"/>
              </a:buClr>
              <a:buSzPts val="1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3"/>
          <p:cNvSpPr txBox="1"/>
          <p:nvPr>
            <p:ph idx="1" type="body"/>
          </p:nvPr>
        </p:nvSpPr>
        <p:spPr>
          <a:xfrm>
            <a:off x="649752" y="869022"/>
            <a:ext cx="7886700" cy="435133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50000"/>
              </a:lnSpc>
              <a:spcBef>
                <a:spcPts val="0"/>
              </a:spcBef>
              <a:spcAft>
                <a:spcPts val="0"/>
              </a:spcAft>
              <a:buClr>
                <a:schemeClr val="lt1"/>
              </a:buClr>
              <a:buSzPts val="2100"/>
              <a:buFont typeface="Arial"/>
              <a:buNone/>
              <a:defRPr b="0" i="0" sz="2100" u="none" cap="none" strike="noStrike">
                <a:solidFill>
                  <a:schemeClr val="lt1"/>
                </a:solidFill>
                <a:latin typeface="Arial"/>
                <a:ea typeface="Arial"/>
                <a:cs typeface="Arial"/>
                <a:sym typeface="Arial"/>
              </a:defRPr>
            </a:lvl1pPr>
            <a:lvl2pPr indent="-228600" lvl="1" marL="914400" marR="0" rtl="0" algn="l">
              <a:lnSpc>
                <a:spcPct val="150000"/>
              </a:lnSpc>
              <a:spcBef>
                <a:spcPts val="0"/>
              </a:spcBef>
              <a:spcAft>
                <a:spcPts val="0"/>
              </a:spcAft>
              <a:buClr>
                <a:schemeClr val="lt1"/>
              </a:buClr>
              <a:buSzPts val="2100"/>
              <a:buFont typeface="Arial"/>
              <a:buNone/>
              <a:defRPr b="0" i="0" sz="2100" u="none" cap="none" strike="noStrike">
                <a:solidFill>
                  <a:schemeClr val="lt1"/>
                </a:solidFill>
                <a:latin typeface="Arial"/>
                <a:ea typeface="Arial"/>
                <a:cs typeface="Arial"/>
                <a:sym typeface="Arial"/>
              </a:defRPr>
            </a:lvl2pPr>
            <a:lvl3pPr indent="-228600" lvl="2" marL="1371600" marR="0" rtl="0" algn="l">
              <a:lnSpc>
                <a:spcPct val="150000"/>
              </a:lnSpc>
              <a:spcBef>
                <a:spcPts val="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3pPr>
            <a:lvl4pPr indent="-228600" lvl="3" marL="1828800" marR="0" rtl="0" algn="l">
              <a:lnSpc>
                <a:spcPct val="150000"/>
              </a:lnSpc>
              <a:spcBef>
                <a:spcPts val="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4pPr>
            <a:lvl5pPr indent="-228600" lvl="4" marL="2286000" marR="0" rtl="0" algn="l">
              <a:lnSpc>
                <a:spcPct val="150000"/>
              </a:lnSpc>
              <a:spcBef>
                <a:spcPts val="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hyperlink" Target="https://shorturl.at/afCE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3.jpg"/><Relationship Id="rId7"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3.jpg"/><Relationship Id="rId7" Type="http://schemas.openxmlformats.org/officeDocument/2006/relationships/image" Target="../media/image7.jpg"/><Relationship Id="rId8"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padlet.com/leong_khar_woh/types-of-applications-o5sq0ovtmc7s" TargetMode="Externa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1"/>
          <p:cNvSpPr txBox="1"/>
          <p:nvPr>
            <p:ph type="title"/>
          </p:nvPr>
        </p:nvSpPr>
        <p:spPr>
          <a:xfrm>
            <a:off x="2" y="0"/>
            <a:ext cx="9144001" cy="1143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3000"/>
              <a:buFont typeface="Walter Turncoat"/>
              <a:buNone/>
            </a:pPr>
            <a:r>
              <a:rPr lang="en-SG"/>
              <a:t>Road map for Web App Development</a:t>
            </a:r>
            <a:endParaRPr/>
          </a:p>
        </p:txBody>
      </p:sp>
      <p:sp>
        <p:nvSpPr>
          <p:cNvPr id="34" name="Google Shape;34;p1"/>
          <p:cNvSpPr txBox="1"/>
          <p:nvPr>
            <p:ph idx="1" type="body"/>
          </p:nvPr>
        </p:nvSpPr>
        <p:spPr>
          <a:xfrm>
            <a:off x="340545" y="1435432"/>
            <a:ext cx="6954989" cy="5097343"/>
          </a:xfrm>
          <a:prstGeom prst="rect">
            <a:avLst/>
          </a:prstGeom>
          <a:noFill/>
          <a:ln>
            <a:noFill/>
          </a:ln>
        </p:spPr>
        <p:txBody>
          <a:bodyPr anchorCtr="0" anchor="t" bIns="91425" lIns="91425" spcFirstLastPara="1" rIns="91425" wrap="square" tIns="91425">
            <a:normAutofit fontScale="92500"/>
          </a:bodyPr>
          <a:lstStyle/>
          <a:p>
            <a:pPr indent="0" lvl="0" marL="3301" rtl="0" algn="l">
              <a:lnSpc>
                <a:spcPct val="150000"/>
              </a:lnSpc>
              <a:spcBef>
                <a:spcPts val="0"/>
              </a:spcBef>
              <a:spcAft>
                <a:spcPts val="0"/>
              </a:spcAft>
              <a:buClr>
                <a:schemeClr val="lt1"/>
              </a:buClr>
              <a:buSzPct val="108108"/>
              <a:buNone/>
            </a:pPr>
            <a:r>
              <a:rPr lang="en-SG"/>
              <a:t>Semester 1</a:t>
            </a:r>
            <a:endParaRPr/>
          </a:p>
          <a:p>
            <a:pPr indent="-266760" lvl="0" marL="269993" rtl="0" algn="l">
              <a:lnSpc>
                <a:spcPct val="150000"/>
              </a:lnSpc>
              <a:spcBef>
                <a:spcPts val="0"/>
              </a:spcBef>
              <a:spcAft>
                <a:spcPts val="0"/>
              </a:spcAft>
              <a:buClr>
                <a:schemeClr val="lt1"/>
              </a:buClr>
              <a:buSzPct val="108108"/>
              <a:buFont typeface="Arial"/>
              <a:buChar char="•"/>
            </a:pPr>
            <a:r>
              <a:rPr lang="en-SG"/>
              <a:t>WWW </a:t>
            </a:r>
            <a:endParaRPr/>
          </a:p>
          <a:p>
            <a:pPr indent="-266760" lvl="0" marL="269993" rtl="0" algn="l">
              <a:lnSpc>
                <a:spcPct val="150000"/>
              </a:lnSpc>
              <a:spcBef>
                <a:spcPts val="0"/>
              </a:spcBef>
              <a:spcAft>
                <a:spcPts val="0"/>
              </a:spcAft>
              <a:buClr>
                <a:schemeClr val="lt1"/>
              </a:buClr>
              <a:buSzPct val="108108"/>
              <a:buFont typeface="Arial"/>
              <a:buChar char="•"/>
            </a:pPr>
            <a:r>
              <a:rPr lang="en-SG"/>
              <a:t>HTML - Basics</a:t>
            </a:r>
            <a:endParaRPr/>
          </a:p>
          <a:p>
            <a:pPr indent="-266760" lvl="0" marL="269993" rtl="0" algn="l">
              <a:lnSpc>
                <a:spcPct val="150000"/>
              </a:lnSpc>
              <a:spcBef>
                <a:spcPts val="0"/>
              </a:spcBef>
              <a:spcAft>
                <a:spcPts val="0"/>
              </a:spcAft>
              <a:buClr>
                <a:schemeClr val="lt1"/>
              </a:buClr>
              <a:buSzPct val="108108"/>
              <a:buFont typeface="Arial"/>
              <a:buChar char="•"/>
            </a:pPr>
            <a:r>
              <a:rPr lang="en-SG"/>
              <a:t>CSS – Basics</a:t>
            </a:r>
            <a:endParaRPr/>
          </a:p>
          <a:p>
            <a:pPr indent="-266760" lvl="0" marL="269993" rtl="0" algn="l">
              <a:lnSpc>
                <a:spcPct val="150000"/>
              </a:lnSpc>
              <a:spcBef>
                <a:spcPts val="0"/>
              </a:spcBef>
              <a:spcAft>
                <a:spcPts val="0"/>
              </a:spcAft>
              <a:buClr>
                <a:schemeClr val="lt1"/>
              </a:buClr>
              <a:buSzPct val="108108"/>
              <a:buFont typeface="Arial"/>
              <a:buChar char="•"/>
            </a:pPr>
            <a:r>
              <a:rPr lang="en-SG"/>
              <a:t>Build static web pages for a (example use case Product Catalogue)</a:t>
            </a:r>
            <a:endParaRPr/>
          </a:p>
          <a:p>
            <a:pPr indent="0" lvl="0" marL="3301" rtl="0" algn="l">
              <a:lnSpc>
                <a:spcPct val="150000"/>
              </a:lnSpc>
              <a:spcBef>
                <a:spcPts val="0"/>
              </a:spcBef>
              <a:spcAft>
                <a:spcPts val="0"/>
              </a:spcAft>
              <a:buClr>
                <a:schemeClr val="lt1"/>
              </a:buClr>
              <a:buSzPct val="108108"/>
              <a:buNone/>
            </a:pPr>
            <a:r>
              <a:rPr lang="en-SG"/>
              <a:t>Semester 2</a:t>
            </a:r>
            <a:endParaRPr/>
          </a:p>
          <a:p>
            <a:pPr indent="-266760" lvl="0" marL="269993" rtl="0" algn="l">
              <a:lnSpc>
                <a:spcPct val="150000"/>
              </a:lnSpc>
              <a:spcBef>
                <a:spcPts val="0"/>
              </a:spcBef>
              <a:spcAft>
                <a:spcPts val="0"/>
              </a:spcAft>
              <a:buClr>
                <a:schemeClr val="lt1"/>
              </a:buClr>
              <a:buSzPct val="108108"/>
              <a:buFont typeface="Arial"/>
              <a:buChar char="•"/>
            </a:pPr>
            <a:r>
              <a:rPr lang="en-SG"/>
              <a:t>Python with Flask framework</a:t>
            </a:r>
            <a:endParaRPr/>
          </a:p>
          <a:p>
            <a:pPr indent="-266760" lvl="0" marL="269993" rtl="0" algn="l">
              <a:lnSpc>
                <a:spcPct val="150000"/>
              </a:lnSpc>
              <a:spcBef>
                <a:spcPts val="0"/>
              </a:spcBef>
              <a:spcAft>
                <a:spcPts val="0"/>
              </a:spcAft>
              <a:buClr>
                <a:schemeClr val="lt1"/>
              </a:buClr>
              <a:buSzPct val="108108"/>
              <a:buFont typeface="Arial"/>
              <a:buChar char="•"/>
            </a:pPr>
            <a:r>
              <a:rPr lang="en-SG"/>
              <a:t>Build an interactive app for creating, updating and viewing a Product Catalogue </a:t>
            </a:r>
            <a:endParaRPr/>
          </a:p>
          <a:p>
            <a:pPr indent="-266760" lvl="0" marL="269993" rtl="0" algn="l">
              <a:lnSpc>
                <a:spcPct val="150000"/>
              </a:lnSpc>
              <a:spcBef>
                <a:spcPts val="0"/>
              </a:spcBef>
              <a:spcAft>
                <a:spcPts val="0"/>
              </a:spcAft>
              <a:buClr>
                <a:schemeClr val="lt1"/>
              </a:buClr>
              <a:buSzPct val="108108"/>
              <a:buFont typeface="Arial"/>
              <a:buChar char="•"/>
            </a:pPr>
            <a:r>
              <a:rPr lang="en-SG"/>
              <a:t>Project (10%)</a:t>
            </a:r>
            <a:endParaRPr/>
          </a:p>
          <a:p>
            <a:pPr indent="-123851" lvl="1" marL="539987" rtl="0" algn="l">
              <a:lnSpc>
                <a:spcPct val="150000"/>
              </a:lnSpc>
              <a:spcBef>
                <a:spcPts val="0"/>
              </a:spcBef>
              <a:spcAft>
                <a:spcPts val="0"/>
              </a:spcAft>
              <a:buClr>
                <a:schemeClr val="lt1"/>
              </a:buClr>
              <a:buSzPct val="108108"/>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2"/>
          <p:cNvSpPr txBox="1"/>
          <p:nvPr>
            <p:ph type="ctrTitle"/>
          </p:nvPr>
        </p:nvSpPr>
        <p:spPr>
          <a:xfrm>
            <a:off x="386931" y="848413"/>
            <a:ext cx="8370138" cy="1632903"/>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lt1"/>
              </a:buClr>
              <a:buSzPts val="4800"/>
              <a:buFont typeface="Walter Turncoat"/>
              <a:buNone/>
            </a:pPr>
            <a:r>
              <a:rPr lang="en-SG">
                <a:latin typeface="Helvetica Neue"/>
                <a:ea typeface="Helvetica Neue"/>
                <a:cs typeface="Helvetica Neue"/>
                <a:sym typeface="Helvetica Neue"/>
              </a:rPr>
              <a:t>Introduction to Web Application</a:t>
            </a:r>
            <a:br>
              <a:rPr lang="en-SG">
                <a:latin typeface="Helvetica Neue"/>
                <a:ea typeface="Helvetica Neue"/>
                <a:cs typeface="Helvetica Neue"/>
                <a:sym typeface="Helvetica Neue"/>
              </a:rPr>
            </a:br>
            <a:r>
              <a:rPr lang="en-SG" sz="1400">
                <a:latin typeface="Helvetica Neue"/>
                <a:ea typeface="Helvetica Neue"/>
                <a:cs typeface="Helvetica Neue"/>
                <a:sym typeface="Helvetica Neue"/>
              </a:rPr>
              <a:t>THE BIG PICTURE</a:t>
            </a:r>
            <a:endParaRPr>
              <a:latin typeface="Helvetica Neue"/>
              <a:ea typeface="Helvetica Neue"/>
              <a:cs typeface="Helvetica Neue"/>
              <a:sym typeface="Helvetica Neue"/>
            </a:endParaRPr>
          </a:p>
        </p:txBody>
      </p:sp>
      <p:sp>
        <p:nvSpPr>
          <p:cNvPr id="40" name="Google Shape;40;p2"/>
          <p:cNvSpPr txBox="1"/>
          <p:nvPr>
            <p:ph idx="1" type="subTitle"/>
          </p:nvPr>
        </p:nvSpPr>
        <p:spPr>
          <a:xfrm>
            <a:off x="685800" y="2800350"/>
            <a:ext cx="7772400" cy="1439141"/>
          </a:xfrm>
          <a:prstGeom prst="rect">
            <a:avLst/>
          </a:prstGeom>
          <a:noFill/>
          <a:ln>
            <a:noFill/>
          </a:ln>
        </p:spPr>
        <p:txBody>
          <a:bodyPr anchorCtr="0" anchor="t" bIns="91425" lIns="91425" spcFirstLastPara="1" rIns="91425" wrap="square" tIns="91425">
            <a:normAutofit/>
          </a:bodyPr>
          <a:lstStyle/>
          <a:p>
            <a:pPr indent="-342892" lvl="0" marL="342892" rtl="0" algn="l">
              <a:lnSpc>
                <a:spcPct val="150000"/>
              </a:lnSpc>
              <a:spcBef>
                <a:spcPts val="0"/>
              </a:spcBef>
              <a:spcAft>
                <a:spcPts val="0"/>
              </a:spcAft>
              <a:buClr>
                <a:schemeClr val="lt1"/>
              </a:buClr>
              <a:buSzPts val="2100"/>
              <a:buFont typeface="Arial"/>
              <a:buChar char="•"/>
            </a:pPr>
            <a:r>
              <a:rPr lang="en-SG"/>
              <a:t>World Wide Web </a:t>
            </a:r>
            <a:endParaRPr/>
          </a:p>
          <a:p>
            <a:pPr indent="-342892" lvl="0" marL="342892" rtl="0" algn="l">
              <a:lnSpc>
                <a:spcPct val="150000"/>
              </a:lnSpc>
              <a:spcBef>
                <a:spcPts val="0"/>
              </a:spcBef>
              <a:spcAft>
                <a:spcPts val="0"/>
              </a:spcAft>
              <a:buClr>
                <a:schemeClr val="lt1"/>
              </a:buClr>
              <a:buSzPts val="2100"/>
              <a:buFont typeface="Arial"/>
              <a:buChar char="•"/>
            </a:pPr>
            <a:r>
              <a:rPr lang="en-SG"/>
              <a:t>Web Application Architecture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1"/>
          <p:cNvSpPr txBox="1"/>
          <p:nvPr>
            <p:ph idx="1" type="body"/>
          </p:nvPr>
        </p:nvSpPr>
        <p:spPr>
          <a:xfrm>
            <a:off x="1700925" y="1720933"/>
            <a:ext cx="5742300" cy="772886"/>
          </a:xfrm>
          <a:prstGeom prst="rect">
            <a:avLst/>
          </a:prstGeom>
          <a:noFill/>
          <a:ln>
            <a:noFill/>
          </a:ln>
        </p:spPr>
        <p:txBody>
          <a:bodyPr anchorCtr="0" anchor="t" bIns="91425" lIns="91425" spcFirstLastPara="1" rIns="91425" wrap="square" tIns="91425">
            <a:normAutofit fontScale="92500" lnSpcReduction="20000"/>
          </a:bodyPr>
          <a:lstStyle/>
          <a:p>
            <a:pPr indent="-228600" lvl="0" marL="457200" rtl="0" algn="ctr">
              <a:lnSpc>
                <a:spcPct val="150000"/>
              </a:lnSpc>
              <a:spcBef>
                <a:spcPts val="0"/>
              </a:spcBef>
              <a:spcAft>
                <a:spcPts val="0"/>
              </a:spcAft>
              <a:buClr>
                <a:schemeClr val="lt1"/>
              </a:buClr>
              <a:buSzPct val="108107"/>
              <a:buFont typeface="Walter Turncoat"/>
              <a:buNone/>
            </a:pPr>
            <a:r>
              <a:rPr lang="en-SG"/>
              <a:t>What is the World Wide Web ?</a:t>
            </a:r>
            <a:endParaRPr/>
          </a:p>
        </p:txBody>
      </p:sp>
      <p:pic>
        <p:nvPicPr>
          <p:cNvPr id="46" name="Google Shape;46;p71"/>
          <p:cNvPicPr preferRelativeResize="0"/>
          <p:nvPr/>
        </p:nvPicPr>
        <p:blipFill rotWithShape="1">
          <a:blip r:embed="rId3">
            <a:alphaModFix/>
          </a:blip>
          <a:srcRect b="0" l="0" r="0" t="0"/>
          <a:stretch/>
        </p:blipFill>
        <p:spPr>
          <a:xfrm>
            <a:off x="2923547" y="2561753"/>
            <a:ext cx="3296906" cy="3316948"/>
          </a:xfrm>
          <a:prstGeom prst="rect">
            <a:avLst/>
          </a:prstGeom>
          <a:noFill/>
          <a:ln>
            <a:noFill/>
          </a:ln>
        </p:spPr>
      </p:pic>
      <p:sp>
        <p:nvSpPr>
          <p:cNvPr id="47" name="Google Shape;47;p71">
            <a:hlinkClick r:id="rId4"/>
          </p:cNvPr>
          <p:cNvSpPr txBox="1"/>
          <p:nvPr/>
        </p:nvSpPr>
        <p:spPr>
          <a:xfrm>
            <a:off x="2421081" y="6059876"/>
            <a:ext cx="45720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SG" sz="3200" u="none" cap="none" strike="noStrike">
                <a:solidFill>
                  <a:schemeClr val="lt1"/>
                </a:solidFill>
                <a:latin typeface="Arial"/>
                <a:ea typeface="Arial"/>
                <a:cs typeface="Arial"/>
                <a:sym typeface="Arial"/>
              </a:rPr>
              <a:t>https://shorturl.at/afCER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4"/>
          <p:cNvSpPr txBox="1"/>
          <p:nvPr>
            <p:ph idx="1" type="body"/>
          </p:nvPr>
        </p:nvSpPr>
        <p:spPr>
          <a:xfrm>
            <a:off x="1790263" y="1679593"/>
            <a:ext cx="5563475" cy="1435594"/>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lt1"/>
              </a:buClr>
              <a:buSzPts val="2000"/>
              <a:buFont typeface="Walter Turncoat"/>
              <a:buNone/>
            </a:pPr>
            <a:r>
              <a:rPr lang="en-SG" sz="2000"/>
              <a:t>“What was often difficult for people to understand about the design was that there was nothing else beyond URLs, HTTP and HTML. There was no central computer "controlling" the Web, no single network on which these protocols worked, not even organisation anywhere that "ran" the Web. The Web was not a physical "thing" that existed in a certain "place". It was a "space" in which information could exist.” </a:t>
            </a:r>
            <a:br>
              <a:rPr lang="en-SG" sz="2000"/>
            </a:br>
            <a:r>
              <a:rPr lang="en-SG" sz="2000"/>
              <a:t>― </a:t>
            </a:r>
            <a:r>
              <a:rPr b="1" lang="en-SG" sz="2000"/>
              <a:t>Tim Berners-Lee</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3"/>
          <p:cNvSpPr txBox="1"/>
          <p:nvPr>
            <p:ph type="title"/>
          </p:nvPr>
        </p:nvSpPr>
        <p:spPr>
          <a:xfrm>
            <a:off x="2" y="0"/>
            <a:ext cx="9144001" cy="1143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3000"/>
              <a:buFont typeface="Walter Turncoat"/>
              <a:buNone/>
            </a:pPr>
            <a:r>
              <a:rPr lang="en-SG"/>
              <a:t>World Wide Web</a:t>
            </a:r>
            <a:endParaRPr/>
          </a:p>
        </p:txBody>
      </p:sp>
      <p:sp>
        <p:nvSpPr>
          <p:cNvPr id="58" name="Google Shape;58;p3"/>
          <p:cNvSpPr txBox="1"/>
          <p:nvPr>
            <p:ph idx="1" type="body"/>
          </p:nvPr>
        </p:nvSpPr>
        <p:spPr>
          <a:xfrm>
            <a:off x="340545" y="895100"/>
            <a:ext cx="8462915" cy="5097343"/>
          </a:xfrm>
          <a:prstGeom prst="rect">
            <a:avLst/>
          </a:prstGeom>
          <a:noFill/>
          <a:ln>
            <a:noFill/>
          </a:ln>
        </p:spPr>
        <p:txBody>
          <a:bodyPr anchorCtr="0" anchor="t" bIns="91425" lIns="91425" spcFirstLastPara="1" rIns="91425" wrap="square" tIns="91425">
            <a:normAutofit fontScale="92500" lnSpcReduction="20000"/>
          </a:bodyPr>
          <a:lstStyle/>
          <a:p>
            <a:pPr indent="-361950" lvl="0" marL="457200" rtl="0" algn="l">
              <a:lnSpc>
                <a:spcPct val="150000"/>
              </a:lnSpc>
              <a:spcBef>
                <a:spcPts val="0"/>
              </a:spcBef>
              <a:spcAft>
                <a:spcPts val="0"/>
              </a:spcAft>
              <a:buClr>
                <a:schemeClr val="lt1"/>
              </a:buClr>
              <a:buSzPct val="108108"/>
              <a:buFont typeface="Arial"/>
              <a:buChar char="•"/>
            </a:pPr>
            <a:r>
              <a:rPr lang="en-SG"/>
              <a:t>It is a global collection of resources that is build using a set of </a:t>
            </a:r>
            <a:r>
              <a:rPr b="1" lang="en-SG"/>
              <a:t>open</a:t>
            </a:r>
            <a:r>
              <a:rPr lang="en-SG"/>
              <a:t> standard specifications. (tell people how to build it)</a:t>
            </a:r>
            <a:endParaRPr/>
          </a:p>
          <a:p>
            <a:pPr indent="-361950" lvl="0" marL="457200" rtl="0" algn="l">
              <a:lnSpc>
                <a:spcPct val="150000"/>
              </a:lnSpc>
              <a:spcBef>
                <a:spcPts val="0"/>
              </a:spcBef>
              <a:spcAft>
                <a:spcPts val="0"/>
              </a:spcAft>
              <a:buClr>
                <a:schemeClr val="lt1"/>
              </a:buClr>
              <a:buSzPct val="108108"/>
              <a:buFont typeface="Arial"/>
              <a:buChar char="•"/>
            </a:pPr>
            <a:r>
              <a:rPr lang="en-SG"/>
              <a:t>These specifications are:</a:t>
            </a:r>
            <a:endParaRPr/>
          </a:p>
          <a:p>
            <a:pPr indent="-361950" lvl="1" marL="914400" rtl="0" algn="l">
              <a:lnSpc>
                <a:spcPct val="150000"/>
              </a:lnSpc>
              <a:spcBef>
                <a:spcPts val="0"/>
              </a:spcBef>
              <a:spcAft>
                <a:spcPts val="0"/>
              </a:spcAft>
              <a:buSzPct val="108108"/>
              <a:buChar char="─"/>
            </a:pPr>
            <a:r>
              <a:rPr lang="en-SG"/>
              <a:t>Hypertext Transfer Protocol (HTTP/S), a set of rules to define how to request, exchange data, handle errors and security.</a:t>
            </a:r>
            <a:endParaRPr/>
          </a:p>
          <a:p>
            <a:pPr indent="-361950" lvl="1" marL="914400" rtl="0" algn="l">
              <a:lnSpc>
                <a:spcPct val="150000"/>
              </a:lnSpc>
              <a:spcBef>
                <a:spcPts val="0"/>
              </a:spcBef>
              <a:spcAft>
                <a:spcPts val="0"/>
              </a:spcAft>
              <a:buSzPct val="108108"/>
              <a:buChar char="─"/>
            </a:pPr>
            <a:r>
              <a:rPr lang="en-SG"/>
              <a:t>Hyper Text Markup Language(HTML), a markup language use for presentation of data.</a:t>
            </a:r>
            <a:endParaRPr/>
          </a:p>
          <a:p>
            <a:pPr indent="-361950" lvl="1" marL="914400" rtl="0" algn="l">
              <a:lnSpc>
                <a:spcPct val="150000"/>
              </a:lnSpc>
              <a:spcBef>
                <a:spcPts val="0"/>
              </a:spcBef>
              <a:spcAft>
                <a:spcPts val="0"/>
              </a:spcAft>
              <a:buSzPct val="108108"/>
              <a:buChar char="─"/>
            </a:pPr>
            <a:r>
              <a:rPr lang="en-SG"/>
              <a:t>Uniform Resource Locator (URL), a universal identifier of resource that tells you where the resource is.</a:t>
            </a:r>
            <a:endParaRPr/>
          </a:p>
          <a:p>
            <a:pPr indent="-361950" lvl="0" marL="457200" rtl="0" algn="l">
              <a:lnSpc>
                <a:spcPct val="150000"/>
              </a:lnSpc>
              <a:spcBef>
                <a:spcPts val="0"/>
              </a:spcBef>
              <a:spcAft>
                <a:spcPts val="0"/>
              </a:spcAft>
              <a:buClr>
                <a:schemeClr val="lt1"/>
              </a:buClr>
              <a:buSzPct val="108108"/>
              <a:buFont typeface="Arial"/>
              <a:buChar char="•"/>
            </a:pPr>
            <a:r>
              <a:rPr lang="en-SG"/>
              <a:t>Components</a:t>
            </a:r>
            <a:endParaRPr/>
          </a:p>
          <a:p>
            <a:pPr indent="-361950" lvl="1" marL="914400" rtl="0" algn="l">
              <a:lnSpc>
                <a:spcPct val="150000"/>
              </a:lnSpc>
              <a:spcBef>
                <a:spcPts val="0"/>
              </a:spcBef>
              <a:spcAft>
                <a:spcPts val="0"/>
              </a:spcAft>
              <a:buSzPct val="108108"/>
              <a:buChar char="─"/>
            </a:pPr>
            <a:r>
              <a:rPr lang="en-SG"/>
              <a:t>Web Browser</a:t>
            </a:r>
            <a:endParaRPr/>
          </a:p>
          <a:p>
            <a:pPr indent="-361950" lvl="1" marL="914400" rtl="0" algn="l">
              <a:lnSpc>
                <a:spcPct val="150000"/>
              </a:lnSpc>
              <a:spcBef>
                <a:spcPts val="0"/>
              </a:spcBef>
              <a:spcAft>
                <a:spcPts val="0"/>
              </a:spcAft>
              <a:buSzPct val="108108"/>
              <a:buChar char="─"/>
            </a:pPr>
            <a:r>
              <a:rPr lang="en-SG"/>
              <a:t>Web Server</a:t>
            </a:r>
            <a:endParaRPr/>
          </a:p>
          <a:p>
            <a:pPr indent="-361950" lvl="0" marL="457200" rtl="0" algn="l">
              <a:lnSpc>
                <a:spcPct val="150000"/>
              </a:lnSpc>
              <a:spcBef>
                <a:spcPts val="0"/>
              </a:spcBef>
              <a:spcAft>
                <a:spcPts val="0"/>
              </a:spcAft>
              <a:buClr>
                <a:schemeClr val="lt1"/>
              </a:buClr>
              <a:buSzPct val="108108"/>
              <a:buFont typeface="Arial"/>
              <a:buChar char="•"/>
            </a:pPr>
            <a:r>
              <a:rPr lang="en-SG"/>
              <a:t>Is it Centralised or Decentralised today?</a:t>
            </a:r>
            <a:endParaRPr/>
          </a:p>
          <a:p>
            <a:pPr indent="-228600" lvl="0" marL="457200" rtl="0" algn="l">
              <a:lnSpc>
                <a:spcPct val="150000"/>
              </a:lnSpc>
              <a:spcBef>
                <a:spcPts val="0"/>
              </a:spcBef>
              <a:spcAft>
                <a:spcPts val="0"/>
              </a:spcAft>
              <a:buClr>
                <a:schemeClr val="lt1"/>
              </a:buClr>
              <a:buSzPct val="108108"/>
              <a:buFont typeface="Arial"/>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1"/>
          <p:cNvSpPr txBox="1"/>
          <p:nvPr>
            <p:ph type="title"/>
          </p:nvPr>
        </p:nvSpPr>
        <p:spPr>
          <a:xfrm>
            <a:off x="2" y="0"/>
            <a:ext cx="9144001" cy="1143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3000"/>
              <a:buFont typeface="Walter Turncoat"/>
              <a:buNone/>
            </a:pPr>
            <a:r>
              <a:rPr lang="en-SG"/>
              <a:t>Web Application Architecture</a:t>
            </a:r>
            <a:endParaRPr/>
          </a:p>
        </p:txBody>
      </p:sp>
      <p:sp>
        <p:nvSpPr>
          <p:cNvPr id="64" name="Google Shape;64;p11"/>
          <p:cNvSpPr txBox="1"/>
          <p:nvPr>
            <p:ph idx="1" type="body"/>
          </p:nvPr>
        </p:nvSpPr>
        <p:spPr>
          <a:xfrm>
            <a:off x="340545" y="1435432"/>
            <a:ext cx="8462915" cy="5097343"/>
          </a:xfrm>
          <a:prstGeom prst="rect">
            <a:avLst/>
          </a:prstGeom>
          <a:noFill/>
          <a:ln>
            <a:noFill/>
          </a:ln>
        </p:spPr>
        <p:txBody>
          <a:bodyPr anchorCtr="0" anchor="t" bIns="91425" lIns="91425" spcFirstLastPara="1" rIns="91425" wrap="square" tIns="91425">
            <a:normAutofit/>
          </a:bodyPr>
          <a:lstStyle/>
          <a:p>
            <a:pPr indent="-266692" lvl="0" marL="269993" rtl="0" algn="l">
              <a:lnSpc>
                <a:spcPct val="150000"/>
              </a:lnSpc>
              <a:spcBef>
                <a:spcPts val="0"/>
              </a:spcBef>
              <a:spcAft>
                <a:spcPts val="0"/>
              </a:spcAft>
              <a:buClr>
                <a:schemeClr val="lt1"/>
              </a:buClr>
              <a:buSzPts val="2100"/>
              <a:buFont typeface="Arial"/>
              <a:buChar char="•"/>
            </a:pPr>
            <a:r>
              <a:rPr lang="en-SG"/>
              <a:t>Client Server (Centralised)</a:t>
            </a:r>
            <a:endParaRPr/>
          </a:p>
          <a:p>
            <a:pPr indent="-257168" lvl="1" marL="539987" rtl="0" algn="l">
              <a:lnSpc>
                <a:spcPct val="150000"/>
              </a:lnSpc>
              <a:spcBef>
                <a:spcPts val="0"/>
              </a:spcBef>
              <a:spcAft>
                <a:spcPts val="0"/>
              </a:spcAft>
              <a:buClr>
                <a:schemeClr val="lt1"/>
              </a:buClr>
              <a:buSzPts val="2100"/>
              <a:buChar char="─"/>
            </a:pPr>
            <a:r>
              <a:rPr lang="en-SG"/>
              <a:t>Fat Client/Thin Server (Client rendering)</a:t>
            </a:r>
            <a:endParaRPr/>
          </a:p>
          <a:p>
            <a:pPr indent="-257168" lvl="1" marL="539987" rtl="0" algn="l">
              <a:lnSpc>
                <a:spcPct val="150000"/>
              </a:lnSpc>
              <a:spcBef>
                <a:spcPts val="0"/>
              </a:spcBef>
              <a:spcAft>
                <a:spcPts val="0"/>
              </a:spcAft>
              <a:buClr>
                <a:schemeClr val="lt1"/>
              </a:buClr>
              <a:buSzPts val="2100"/>
              <a:buChar char="─"/>
            </a:pPr>
            <a:r>
              <a:rPr lang="en-SG"/>
              <a:t>Thin Client/Fat Server (Server Rendering)</a:t>
            </a:r>
            <a:endParaRPr/>
          </a:p>
          <a:p>
            <a:pPr indent="-266692" lvl="0" marL="269993" rtl="0" algn="l">
              <a:lnSpc>
                <a:spcPct val="150000"/>
              </a:lnSpc>
              <a:spcBef>
                <a:spcPts val="0"/>
              </a:spcBef>
              <a:spcAft>
                <a:spcPts val="0"/>
              </a:spcAft>
              <a:buClr>
                <a:schemeClr val="lt1"/>
              </a:buClr>
              <a:buSzPts val="2100"/>
              <a:buFont typeface="Arial"/>
              <a:buChar char="•"/>
            </a:pPr>
            <a:r>
              <a:rPr lang="en-SG"/>
              <a:t>Peer to Peer (Decentralised/Distributed)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73"/>
          <p:cNvSpPr txBox="1"/>
          <p:nvPr>
            <p:ph type="title"/>
          </p:nvPr>
        </p:nvSpPr>
        <p:spPr>
          <a:xfrm>
            <a:off x="2" y="-68580"/>
            <a:ext cx="9144001" cy="1143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3000"/>
              <a:buFont typeface="Walter Turncoat"/>
              <a:buNone/>
            </a:pPr>
            <a:r>
              <a:rPr lang="en-SG"/>
              <a:t>Client Server Architecture</a:t>
            </a:r>
            <a:endParaRPr/>
          </a:p>
        </p:txBody>
      </p:sp>
      <p:grpSp>
        <p:nvGrpSpPr>
          <p:cNvPr id="70" name="Google Shape;70;p73"/>
          <p:cNvGrpSpPr/>
          <p:nvPr/>
        </p:nvGrpSpPr>
        <p:grpSpPr>
          <a:xfrm>
            <a:off x="848885" y="1272843"/>
            <a:ext cx="1565493" cy="1768089"/>
            <a:chOff x="997475" y="1534428"/>
            <a:chExt cx="1565493" cy="1768089"/>
          </a:xfrm>
        </p:grpSpPr>
        <p:pic>
          <p:nvPicPr>
            <p:cNvPr id="71" name="Google Shape;71;p73"/>
            <p:cNvPicPr preferRelativeResize="0"/>
            <p:nvPr/>
          </p:nvPicPr>
          <p:blipFill rotWithShape="1">
            <a:blip r:embed="rId3">
              <a:alphaModFix/>
            </a:blip>
            <a:srcRect b="0" l="0" r="0" t="0"/>
            <a:stretch/>
          </p:blipFill>
          <p:spPr>
            <a:xfrm>
              <a:off x="1163002" y="1534428"/>
              <a:ext cx="1234440" cy="1031282"/>
            </a:xfrm>
            <a:prstGeom prst="rect">
              <a:avLst/>
            </a:prstGeom>
            <a:noFill/>
            <a:ln>
              <a:noFill/>
            </a:ln>
          </p:spPr>
        </p:pic>
        <p:sp>
          <p:nvSpPr>
            <p:cNvPr id="72" name="Google Shape;72;p73"/>
            <p:cNvSpPr txBox="1"/>
            <p:nvPr/>
          </p:nvSpPr>
          <p:spPr>
            <a:xfrm>
              <a:off x="997475" y="2656186"/>
              <a:ext cx="156549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Arial"/>
                  <a:ea typeface="Arial"/>
                  <a:cs typeface="Arial"/>
                  <a:sym typeface="Arial"/>
                </a:rPr>
                <a:t>Web Browser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Arial"/>
                  <a:ea typeface="Arial"/>
                  <a:cs typeface="Arial"/>
                  <a:sym typeface="Arial"/>
                </a:rPr>
                <a:t>(Thin Client)</a:t>
              </a:r>
              <a:endParaRPr b="0" i="0" sz="1400" u="none" cap="none" strike="noStrike">
                <a:solidFill>
                  <a:srgbClr val="000000"/>
                </a:solidFill>
                <a:latin typeface="Arial"/>
                <a:ea typeface="Arial"/>
                <a:cs typeface="Arial"/>
                <a:sym typeface="Arial"/>
              </a:endParaRPr>
            </a:p>
          </p:txBody>
        </p:sp>
      </p:grpSp>
      <p:grpSp>
        <p:nvGrpSpPr>
          <p:cNvPr id="73" name="Google Shape;73;p73"/>
          <p:cNvGrpSpPr/>
          <p:nvPr/>
        </p:nvGrpSpPr>
        <p:grpSpPr>
          <a:xfrm>
            <a:off x="6772654" y="1338913"/>
            <a:ext cx="1853503" cy="1563519"/>
            <a:chOff x="6772654" y="1619470"/>
            <a:chExt cx="1853503" cy="1563519"/>
          </a:xfrm>
        </p:grpSpPr>
        <p:grpSp>
          <p:nvGrpSpPr>
            <p:cNvPr id="74" name="Google Shape;74;p73"/>
            <p:cNvGrpSpPr/>
            <p:nvPr/>
          </p:nvGrpSpPr>
          <p:grpSpPr>
            <a:xfrm>
              <a:off x="6772654" y="1619470"/>
              <a:ext cx="1398781" cy="1563519"/>
              <a:chOff x="6772654" y="1619470"/>
              <a:chExt cx="1398781" cy="1563519"/>
            </a:xfrm>
          </p:grpSpPr>
          <p:pic>
            <p:nvPicPr>
              <p:cNvPr descr="File Server_Updated2005" id="75" name="Google Shape;75;p73"/>
              <p:cNvPicPr preferRelativeResize="0"/>
              <p:nvPr/>
            </p:nvPicPr>
            <p:blipFill rotWithShape="1">
              <a:blip r:embed="rId4">
                <a:alphaModFix/>
              </a:blip>
              <a:srcRect b="0" l="0" r="0" t="0"/>
              <a:stretch/>
            </p:blipFill>
            <p:spPr>
              <a:xfrm>
                <a:off x="7075170" y="1619470"/>
                <a:ext cx="793750" cy="1055688"/>
              </a:xfrm>
              <a:prstGeom prst="rect">
                <a:avLst/>
              </a:prstGeom>
              <a:noFill/>
              <a:ln>
                <a:noFill/>
              </a:ln>
            </p:spPr>
          </p:pic>
          <p:sp>
            <p:nvSpPr>
              <p:cNvPr id="76" name="Google Shape;76;p73"/>
              <p:cNvSpPr txBox="1"/>
              <p:nvPr/>
            </p:nvSpPr>
            <p:spPr>
              <a:xfrm>
                <a:off x="6772654" y="2813657"/>
                <a:ext cx="13987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Arial"/>
                    <a:ea typeface="Arial"/>
                    <a:cs typeface="Arial"/>
                    <a:sym typeface="Arial"/>
                  </a:rPr>
                  <a:t>Web Server</a:t>
                </a:r>
                <a:endParaRPr b="0" i="0" sz="1400" u="none" cap="none" strike="noStrike">
                  <a:solidFill>
                    <a:srgbClr val="000000"/>
                  </a:solidFill>
                  <a:latin typeface="Arial"/>
                  <a:ea typeface="Arial"/>
                  <a:cs typeface="Arial"/>
                  <a:sym typeface="Arial"/>
                </a:endParaRPr>
              </a:p>
            </p:txBody>
          </p:sp>
        </p:grpSp>
        <p:pic>
          <p:nvPicPr>
            <p:cNvPr id="77" name="Google Shape;77;p73"/>
            <p:cNvPicPr preferRelativeResize="0"/>
            <p:nvPr/>
          </p:nvPicPr>
          <p:blipFill rotWithShape="1">
            <a:blip r:embed="rId5">
              <a:alphaModFix/>
            </a:blip>
            <a:srcRect b="0" l="0" r="0" t="0"/>
            <a:stretch/>
          </p:blipFill>
          <p:spPr>
            <a:xfrm>
              <a:off x="7958138" y="2184815"/>
              <a:ext cx="668019" cy="534266"/>
            </a:xfrm>
            <a:prstGeom prst="rect">
              <a:avLst/>
            </a:prstGeom>
            <a:noFill/>
            <a:ln>
              <a:noFill/>
            </a:ln>
          </p:spPr>
        </p:pic>
      </p:grpSp>
      <p:sp>
        <p:nvSpPr>
          <p:cNvPr id="78" name="Google Shape;78;p73"/>
          <p:cNvSpPr/>
          <p:nvPr/>
        </p:nvSpPr>
        <p:spPr>
          <a:xfrm>
            <a:off x="9707464" y="5486469"/>
            <a:ext cx="914400" cy="914400"/>
          </a:xfrm>
          <a:prstGeom prst="rect">
            <a:avLst/>
          </a:prstGeom>
          <a:solidFill>
            <a:schemeClr val="accent1"/>
          </a:solidFill>
          <a:ln cap="flat" cmpd="sng" w="25400">
            <a:solidFill>
              <a:srgbClr val="A1A1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79" name="Google Shape;79;p73"/>
          <p:cNvSpPr/>
          <p:nvPr/>
        </p:nvSpPr>
        <p:spPr>
          <a:xfrm>
            <a:off x="9707464" y="4418919"/>
            <a:ext cx="914400" cy="914400"/>
          </a:xfrm>
          <a:prstGeom prst="rect">
            <a:avLst/>
          </a:prstGeom>
          <a:solidFill>
            <a:schemeClr val="accent1"/>
          </a:solidFill>
          <a:ln cap="flat" cmpd="sng" w="25400">
            <a:solidFill>
              <a:srgbClr val="A1A1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javascript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80" name="Google Shape;80;p73"/>
          <p:cNvSpPr/>
          <p:nvPr/>
        </p:nvSpPr>
        <p:spPr>
          <a:xfrm>
            <a:off x="10852614" y="5537369"/>
            <a:ext cx="914400" cy="914400"/>
          </a:xfrm>
          <a:prstGeom prst="rect">
            <a:avLst/>
          </a:prstGeom>
          <a:solidFill>
            <a:schemeClr val="accent1"/>
          </a:solidFill>
          <a:ln cap="flat" cmpd="sng" w="25400">
            <a:solidFill>
              <a:srgbClr val="A1A1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 JSON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81" name="Google Shape;81;p73"/>
          <p:cNvCxnSpPr/>
          <p:nvPr/>
        </p:nvCxnSpPr>
        <p:spPr>
          <a:xfrm>
            <a:off x="2414378" y="1736340"/>
            <a:ext cx="4484022" cy="0"/>
          </a:xfrm>
          <a:prstGeom prst="straightConnector1">
            <a:avLst/>
          </a:prstGeom>
          <a:noFill/>
          <a:ln cap="flat" cmpd="sng" w="38100">
            <a:solidFill>
              <a:srgbClr val="00B050"/>
            </a:solidFill>
            <a:prstDash val="solid"/>
            <a:round/>
            <a:headEnd len="sm" w="sm" type="none"/>
            <a:tailEnd len="med" w="med" type="triangle"/>
          </a:ln>
        </p:spPr>
      </p:cxnSp>
      <p:sp>
        <p:nvSpPr>
          <p:cNvPr id="82" name="Google Shape;82;p73"/>
          <p:cNvSpPr txBox="1"/>
          <p:nvPr/>
        </p:nvSpPr>
        <p:spPr>
          <a:xfrm>
            <a:off x="3023755" y="1376361"/>
            <a:ext cx="3138054"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B050"/>
                </a:solidFill>
                <a:latin typeface="Arial"/>
                <a:ea typeface="Arial"/>
                <a:cs typeface="Arial"/>
                <a:sym typeface="Arial"/>
              </a:rPr>
              <a:t>HTTP Request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B05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B050"/>
                </a:solidFill>
                <a:latin typeface="Arial"/>
                <a:ea typeface="Arial"/>
                <a:cs typeface="Arial"/>
                <a:sym typeface="Arial"/>
              </a:rPr>
              <a:t>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B050"/>
                </a:solidFill>
                <a:latin typeface="Courier New"/>
                <a:ea typeface="Courier New"/>
                <a:cs typeface="Courier New"/>
                <a:sym typeface="Courier New"/>
              </a:rPr>
              <a:t>GET /class?id=24SH09</a:t>
            </a:r>
            <a:endParaRPr b="0" i="0" sz="1400" u="none" cap="none" strike="noStrike">
              <a:solidFill>
                <a:srgbClr val="000000"/>
              </a:solidFill>
              <a:latin typeface="Courier New"/>
              <a:ea typeface="Courier New"/>
              <a:cs typeface="Courier New"/>
              <a:sym typeface="Courier New"/>
            </a:endParaRPr>
          </a:p>
        </p:txBody>
      </p:sp>
      <p:sp>
        <p:nvSpPr>
          <p:cNvPr id="83" name="Google Shape;83;p73"/>
          <p:cNvSpPr/>
          <p:nvPr/>
        </p:nvSpPr>
        <p:spPr>
          <a:xfrm>
            <a:off x="7018723" y="1736340"/>
            <a:ext cx="338846" cy="383503"/>
          </a:xfrm>
          <a:prstGeom prst="rightBrace">
            <a:avLst>
              <a:gd fmla="val 8333" name="adj1"/>
              <a:gd fmla="val 53057" name="adj2"/>
            </a:avLst>
          </a:prstGeom>
          <a:noFill/>
          <a:ln cap="flat" cmpd="sng" w="9525">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rgbClr val="008000"/>
              </a:highlight>
              <a:latin typeface="Arial"/>
              <a:ea typeface="Arial"/>
              <a:cs typeface="Arial"/>
              <a:sym typeface="Arial"/>
            </a:endParaRPr>
          </a:p>
        </p:txBody>
      </p:sp>
      <p:sp>
        <p:nvSpPr>
          <p:cNvPr id="84" name="Google Shape;84;p73"/>
          <p:cNvSpPr/>
          <p:nvPr/>
        </p:nvSpPr>
        <p:spPr>
          <a:xfrm>
            <a:off x="6037118" y="2997007"/>
            <a:ext cx="2977911" cy="1720463"/>
          </a:xfrm>
          <a:prstGeom prst="rect">
            <a:avLst/>
          </a:prstGeom>
          <a:solidFill>
            <a:schemeClr val="accent1"/>
          </a:solidFill>
          <a:ln cap="flat" cmpd="sng" w="25400">
            <a:solidFill>
              <a:srgbClr val="A1A1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CALL get_class(id=‘24SH09)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RETURNS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&lt;html&gt;</a:t>
            </a:r>
            <a:endParaRPr b="0" i="0" sz="14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 &lt;body&gt;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a:t>
            </a:r>
            <a:endParaRPr b="0" i="0" sz="1400" u="none" cap="none" strike="noStrike">
              <a:solidFill>
                <a:srgbClr val="000000"/>
              </a:solidFill>
              <a:latin typeface="Courier New"/>
              <a:ea typeface="Courier New"/>
              <a:cs typeface="Courier New"/>
              <a:sym typeface="Courier New"/>
            </a:endParaRPr>
          </a:p>
        </p:txBody>
      </p:sp>
      <p:cxnSp>
        <p:nvCxnSpPr>
          <p:cNvPr id="85" name="Google Shape;85;p73"/>
          <p:cNvCxnSpPr/>
          <p:nvPr/>
        </p:nvCxnSpPr>
        <p:spPr>
          <a:xfrm rot="10800000">
            <a:off x="2414377" y="3817069"/>
            <a:ext cx="3622741" cy="2025"/>
          </a:xfrm>
          <a:prstGeom prst="straightConnector1">
            <a:avLst/>
          </a:prstGeom>
          <a:noFill/>
          <a:ln cap="flat" cmpd="sng" w="38100">
            <a:solidFill>
              <a:srgbClr val="00B050"/>
            </a:solidFill>
            <a:prstDash val="solid"/>
            <a:round/>
            <a:headEnd len="sm" w="sm" type="none"/>
            <a:tailEnd len="med" w="med" type="triangle"/>
          </a:ln>
        </p:spPr>
      </p:cxnSp>
      <p:sp>
        <p:nvSpPr>
          <p:cNvPr id="86" name="Google Shape;86;p73"/>
          <p:cNvSpPr txBox="1"/>
          <p:nvPr/>
        </p:nvSpPr>
        <p:spPr>
          <a:xfrm>
            <a:off x="3023755" y="3398736"/>
            <a:ext cx="2320928"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B050"/>
                </a:solidFill>
                <a:latin typeface="Arial"/>
                <a:ea typeface="Arial"/>
                <a:cs typeface="Arial"/>
                <a:sym typeface="Arial"/>
              </a:rPr>
              <a:t>HTTP Response</a:t>
            </a:r>
            <a:endParaRPr b="0" i="0" sz="1400" u="none" cap="none" strike="noStrike">
              <a:solidFill>
                <a:srgbClr val="000000"/>
              </a:solidFill>
              <a:latin typeface="Arial"/>
              <a:ea typeface="Arial"/>
              <a:cs typeface="Arial"/>
              <a:sym typeface="Arial"/>
            </a:endParaRPr>
          </a:p>
        </p:txBody>
      </p:sp>
      <p:grpSp>
        <p:nvGrpSpPr>
          <p:cNvPr id="87" name="Google Shape;87;p73"/>
          <p:cNvGrpSpPr/>
          <p:nvPr/>
        </p:nvGrpSpPr>
        <p:grpSpPr>
          <a:xfrm>
            <a:off x="128972" y="3583381"/>
            <a:ext cx="2285406" cy="2868388"/>
            <a:chOff x="128972" y="3583381"/>
            <a:chExt cx="2285406" cy="2868388"/>
          </a:xfrm>
        </p:grpSpPr>
        <p:sp>
          <p:nvSpPr>
            <p:cNvPr id="88" name="Google Shape;88;p73"/>
            <p:cNvSpPr/>
            <p:nvPr/>
          </p:nvSpPr>
          <p:spPr>
            <a:xfrm>
              <a:off x="128972" y="3583381"/>
              <a:ext cx="2285406" cy="2868388"/>
            </a:xfrm>
            <a:prstGeom prst="rect">
              <a:avLst/>
            </a:prstGeom>
            <a:solidFill>
              <a:schemeClr val="accent1"/>
            </a:solidFill>
            <a:ln cap="flat" cmpd="sng" w="25400">
              <a:solidFill>
                <a:srgbClr val="A1A1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SG" sz="2800" u="none" cap="none" strike="noStrike">
                  <a:solidFill>
                    <a:srgbClr val="FF0000"/>
                  </a:solidFill>
                  <a:latin typeface="Eater"/>
                  <a:ea typeface="Eater"/>
                  <a:cs typeface="Eater"/>
                  <a:sym typeface="Eater"/>
                </a:rPr>
                <a:t>24SH09</a:t>
              </a:r>
              <a:endParaRPr b="1" i="0" sz="2800" u="none" cap="none" strike="noStrike">
                <a:solidFill>
                  <a:srgbClr val="FF0000"/>
                </a:solidFill>
                <a:latin typeface="Eater"/>
                <a:ea typeface="Eater"/>
                <a:cs typeface="Eater"/>
                <a:sym typeface="Eater"/>
              </a:endParaRPr>
            </a:p>
          </p:txBody>
        </p:sp>
        <p:pic>
          <p:nvPicPr>
            <p:cNvPr id="89" name="Google Shape;89;p73"/>
            <p:cNvPicPr preferRelativeResize="0"/>
            <p:nvPr/>
          </p:nvPicPr>
          <p:blipFill rotWithShape="1">
            <a:blip r:embed="rId6">
              <a:alphaModFix/>
            </a:blip>
            <a:srcRect b="0" l="0" r="0" t="0"/>
            <a:stretch/>
          </p:blipFill>
          <p:spPr>
            <a:xfrm>
              <a:off x="173590" y="4030439"/>
              <a:ext cx="780552" cy="780552"/>
            </a:xfrm>
            <a:prstGeom prst="rect">
              <a:avLst/>
            </a:prstGeom>
            <a:noFill/>
            <a:ln>
              <a:noFill/>
            </a:ln>
          </p:spPr>
        </p:pic>
        <p:sp>
          <p:nvSpPr>
            <p:cNvPr id="90" name="Google Shape;90;p73"/>
            <p:cNvSpPr txBox="1"/>
            <p:nvPr/>
          </p:nvSpPr>
          <p:spPr>
            <a:xfrm>
              <a:off x="1014412" y="4030439"/>
              <a:ext cx="1324543" cy="954107"/>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SG" sz="1400" u="sng" cap="none" strike="noStrike">
                  <a:solidFill>
                    <a:srgbClr val="FF0000"/>
                  </a:solidFill>
                  <a:latin typeface="Arial Rounded"/>
                  <a:ea typeface="Arial Rounded"/>
                  <a:cs typeface="Arial Rounded"/>
                  <a:sym typeface="Arial Rounded"/>
                </a:rPr>
                <a:t>AI Bob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SG" sz="1400" u="none" cap="none" strike="noStrike">
                  <a:solidFill>
                    <a:srgbClr val="000000"/>
                  </a:solidFill>
                  <a:latin typeface="Arial Rounded"/>
                  <a:ea typeface="Arial Rounded"/>
                  <a:cs typeface="Arial Rounded"/>
                  <a:sym typeface="Arial Rounded"/>
                </a:rPr>
                <a:t>10,Male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rgbClr val="000000"/>
                </a:buClr>
                <a:buSzPts val="1400"/>
                <a:buFont typeface="Arial"/>
                <a:buNone/>
              </a:pPr>
              <a:r>
                <a:rPr b="1" i="0" lang="en-SG" sz="1400" u="none" cap="none" strike="noStrike">
                  <a:solidFill>
                    <a:srgbClr val="000000"/>
                  </a:solidFill>
                  <a:latin typeface="Arial Rounded"/>
                  <a:ea typeface="Arial Rounded"/>
                  <a:cs typeface="Arial Rounded"/>
                  <a:sym typeface="Arial Rounded"/>
                </a:rPr>
                <a:t>Likes Talking</a:t>
              </a:r>
              <a:endParaRPr b="1" i="0" sz="1400" u="none" cap="none" strike="noStrike">
                <a:solidFill>
                  <a:srgbClr val="000000"/>
                </a:solidFill>
                <a:latin typeface="Arial Rounded"/>
                <a:ea typeface="Arial Rounded"/>
                <a:cs typeface="Arial Rounded"/>
                <a:sym typeface="Arial Rounded"/>
              </a:endParaRPr>
            </a:p>
          </p:txBody>
        </p:sp>
        <p:pic>
          <p:nvPicPr>
            <p:cNvPr id="91" name="Google Shape;91;p73"/>
            <p:cNvPicPr preferRelativeResize="0"/>
            <p:nvPr/>
          </p:nvPicPr>
          <p:blipFill rotWithShape="1">
            <a:blip r:embed="rId7">
              <a:alphaModFix/>
            </a:blip>
            <a:srcRect b="0" l="0" r="0" t="0"/>
            <a:stretch/>
          </p:blipFill>
          <p:spPr>
            <a:xfrm>
              <a:off x="177346" y="5058148"/>
              <a:ext cx="780552" cy="780552"/>
            </a:xfrm>
            <a:prstGeom prst="rect">
              <a:avLst/>
            </a:prstGeom>
            <a:noFill/>
            <a:ln>
              <a:noFill/>
            </a:ln>
          </p:spPr>
        </p:pic>
        <p:sp>
          <p:nvSpPr>
            <p:cNvPr id="92" name="Google Shape;92;p73"/>
            <p:cNvSpPr txBox="1"/>
            <p:nvPr/>
          </p:nvSpPr>
          <p:spPr>
            <a:xfrm>
              <a:off x="1023866" y="5058148"/>
              <a:ext cx="1324543" cy="954107"/>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SG" sz="1400" u="sng" cap="none" strike="noStrike">
                  <a:solidFill>
                    <a:srgbClr val="FF0000"/>
                  </a:solidFill>
                  <a:latin typeface="Arial Rounded"/>
                  <a:ea typeface="Arial Rounded"/>
                  <a:cs typeface="Arial Rounded"/>
                  <a:sym typeface="Arial Rounded"/>
                </a:rPr>
                <a:t>Super Kid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SG" sz="1400" u="none" cap="none" strike="noStrike">
                  <a:solidFill>
                    <a:srgbClr val="000000"/>
                  </a:solidFill>
                  <a:latin typeface="Arial Rounded"/>
                  <a:ea typeface="Arial Rounded"/>
                  <a:cs typeface="Arial Rounded"/>
                  <a:sym typeface="Arial Rounded"/>
                </a:rPr>
                <a:t>8,Female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rgbClr val="000000"/>
                </a:buClr>
                <a:buSzPts val="1400"/>
                <a:buFont typeface="Arial"/>
                <a:buNone/>
              </a:pPr>
              <a:r>
                <a:rPr b="1" i="0" lang="en-SG" sz="1400" u="none" cap="none" strike="noStrike">
                  <a:solidFill>
                    <a:srgbClr val="000000"/>
                  </a:solidFill>
                  <a:latin typeface="Arial Rounded"/>
                  <a:ea typeface="Arial Rounded"/>
                  <a:cs typeface="Arial Rounded"/>
                  <a:sym typeface="Arial Rounded"/>
                </a:rPr>
                <a:t>Likes Flying</a:t>
              </a:r>
              <a:endParaRPr b="1" i="0" sz="1400" u="none" cap="none" strike="noStrike">
                <a:solidFill>
                  <a:srgbClr val="000000"/>
                </a:solidFill>
                <a:latin typeface="Arial Rounded"/>
                <a:ea typeface="Arial Rounded"/>
                <a:cs typeface="Arial Rounded"/>
                <a:sym typeface="Arial Rounde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74"/>
          <p:cNvSpPr txBox="1"/>
          <p:nvPr>
            <p:ph type="title"/>
          </p:nvPr>
        </p:nvSpPr>
        <p:spPr>
          <a:xfrm>
            <a:off x="2" y="-68580"/>
            <a:ext cx="9144001" cy="1143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3000"/>
              <a:buFont typeface="Walter Turncoat"/>
              <a:buNone/>
            </a:pPr>
            <a:r>
              <a:rPr lang="en-SG"/>
              <a:t>Client Server Architecture</a:t>
            </a:r>
            <a:endParaRPr/>
          </a:p>
        </p:txBody>
      </p:sp>
      <p:grpSp>
        <p:nvGrpSpPr>
          <p:cNvPr id="98" name="Google Shape;98;p74"/>
          <p:cNvGrpSpPr/>
          <p:nvPr/>
        </p:nvGrpSpPr>
        <p:grpSpPr>
          <a:xfrm>
            <a:off x="848885" y="1272843"/>
            <a:ext cx="1565493" cy="1768089"/>
            <a:chOff x="997475" y="1534428"/>
            <a:chExt cx="1565493" cy="1768089"/>
          </a:xfrm>
        </p:grpSpPr>
        <p:pic>
          <p:nvPicPr>
            <p:cNvPr id="99" name="Google Shape;99;p74"/>
            <p:cNvPicPr preferRelativeResize="0"/>
            <p:nvPr/>
          </p:nvPicPr>
          <p:blipFill rotWithShape="1">
            <a:blip r:embed="rId3">
              <a:alphaModFix/>
            </a:blip>
            <a:srcRect b="0" l="0" r="0" t="0"/>
            <a:stretch/>
          </p:blipFill>
          <p:spPr>
            <a:xfrm>
              <a:off x="1163002" y="1534428"/>
              <a:ext cx="1234440" cy="1031282"/>
            </a:xfrm>
            <a:prstGeom prst="rect">
              <a:avLst/>
            </a:prstGeom>
            <a:noFill/>
            <a:ln>
              <a:noFill/>
            </a:ln>
          </p:spPr>
        </p:pic>
        <p:sp>
          <p:nvSpPr>
            <p:cNvPr id="100" name="Google Shape;100;p74"/>
            <p:cNvSpPr txBox="1"/>
            <p:nvPr/>
          </p:nvSpPr>
          <p:spPr>
            <a:xfrm>
              <a:off x="997475" y="2656186"/>
              <a:ext cx="156549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Arial"/>
                  <a:ea typeface="Arial"/>
                  <a:cs typeface="Arial"/>
                  <a:sym typeface="Arial"/>
                </a:rPr>
                <a:t>Web Browser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Arial"/>
                  <a:ea typeface="Arial"/>
                  <a:cs typeface="Arial"/>
                  <a:sym typeface="Arial"/>
                </a:rPr>
                <a:t>(Fat Client)</a:t>
              </a:r>
              <a:endParaRPr b="0" i="0" sz="1400" u="none" cap="none" strike="noStrike">
                <a:solidFill>
                  <a:srgbClr val="000000"/>
                </a:solidFill>
                <a:latin typeface="Arial"/>
                <a:ea typeface="Arial"/>
                <a:cs typeface="Arial"/>
                <a:sym typeface="Arial"/>
              </a:endParaRPr>
            </a:p>
          </p:txBody>
        </p:sp>
      </p:grpSp>
      <p:grpSp>
        <p:nvGrpSpPr>
          <p:cNvPr id="101" name="Google Shape;101;p74"/>
          <p:cNvGrpSpPr/>
          <p:nvPr/>
        </p:nvGrpSpPr>
        <p:grpSpPr>
          <a:xfrm>
            <a:off x="6772654" y="1338913"/>
            <a:ext cx="1853503" cy="4788148"/>
            <a:chOff x="6772654" y="1619470"/>
            <a:chExt cx="1853503" cy="4788148"/>
          </a:xfrm>
        </p:grpSpPr>
        <p:grpSp>
          <p:nvGrpSpPr>
            <p:cNvPr id="102" name="Google Shape;102;p74"/>
            <p:cNvGrpSpPr/>
            <p:nvPr/>
          </p:nvGrpSpPr>
          <p:grpSpPr>
            <a:xfrm>
              <a:off x="6772654" y="1619470"/>
              <a:ext cx="1398781" cy="4788148"/>
              <a:chOff x="6772654" y="1619470"/>
              <a:chExt cx="1398781" cy="4788148"/>
            </a:xfrm>
          </p:grpSpPr>
          <p:pic>
            <p:nvPicPr>
              <p:cNvPr descr="File Server_Updated2005" id="103" name="Google Shape;103;p74"/>
              <p:cNvPicPr preferRelativeResize="0"/>
              <p:nvPr/>
            </p:nvPicPr>
            <p:blipFill rotWithShape="1">
              <a:blip r:embed="rId4">
                <a:alphaModFix/>
              </a:blip>
              <a:srcRect b="0" l="0" r="0" t="0"/>
              <a:stretch/>
            </p:blipFill>
            <p:spPr>
              <a:xfrm>
                <a:off x="7075170" y="1619470"/>
                <a:ext cx="793750" cy="1055688"/>
              </a:xfrm>
              <a:prstGeom prst="rect">
                <a:avLst/>
              </a:prstGeom>
              <a:noFill/>
              <a:ln>
                <a:noFill/>
              </a:ln>
            </p:spPr>
          </p:pic>
          <p:sp>
            <p:nvSpPr>
              <p:cNvPr id="104" name="Google Shape;104;p74"/>
              <p:cNvSpPr txBox="1"/>
              <p:nvPr/>
            </p:nvSpPr>
            <p:spPr>
              <a:xfrm>
                <a:off x="6772654" y="2813657"/>
                <a:ext cx="13987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Arial"/>
                    <a:ea typeface="Arial"/>
                    <a:cs typeface="Arial"/>
                    <a:sym typeface="Arial"/>
                  </a:rPr>
                  <a:t>Web Server</a:t>
                </a:r>
                <a:endParaRPr b="0" i="0" sz="1400" u="none" cap="none" strike="noStrike">
                  <a:solidFill>
                    <a:srgbClr val="000000"/>
                  </a:solidFill>
                  <a:latin typeface="Arial"/>
                  <a:ea typeface="Arial"/>
                  <a:cs typeface="Arial"/>
                  <a:sym typeface="Arial"/>
                </a:endParaRPr>
              </a:p>
            </p:txBody>
          </p:sp>
          <p:pic>
            <p:nvPicPr>
              <p:cNvPr descr="File Server_Updated2005" id="105" name="Google Shape;105;p74"/>
              <p:cNvPicPr preferRelativeResize="0"/>
              <p:nvPr/>
            </p:nvPicPr>
            <p:blipFill rotWithShape="1">
              <a:blip r:embed="rId4">
                <a:alphaModFix/>
              </a:blip>
              <a:srcRect b="0" l="0" r="0" t="0"/>
              <a:stretch/>
            </p:blipFill>
            <p:spPr>
              <a:xfrm>
                <a:off x="6997835" y="5351930"/>
                <a:ext cx="793750" cy="1055688"/>
              </a:xfrm>
              <a:prstGeom prst="rect">
                <a:avLst/>
              </a:prstGeom>
              <a:noFill/>
              <a:ln>
                <a:noFill/>
              </a:ln>
            </p:spPr>
          </p:pic>
        </p:grpSp>
        <p:pic>
          <p:nvPicPr>
            <p:cNvPr id="106" name="Google Shape;106;p74"/>
            <p:cNvPicPr preferRelativeResize="0"/>
            <p:nvPr/>
          </p:nvPicPr>
          <p:blipFill rotWithShape="1">
            <a:blip r:embed="rId5">
              <a:alphaModFix/>
            </a:blip>
            <a:srcRect b="0" l="0" r="0" t="0"/>
            <a:stretch/>
          </p:blipFill>
          <p:spPr>
            <a:xfrm>
              <a:off x="7958138" y="2184815"/>
              <a:ext cx="668019" cy="534266"/>
            </a:xfrm>
            <a:prstGeom prst="rect">
              <a:avLst/>
            </a:prstGeom>
            <a:noFill/>
            <a:ln>
              <a:noFill/>
            </a:ln>
          </p:spPr>
        </p:pic>
        <p:pic>
          <p:nvPicPr>
            <p:cNvPr id="107" name="Google Shape;107;p74"/>
            <p:cNvPicPr preferRelativeResize="0"/>
            <p:nvPr/>
          </p:nvPicPr>
          <p:blipFill rotWithShape="1">
            <a:blip r:embed="rId5">
              <a:alphaModFix/>
            </a:blip>
            <a:srcRect b="0" l="0" r="0" t="0"/>
            <a:stretch/>
          </p:blipFill>
          <p:spPr>
            <a:xfrm>
              <a:off x="7714671" y="5064835"/>
              <a:ext cx="668019" cy="534266"/>
            </a:xfrm>
            <a:prstGeom prst="rect">
              <a:avLst/>
            </a:prstGeom>
            <a:noFill/>
            <a:ln>
              <a:noFill/>
            </a:ln>
          </p:spPr>
        </p:pic>
      </p:grpSp>
      <p:cxnSp>
        <p:nvCxnSpPr>
          <p:cNvPr id="108" name="Google Shape;108;p74"/>
          <p:cNvCxnSpPr/>
          <p:nvPr/>
        </p:nvCxnSpPr>
        <p:spPr>
          <a:xfrm>
            <a:off x="2414378" y="1736340"/>
            <a:ext cx="4484022" cy="0"/>
          </a:xfrm>
          <a:prstGeom prst="straightConnector1">
            <a:avLst/>
          </a:prstGeom>
          <a:noFill/>
          <a:ln cap="flat" cmpd="sng" w="38100">
            <a:solidFill>
              <a:srgbClr val="00B050"/>
            </a:solidFill>
            <a:prstDash val="solid"/>
            <a:round/>
            <a:headEnd len="sm" w="sm" type="none"/>
            <a:tailEnd len="med" w="med" type="triangle"/>
          </a:ln>
        </p:spPr>
      </p:cxnSp>
      <p:sp>
        <p:nvSpPr>
          <p:cNvPr id="109" name="Google Shape;109;p74"/>
          <p:cNvSpPr txBox="1"/>
          <p:nvPr/>
        </p:nvSpPr>
        <p:spPr>
          <a:xfrm>
            <a:off x="3023755" y="1376361"/>
            <a:ext cx="3138054"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B050"/>
                </a:solidFill>
                <a:latin typeface="Arial"/>
                <a:ea typeface="Arial"/>
                <a:cs typeface="Arial"/>
                <a:sym typeface="Arial"/>
              </a:rPr>
              <a:t>HTTP Request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B05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B050"/>
                </a:solidFill>
                <a:latin typeface="Arial"/>
                <a:ea typeface="Arial"/>
                <a:cs typeface="Arial"/>
                <a:sym typeface="Arial"/>
              </a:rPr>
              <a:t>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B050"/>
                </a:solidFill>
                <a:latin typeface="Courier New"/>
                <a:ea typeface="Courier New"/>
                <a:cs typeface="Courier New"/>
                <a:sym typeface="Courier New"/>
              </a:rPr>
              <a:t>GET /class</a:t>
            </a:r>
            <a:endParaRPr b="0" i="0" sz="1400" u="none" cap="none" strike="noStrike">
              <a:solidFill>
                <a:srgbClr val="000000"/>
              </a:solidFill>
              <a:latin typeface="Courier New"/>
              <a:ea typeface="Courier New"/>
              <a:cs typeface="Courier New"/>
              <a:sym typeface="Courier New"/>
            </a:endParaRPr>
          </a:p>
        </p:txBody>
      </p:sp>
      <p:sp>
        <p:nvSpPr>
          <p:cNvPr id="110" name="Google Shape;110;p74"/>
          <p:cNvSpPr/>
          <p:nvPr/>
        </p:nvSpPr>
        <p:spPr>
          <a:xfrm>
            <a:off x="7018723" y="1736340"/>
            <a:ext cx="338846" cy="383503"/>
          </a:xfrm>
          <a:prstGeom prst="rightBrace">
            <a:avLst>
              <a:gd fmla="val 8333" name="adj1"/>
              <a:gd fmla="val 53057" name="adj2"/>
            </a:avLst>
          </a:prstGeom>
          <a:noFill/>
          <a:ln cap="flat" cmpd="sng" w="9525">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rgbClr val="008000"/>
              </a:highlight>
              <a:latin typeface="Arial"/>
              <a:ea typeface="Arial"/>
              <a:cs typeface="Arial"/>
              <a:sym typeface="Arial"/>
            </a:endParaRPr>
          </a:p>
        </p:txBody>
      </p:sp>
      <p:sp>
        <p:nvSpPr>
          <p:cNvPr id="111" name="Google Shape;111;p74"/>
          <p:cNvSpPr/>
          <p:nvPr/>
        </p:nvSpPr>
        <p:spPr>
          <a:xfrm>
            <a:off x="6037118" y="2997008"/>
            <a:ext cx="2977911" cy="1421912"/>
          </a:xfrm>
          <a:prstGeom prst="rect">
            <a:avLst/>
          </a:prstGeom>
          <a:solidFill>
            <a:schemeClr val="accent1"/>
          </a:solidFill>
          <a:ln cap="flat" cmpd="sng" w="25400">
            <a:solidFill>
              <a:srgbClr val="A1A1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&lt;html&gt;</a:t>
            </a:r>
            <a:endParaRPr b="0" i="0" sz="14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   &lt;script&gt;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   &lt;/script&gt;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 &lt;body&gt;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400" u="none" cap="none" strike="noStrike">
                <a:solidFill>
                  <a:srgbClr val="000000"/>
                </a:solidFill>
                <a:latin typeface="Courier New"/>
                <a:ea typeface="Courier New"/>
                <a:cs typeface="Courier New"/>
                <a:sym typeface="Courier New"/>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Courier New"/>
              <a:ea typeface="Courier New"/>
              <a:cs typeface="Courier New"/>
              <a:sym typeface="Courier New"/>
            </a:endParaRPr>
          </a:p>
        </p:txBody>
      </p:sp>
      <p:cxnSp>
        <p:nvCxnSpPr>
          <p:cNvPr id="112" name="Google Shape;112;p74"/>
          <p:cNvCxnSpPr/>
          <p:nvPr/>
        </p:nvCxnSpPr>
        <p:spPr>
          <a:xfrm rot="10800000">
            <a:off x="2579577" y="3817070"/>
            <a:ext cx="3457541" cy="2024"/>
          </a:xfrm>
          <a:prstGeom prst="straightConnector1">
            <a:avLst/>
          </a:prstGeom>
          <a:noFill/>
          <a:ln cap="flat" cmpd="sng" w="38100">
            <a:solidFill>
              <a:srgbClr val="00B050"/>
            </a:solidFill>
            <a:prstDash val="solid"/>
            <a:round/>
            <a:headEnd len="sm" w="sm" type="none"/>
            <a:tailEnd len="med" w="med" type="triangle"/>
          </a:ln>
        </p:spPr>
      </p:cxnSp>
      <p:sp>
        <p:nvSpPr>
          <p:cNvPr id="113" name="Google Shape;113;p74"/>
          <p:cNvSpPr txBox="1"/>
          <p:nvPr/>
        </p:nvSpPr>
        <p:spPr>
          <a:xfrm>
            <a:off x="3023755" y="3398736"/>
            <a:ext cx="2320928"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B050"/>
                </a:solidFill>
                <a:latin typeface="Arial"/>
                <a:ea typeface="Arial"/>
                <a:cs typeface="Arial"/>
                <a:sym typeface="Arial"/>
              </a:rPr>
              <a:t>HTTP Response</a:t>
            </a:r>
            <a:endParaRPr b="0" i="0" sz="1400" u="none" cap="none" strike="noStrike">
              <a:solidFill>
                <a:srgbClr val="000000"/>
              </a:solidFill>
              <a:latin typeface="Arial"/>
              <a:ea typeface="Arial"/>
              <a:cs typeface="Arial"/>
              <a:sym typeface="Arial"/>
            </a:endParaRPr>
          </a:p>
        </p:txBody>
      </p:sp>
      <p:grpSp>
        <p:nvGrpSpPr>
          <p:cNvPr id="114" name="Google Shape;114;p74"/>
          <p:cNvGrpSpPr/>
          <p:nvPr/>
        </p:nvGrpSpPr>
        <p:grpSpPr>
          <a:xfrm>
            <a:off x="888459" y="4384854"/>
            <a:ext cx="2135296" cy="2399314"/>
            <a:chOff x="128972" y="3583381"/>
            <a:chExt cx="2285406" cy="2868388"/>
          </a:xfrm>
        </p:grpSpPr>
        <p:sp>
          <p:nvSpPr>
            <p:cNvPr id="115" name="Google Shape;115;p74"/>
            <p:cNvSpPr/>
            <p:nvPr/>
          </p:nvSpPr>
          <p:spPr>
            <a:xfrm>
              <a:off x="128972" y="3583381"/>
              <a:ext cx="2285406" cy="2868388"/>
            </a:xfrm>
            <a:prstGeom prst="rect">
              <a:avLst/>
            </a:prstGeom>
            <a:solidFill>
              <a:schemeClr val="accent1"/>
            </a:solidFill>
            <a:ln cap="flat" cmpd="sng" w="25400">
              <a:solidFill>
                <a:srgbClr val="A1A1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SG" sz="2800" u="none" cap="none" strike="noStrike">
                  <a:solidFill>
                    <a:srgbClr val="FF0000"/>
                  </a:solidFill>
                  <a:latin typeface="Eater"/>
                  <a:ea typeface="Eater"/>
                  <a:cs typeface="Eater"/>
                  <a:sym typeface="Eater"/>
                </a:rPr>
                <a:t>24SH09</a:t>
              </a:r>
              <a:endParaRPr b="1" i="0" sz="2800" u="none" cap="none" strike="noStrike">
                <a:solidFill>
                  <a:srgbClr val="FF0000"/>
                </a:solidFill>
                <a:latin typeface="Eater"/>
                <a:ea typeface="Eater"/>
                <a:cs typeface="Eater"/>
                <a:sym typeface="Eater"/>
              </a:endParaRPr>
            </a:p>
          </p:txBody>
        </p:sp>
        <p:pic>
          <p:nvPicPr>
            <p:cNvPr id="116" name="Google Shape;116;p74"/>
            <p:cNvPicPr preferRelativeResize="0"/>
            <p:nvPr/>
          </p:nvPicPr>
          <p:blipFill rotWithShape="1">
            <a:blip r:embed="rId6">
              <a:alphaModFix/>
            </a:blip>
            <a:srcRect b="0" l="0" r="0" t="0"/>
            <a:stretch/>
          </p:blipFill>
          <p:spPr>
            <a:xfrm>
              <a:off x="173590" y="4030439"/>
              <a:ext cx="780552" cy="780552"/>
            </a:xfrm>
            <a:prstGeom prst="rect">
              <a:avLst/>
            </a:prstGeom>
            <a:noFill/>
            <a:ln>
              <a:noFill/>
            </a:ln>
          </p:spPr>
        </p:pic>
        <p:sp>
          <p:nvSpPr>
            <p:cNvPr id="117" name="Google Shape;117;p74"/>
            <p:cNvSpPr txBox="1"/>
            <p:nvPr/>
          </p:nvSpPr>
          <p:spPr>
            <a:xfrm>
              <a:off x="1014412" y="4030439"/>
              <a:ext cx="1324543" cy="954107"/>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SG" sz="1400" u="sng" cap="none" strike="noStrike">
                  <a:solidFill>
                    <a:srgbClr val="FF0000"/>
                  </a:solidFill>
                  <a:latin typeface="Arial Rounded"/>
                  <a:ea typeface="Arial Rounded"/>
                  <a:cs typeface="Arial Rounded"/>
                  <a:sym typeface="Arial Rounded"/>
                </a:rPr>
                <a:t>AI Bob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SG" sz="1400" u="none" cap="none" strike="noStrike">
                  <a:solidFill>
                    <a:srgbClr val="000000"/>
                  </a:solidFill>
                  <a:latin typeface="Arial Rounded"/>
                  <a:ea typeface="Arial Rounded"/>
                  <a:cs typeface="Arial Rounded"/>
                  <a:sym typeface="Arial Rounded"/>
                </a:rPr>
                <a:t>10,Male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rgbClr val="000000"/>
                </a:buClr>
                <a:buSzPts val="1400"/>
                <a:buFont typeface="Arial"/>
                <a:buNone/>
              </a:pPr>
              <a:r>
                <a:rPr b="1" i="0" lang="en-SG" sz="1400" u="none" cap="none" strike="noStrike">
                  <a:solidFill>
                    <a:srgbClr val="000000"/>
                  </a:solidFill>
                  <a:latin typeface="Arial Rounded"/>
                  <a:ea typeface="Arial Rounded"/>
                  <a:cs typeface="Arial Rounded"/>
                  <a:sym typeface="Arial Rounded"/>
                </a:rPr>
                <a:t>Likes Talking</a:t>
              </a:r>
              <a:endParaRPr b="1" i="0" sz="1400" u="none" cap="none" strike="noStrike">
                <a:solidFill>
                  <a:srgbClr val="000000"/>
                </a:solidFill>
                <a:latin typeface="Arial Rounded"/>
                <a:ea typeface="Arial Rounded"/>
                <a:cs typeface="Arial Rounded"/>
                <a:sym typeface="Arial Rounded"/>
              </a:endParaRPr>
            </a:p>
          </p:txBody>
        </p:sp>
        <p:pic>
          <p:nvPicPr>
            <p:cNvPr id="118" name="Google Shape;118;p74"/>
            <p:cNvPicPr preferRelativeResize="0"/>
            <p:nvPr/>
          </p:nvPicPr>
          <p:blipFill rotWithShape="1">
            <a:blip r:embed="rId7">
              <a:alphaModFix/>
            </a:blip>
            <a:srcRect b="0" l="0" r="0" t="0"/>
            <a:stretch/>
          </p:blipFill>
          <p:spPr>
            <a:xfrm>
              <a:off x="177346" y="5058148"/>
              <a:ext cx="780552" cy="780552"/>
            </a:xfrm>
            <a:prstGeom prst="rect">
              <a:avLst/>
            </a:prstGeom>
            <a:noFill/>
            <a:ln>
              <a:noFill/>
            </a:ln>
          </p:spPr>
        </p:pic>
        <p:sp>
          <p:nvSpPr>
            <p:cNvPr id="119" name="Google Shape;119;p74"/>
            <p:cNvSpPr txBox="1"/>
            <p:nvPr/>
          </p:nvSpPr>
          <p:spPr>
            <a:xfrm>
              <a:off x="1023866" y="5058148"/>
              <a:ext cx="1324543" cy="1140638"/>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SG" sz="1400" u="sng" cap="none" strike="noStrike">
                  <a:solidFill>
                    <a:srgbClr val="FF0000"/>
                  </a:solidFill>
                  <a:latin typeface="Arial Rounded"/>
                  <a:ea typeface="Arial Rounded"/>
                  <a:cs typeface="Arial Rounded"/>
                  <a:sym typeface="Arial Rounded"/>
                </a:rPr>
                <a:t>Super Kid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SG" sz="1400" u="none" cap="none" strike="noStrike">
                  <a:solidFill>
                    <a:srgbClr val="000000"/>
                  </a:solidFill>
                  <a:latin typeface="Arial Rounded"/>
                  <a:ea typeface="Arial Rounded"/>
                  <a:cs typeface="Arial Rounded"/>
                  <a:sym typeface="Arial Rounded"/>
                </a:rPr>
                <a:t>8,Female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sng"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rgbClr val="000000"/>
                </a:buClr>
                <a:buSzPts val="1400"/>
                <a:buFont typeface="Arial"/>
                <a:buNone/>
              </a:pPr>
              <a:r>
                <a:rPr b="1" i="0" lang="en-SG" sz="1400" u="none" cap="none" strike="noStrike">
                  <a:solidFill>
                    <a:srgbClr val="000000"/>
                  </a:solidFill>
                  <a:latin typeface="Arial Rounded"/>
                  <a:ea typeface="Arial Rounded"/>
                  <a:cs typeface="Arial Rounded"/>
                  <a:sym typeface="Arial Rounded"/>
                </a:rPr>
                <a:t>Likes Flying</a:t>
              </a:r>
              <a:endParaRPr b="1" i="0" sz="1400" u="none" cap="none" strike="noStrike">
                <a:solidFill>
                  <a:srgbClr val="000000"/>
                </a:solidFill>
                <a:latin typeface="Arial Rounded"/>
                <a:ea typeface="Arial Rounded"/>
                <a:cs typeface="Arial Rounded"/>
                <a:sym typeface="Arial Rounded"/>
              </a:endParaRPr>
            </a:p>
          </p:txBody>
        </p:sp>
      </p:grpSp>
      <p:pic>
        <p:nvPicPr>
          <p:cNvPr id="120" name="Google Shape;120;p74"/>
          <p:cNvPicPr preferRelativeResize="0"/>
          <p:nvPr/>
        </p:nvPicPr>
        <p:blipFill rotWithShape="1">
          <a:blip r:embed="rId8">
            <a:alphaModFix/>
          </a:blip>
          <a:srcRect b="0" l="0" r="0" t="0"/>
          <a:stretch/>
        </p:blipFill>
        <p:spPr>
          <a:xfrm>
            <a:off x="279081" y="3190194"/>
            <a:ext cx="2300496" cy="2296275"/>
          </a:xfrm>
          <a:prstGeom prst="rect">
            <a:avLst/>
          </a:prstGeom>
          <a:noFill/>
          <a:ln>
            <a:noFill/>
          </a:ln>
        </p:spPr>
      </p:pic>
      <p:cxnSp>
        <p:nvCxnSpPr>
          <p:cNvPr id="121" name="Google Shape;121;p74"/>
          <p:cNvCxnSpPr/>
          <p:nvPr/>
        </p:nvCxnSpPr>
        <p:spPr>
          <a:xfrm flipH="1" rot="10800000">
            <a:off x="1429329" y="4876119"/>
            <a:ext cx="6197598" cy="77939"/>
          </a:xfrm>
          <a:prstGeom prst="straightConnector1">
            <a:avLst/>
          </a:prstGeom>
          <a:noFill/>
          <a:ln cap="flat" cmpd="sng" w="38100">
            <a:solidFill>
              <a:srgbClr val="00B050"/>
            </a:solidFill>
            <a:prstDash val="solid"/>
            <a:round/>
            <a:headEnd len="sm" w="sm" type="none"/>
            <a:tailEnd len="med" w="med" type="triangle"/>
          </a:ln>
        </p:spPr>
      </p:cxnSp>
      <p:cxnSp>
        <p:nvCxnSpPr>
          <p:cNvPr id="122" name="Google Shape;122;p74"/>
          <p:cNvCxnSpPr/>
          <p:nvPr/>
        </p:nvCxnSpPr>
        <p:spPr>
          <a:xfrm rot="10800000">
            <a:off x="1429329" y="5164546"/>
            <a:ext cx="5568506" cy="0"/>
          </a:xfrm>
          <a:prstGeom prst="straightConnector1">
            <a:avLst/>
          </a:prstGeom>
          <a:noFill/>
          <a:ln cap="flat" cmpd="sng" w="38100">
            <a:solidFill>
              <a:srgbClr val="00B050"/>
            </a:solidFill>
            <a:prstDash val="solid"/>
            <a:round/>
            <a:headEnd len="sm" w="sm" type="none"/>
            <a:tailEnd len="med" w="med" type="triangle"/>
          </a:ln>
        </p:spPr>
      </p:cxnSp>
      <p:cxnSp>
        <p:nvCxnSpPr>
          <p:cNvPr id="123" name="Google Shape;123;p74"/>
          <p:cNvCxnSpPr/>
          <p:nvPr/>
        </p:nvCxnSpPr>
        <p:spPr>
          <a:xfrm flipH="1" rot="10800000">
            <a:off x="3248955" y="5616157"/>
            <a:ext cx="3518130" cy="4740"/>
          </a:xfrm>
          <a:prstGeom prst="straightConnector1">
            <a:avLst/>
          </a:prstGeom>
          <a:noFill/>
          <a:ln cap="flat" cmpd="sng" w="38100">
            <a:solidFill>
              <a:srgbClr val="00B050"/>
            </a:solidFill>
            <a:prstDash val="solid"/>
            <a:round/>
            <a:headEnd len="sm" w="sm" type="none"/>
            <a:tailEnd len="med" w="med" type="triangle"/>
          </a:ln>
        </p:spPr>
      </p:cxnSp>
      <p:cxnSp>
        <p:nvCxnSpPr>
          <p:cNvPr id="124" name="Google Shape;124;p74"/>
          <p:cNvCxnSpPr/>
          <p:nvPr/>
        </p:nvCxnSpPr>
        <p:spPr>
          <a:xfrm rot="10800000">
            <a:off x="3248955" y="5918366"/>
            <a:ext cx="3457605" cy="0"/>
          </a:xfrm>
          <a:prstGeom prst="straightConnector1">
            <a:avLst/>
          </a:prstGeom>
          <a:noFill/>
          <a:ln cap="flat" cmpd="sng" w="38100">
            <a:solidFill>
              <a:srgbClr val="00B050"/>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2" y="0"/>
            <a:ext cx="9144001" cy="1143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3000"/>
              <a:buFont typeface="Walter Turncoat"/>
              <a:buNone/>
            </a:pPr>
            <a:r>
              <a:rPr lang="en-SG"/>
              <a:t>Fat Client vs Thin Client</a:t>
            </a:r>
            <a:endParaRPr/>
          </a:p>
        </p:txBody>
      </p:sp>
      <p:graphicFrame>
        <p:nvGraphicFramePr>
          <p:cNvPr id="130" name="Google Shape;130;p15"/>
          <p:cNvGraphicFramePr/>
          <p:nvPr/>
        </p:nvGraphicFramePr>
        <p:xfrm>
          <a:off x="212942" y="1397000"/>
          <a:ext cx="3000000" cy="3000000"/>
        </p:xfrm>
        <a:graphic>
          <a:graphicData uri="http://schemas.openxmlformats.org/drawingml/2006/table">
            <a:tbl>
              <a:tblPr bandRow="1" firstRow="1">
                <a:noFill/>
                <a:tableStyleId>{DF37A7E1-5333-4A77-9FBB-C60F3B88AB26}</a:tableStyleId>
              </a:tblPr>
              <a:tblGrid>
                <a:gridCol w="2239650"/>
                <a:gridCol w="3655950"/>
                <a:gridCol w="2947800"/>
              </a:tblGrid>
              <a:tr h="576750">
                <a:tc>
                  <a:txBody>
                    <a:bodyPr/>
                    <a:lstStyle/>
                    <a:p>
                      <a:pPr indent="0" lvl="0" marL="0" marR="0" rtl="0" algn="just">
                        <a:lnSpc>
                          <a:spcPct val="100000"/>
                        </a:lnSpc>
                        <a:spcBef>
                          <a:spcPts val="0"/>
                        </a:spcBef>
                        <a:spcAft>
                          <a:spcPts val="0"/>
                        </a:spcAft>
                        <a:buClr>
                          <a:srgbClr val="000000"/>
                        </a:buClr>
                        <a:buSzPts val="2400"/>
                        <a:buFont typeface="Arial"/>
                        <a:buNone/>
                      </a:pPr>
                      <a:r>
                        <a:t/>
                      </a:r>
                      <a:endParaRPr sz="2400" u="none" cap="none" strike="noStrike">
                        <a:solidFill>
                          <a:schemeClr val="lt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lt1"/>
                        </a:buClr>
                        <a:buSzPts val="2400"/>
                        <a:buFont typeface="Arial"/>
                        <a:buNone/>
                      </a:pPr>
                      <a:r>
                        <a:rPr lang="en-SG" sz="2400" u="none" cap="none" strike="noStrike">
                          <a:solidFill>
                            <a:schemeClr val="lt1"/>
                          </a:solidFill>
                        </a:rPr>
                        <a:t>Fat Client</a:t>
                      </a:r>
                      <a:endParaRPr sz="1400" u="none" cap="none" strike="noStrike"/>
                    </a:p>
                    <a:p>
                      <a:pPr indent="0" lvl="0" marL="0" marR="0" rtl="0" algn="just">
                        <a:lnSpc>
                          <a:spcPct val="100000"/>
                        </a:lnSpc>
                        <a:spcBef>
                          <a:spcPts val="0"/>
                        </a:spcBef>
                        <a:spcAft>
                          <a:spcPts val="0"/>
                        </a:spcAft>
                        <a:buClr>
                          <a:schemeClr val="lt1"/>
                        </a:buClr>
                        <a:buSzPts val="2400"/>
                        <a:buFont typeface="Arial"/>
                        <a:buNone/>
                      </a:pPr>
                      <a:r>
                        <a:rPr lang="en-SG" sz="2400" u="none" cap="none" strike="noStrike">
                          <a:solidFill>
                            <a:schemeClr val="lt1"/>
                          </a:solidFill>
                        </a:rPr>
                        <a:t>Client rendering</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lt1"/>
                        </a:buClr>
                        <a:buSzPts val="2400"/>
                        <a:buFont typeface="Arial"/>
                        <a:buNone/>
                      </a:pPr>
                      <a:r>
                        <a:rPr lang="en-SG" sz="2400" u="none" cap="none" strike="noStrike">
                          <a:solidFill>
                            <a:schemeClr val="lt1"/>
                          </a:solidFill>
                        </a:rPr>
                        <a:t>Thin Client</a:t>
                      </a:r>
                      <a:endParaRPr sz="1400" u="none" cap="none" strike="noStrike"/>
                    </a:p>
                    <a:p>
                      <a:pPr indent="0" lvl="0" marL="0" marR="0" rtl="0" algn="just">
                        <a:lnSpc>
                          <a:spcPct val="100000"/>
                        </a:lnSpc>
                        <a:spcBef>
                          <a:spcPts val="0"/>
                        </a:spcBef>
                        <a:spcAft>
                          <a:spcPts val="0"/>
                        </a:spcAft>
                        <a:buClr>
                          <a:schemeClr val="lt1"/>
                        </a:buClr>
                        <a:buSzPts val="2400"/>
                        <a:buFont typeface="Arial"/>
                        <a:buNone/>
                      </a:pPr>
                      <a:r>
                        <a:rPr lang="en-SG" sz="2400" u="none" cap="none" strike="noStrike">
                          <a:solidFill>
                            <a:schemeClr val="lt1"/>
                          </a:solidFill>
                        </a:rPr>
                        <a:t>Server Rendering</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852825">
                <a:tc>
                  <a:txBody>
                    <a:bodyPr/>
                    <a:lstStyle/>
                    <a:p>
                      <a:pPr indent="0" lvl="0" marL="0" marR="0" rtl="0" algn="just">
                        <a:lnSpc>
                          <a:spcPct val="100000"/>
                        </a:lnSpc>
                        <a:spcBef>
                          <a:spcPts val="0"/>
                        </a:spcBef>
                        <a:spcAft>
                          <a:spcPts val="0"/>
                        </a:spcAft>
                        <a:buClr>
                          <a:schemeClr val="lt1"/>
                        </a:buClr>
                        <a:buSzPts val="2400"/>
                        <a:buFont typeface="Arial"/>
                        <a:buNone/>
                      </a:pPr>
                      <a:r>
                        <a:rPr lang="en-SG" sz="2400" u="none" cap="none" strike="noStrike">
                          <a:solidFill>
                            <a:schemeClr val="lt1"/>
                          </a:solidFill>
                        </a:rPr>
                        <a:t>Advantages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lt1"/>
                        </a:buClr>
                        <a:buSzPts val="2400"/>
                        <a:buFont typeface="Arial"/>
                        <a:buChar char="•"/>
                      </a:pPr>
                      <a:r>
                        <a:rPr lang="en-SG" sz="2400" u="none" cap="none" strike="noStrike">
                          <a:solidFill>
                            <a:schemeClr val="lt1"/>
                          </a:solidFill>
                        </a:rPr>
                        <a:t>Interactive/Reactive</a:t>
                      </a:r>
                      <a:endParaRPr sz="1400" u="none" cap="none" strike="noStrike"/>
                    </a:p>
                    <a:p>
                      <a:pPr indent="-342900" lvl="0" marL="342900" marR="0" rtl="0" algn="l">
                        <a:lnSpc>
                          <a:spcPct val="100000"/>
                        </a:lnSpc>
                        <a:spcBef>
                          <a:spcPts val="0"/>
                        </a:spcBef>
                        <a:spcAft>
                          <a:spcPts val="0"/>
                        </a:spcAft>
                        <a:buClr>
                          <a:schemeClr val="lt1"/>
                        </a:buClr>
                        <a:buSzPts val="2400"/>
                        <a:buFont typeface="Arial"/>
                        <a:buChar char="•"/>
                      </a:pPr>
                      <a:r>
                        <a:rPr lang="en-SG" sz="2400" u="none" cap="none" strike="noStrike">
                          <a:solidFill>
                            <a:schemeClr val="lt1"/>
                          </a:solidFill>
                        </a:rPr>
                        <a:t>Supports Mobile Clients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342900" lvl="0" marL="342900" marR="0" rtl="0" algn="just">
                        <a:lnSpc>
                          <a:spcPct val="100000"/>
                        </a:lnSpc>
                        <a:spcBef>
                          <a:spcPts val="0"/>
                        </a:spcBef>
                        <a:spcAft>
                          <a:spcPts val="0"/>
                        </a:spcAft>
                        <a:buClr>
                          <a:schemeClr val="lt1"/>
                        </a:buClr>
                        <a:buSzPts val="2400"/>
                        <a:buFont typeface="Arial"/>
                        <a:buChar char="•"/>
                      </a:pPr>
                      <a:r>
                        <a:rPr lang="en-SG" sz="2400" u="none" cap="none" strike="noStrike">
                          <a:solidFill>
                            <a:schemeClr val="lt1"/>
                          </a:solidFill>
                        </a:rPr>
                        <a:t>Security</a:t>
                      </a:r>
                      <a:endParaRPr sz="1400" u="none" cap="none" strike="noStrike"/>
                    </a:p>
                    <a:p>
                      <a:pPr indent="-342900" lvl="0" marL="342900" marR="0" rtl="0" algn="just">
                        <a:lnSpc>
                          <a:spcPct val="100000"/>
                        </a:lnSpc>
                        <a:spcBef>
                          <a:spcPts val="0"/>
                        </a:spcBef>
                        <a:spcAft>
                          <a:spcPts val="0"/>
                        </a:spcAft>
                        <a:buClr>
                          <a:schemeClr val="lt1"/>
                        </a:buClr>
                        <a:buSzPts val="2400"/>
                        <a:buFont typeface="Arial"/>
                        <a:buChar char="•"/>
                      </a:pPr>
                      <a:r>
                        <a:rPr lang="en-SG" sz="2400" u="none" cap="none" strike="noStrike">
                          <a:solidFill>
                            <a:schemeClr val="lt1"/>
                          </a:solidFill>
                        </a:rPr>
                        <a:t>Quick prototyping</a:t>
                      </a:r>
                      <a:endParaRPr sz="1400" u="none" cap="none" strike="noStrike"/>
                    </a:p>
                    <a:p>
                      <a:pPr indent="0" lvl="0" marL="0" marR="0" rtl="0" algn="just">
                        <a:lnSpc>
                          <a:spcPct val="100000"/>
                        </a:lnSpc>
                        <a:spcBef>
                          <a:spcPts val="0"/>
                        </a:spcBef>
                        <a:spcAft>
                          <a:spcPts val="0"/>
                        </a:spcAft>
                        <a:buClr>
                          <a:srgbClr val="000000"/>
                        </a:buClr>
                        <a:buSzPts val="2400"/>
                        <a:buFont typeface="Arial"/>
                        <a:buNone/>
                      </a:pPr>
                      <a:r>
                        <a:t/>
                      </a:r>
                      <a:endParaRPr sz="2400" u="none" cap="none" strike="noStrike">
                        <a:solidFill>
                          <a:schemeClr val="lt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1231850">
                <a:tc>
                  <a:txBody>
                    <a:bodyPr/>
                    <a:lstStyle/>
                    <a:p>
                      <a:pPr indent="0" lvl="0" marL="0" marR="0" rtl="0" algn="just">
                        <a:lnSpc>
                          <a:spcPct val="100000"/>
                        </a:lnSpc>
                        <a:spcBef>
                          <a:spcPts val="0"/>
                        </a:spcBef>
                        <a:spcAft>
                          <a:spcPts val="0"/>
                        </a:spcAft>
                        <a:buClr>
                          <a:schemeClr val="lt1"/>
                        </a:buClr>
                        <a:buSzPts val="2400"/>
                        <a:buFont typeface="Arial"/>
                        <a:buNone/>
                      </a:pPr>
                      <a:r>
                        <a:rPr lang="en-SG" sz="2400" u="none" cap="none" strike="noStrike">
                          <a:solidFill>
                            <a:schemeClr val="lt1"/>
                          </a:solidFill>
                        </a:rPr>
                        <a:t>Disadvantages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342900" lvl="0" marL="342900" marR="0" rtl="0" algn="just">
                        <a:lnSpc>
                          <a:spcPct val="100000"/>
                        </a:lnSpc>
                        <a:spcBef>
                          <a:spcPts val="0"/>
                        </a:spcBef>
                        <a:spcAft>
                          <a:spcPts val="0"/>
                        </a:spcAft>
                        <a:buClr>
                          <a:schemeClr val="lt1"/>
                        </a:buClr>
                        <a:buSzPts val="2400"/>
                        <a:buFont typeface="Arial"/>
                        <a:buChar char="•"/>
                      </a:pPr>
                      <a:r>
                        <a:rPr lang="en-SG" sz="2400" u="none" cap="none" strike="noStrike">
                          <a:solidFill>
                            <a:schemeClr val="lt1"/>
                          </a:solidFill>
                        </a:rPr>
                        <a:t>Slow Initial load/ </a:t>
                      </a:r>
                      <a:endParaRPr sz="1400" u="none" cap="none" strike="noStrike"/>
                    </a:p>
                    <a:p>
                      <a:pPr indent="-342900" lvl="0" marL="342900" marR="0" rtl="0" algn="just">
                        <a:lnSpc>
                          <a:spcPct val="100000"/>
                        </a:lnSpc>
                        <a:spcBef>
                          <a:spcPts val="0"/>
                        </a:spcBef>
                        <a:spcAft>
                          <a:spcPts val="0"/>
                        </a:spcAft>
                        <a:buClr>
                          <a:schemeClr val="lt1"/>
                        </a:buClr>
                        <a:buSzPts val="2400"/>
                        <a:buFont typeface="Arial"/>
                        <a:buChar char="•"/>
                      </a:pPr>
                      <a:r>
                        <a:rPr lang="en-SG" sz="2400" u="none" cap="none" strike="noStrike">
                          <a:solidFill>
                            <a:schemeClr val="lt1"/>
                          </a:solidFill>
                        </a:rPr>
                        <a:t>Development effort:</a:t>
                      </a:r>
                      <a:endParaRPr sz="1400" u="none" cap="none" strike="noStrike"/>
                    </a:p>
                    <a:p>
                      <a:pPr indent="0" lvl="0" marL="0" marR="0" rtl="0" algn="just">
                        <a:lnSpc>
                          <a:spcPct val="100000"/>
                        </a:lnSpc>
                        <a:spcBef>
                          <a:spcPts val="0"/>
                        </a:spcBef>
                        <a:spcAft>
                          <a:spcPts val="0"/>
                        </a:spcAft>
                        <a:buClr>
                          <a:schemeClr val="lt1"/>
                        </a:buClr>
                        <a:buSzPts val="2400"/>
                        <a:buFont typeface="Arial"/>
                        <a:buNone/>
                      </a:pPr>
                      <a:r>
                        <a:rPr lang="en-SG" sz="2400" u="none" cap="none" strike="noStrike">
                          <a:solidFill>
                            <a:schemeClr val="lt1"/>
                          </a:solidFill>
                        </a:rPr>
                        <a:t>Client side scripting + Server side scripting</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lt1"/>
                        </a:buClr>
                        <a:buSzPts val="2400"/>
                        <a:buFont typeface="Arial"/>
                        <a:buChar char="•"/>
                      </a:pPr>
                      <a:r>
                        <a:rPr lang="en-SG" sz="2400" u="none" cap="none" strike="noStrike">
                          <a:solidFill>
                            <a:schemeClr val="lt1"/>
                          </a:solidFill>
                        </a:rPr>
                        <a:t>Limited UI</a:t>
                      </a:r>
                      <a:endParaRPr sz="1400" u="none" cap="none" strike="noStrike"/>
                    </a:p>
                    <a:p>
                      <a:pPr indent="-342900" lvl="0" marL="342900" marR="0" rtl="0" algn="l">
                        <a:lnSpc>
                          <a:spcPct val="100000"/>
                        </a:lnSpc>
                        <a:spcBef>
                          <a:spcPts val="0"/>
                        </a:spcBef>
                        <a:spcAft>
                          <a:spcPts val="0"/>
                        </a:spcAft>
                        <a:buClr>
                          <a:schemeClr val="lt1"/>
                        </a:buClr>
                        <a:buSzPts val="2400"/>
                        <a:buFont typeface="Arial"/>
                        <a:buChar char="•"/>
                      </a:pPr>
                      <a:r>
                        <a:rPr lang="en-SG" sz="2400" u="none" cap="none" strike="noStrike">
                          <a:solidFill>
                            <a:schemeClr val="lt1"/>
                          </a:solidFill>
                        </a:rPr>
                        <a:t>Only support web browser client</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17"/>
          <p:cNvPicPr preferRelativeResize="0"/>
          <p:nvPr/>
        </p:nvPicPr>
        <p:blipFill rotWithShape="1">
          <a:blip r:embed="rId3">
            <a:alphaModFix/>
          </a:blip>
          <a:srcRect b="0" l="0" r="0" t="0"/>
          <a:stretch/>
        </p:blipFill>
        <p:spPr>
          <a:xfrm>
            <a:off x="38827" y="196645"/>
            <a:ext cx="8918360" cy="654828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2" y="0"/>
            <a:ext cx="9144001" cy="1143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3000"/>
              <a:buFont typeface="Walter Turncoat"/>
              <a:buNone/>
            </a:pPr>
            <a:r>
              <a:rPr lang="en-SG"/>
              <a:t>Summary</a:t>
            </a:r>
            <a:endParaRPr/>
          </a:p>
        </p:txBody>
      </p:sp>
      <p:sp>
        <p:nvSpPr>
          <p:cNvPr id="141" name="Google Shape;141;p21"/>
          <p:cNvSpPr txBox="1"/>
          <p:nvPr>
            <p:ph idx="1" type="body"/>
          </p:nvPr>
        </p:nvSpPr>
        <p:spPr>
          <a:xfrm>
            <a:off x="340545" y="1435432"/>
            <a:ext cx="8462915" cy="2845623"/>
          </a:xfrm>
          <a:prstGeom prst="rect">
            <a:avLst/>
          </a:prstGeom>
          <a:noFill/>
          <a:ln>
            <a:noFill/>
          </a:ln>
        </p:spPr>
        <p:txBody>
          <a:bodyPr anchorCtr="0" anchor="t" bIns="91425" lIns="91425" spcFirstLastPara="1" rIns="91425" wrap="square" tIns="91425">
            <a:normAutofit/>
          </a:bodyPr>
          <a:lstStyle/>
          <a:p>
            <a:pPr indent="-266692" lvl="0" marL="269993" rtl="0" algn="l">
              <a:lnSpc>
                <a:spcPct val="150000"/>
              </a:lnSpc>
              <a:spcBef>
                <a:spcPts val="0"/>
              </a:spcBef>
              <a:spcAft>
                <a:spcPts val="0"/>
              </a:spcAft>
              <a:buClr>
                <a:schemeClr val="lt1"/>
              </a:buClr>
              <a:buSzPts val="2100"/>
              <a:buFont typeface="Arial"/>
              <a:buChar char="•"/>
            </a:pPr>
            <a:r>
              <a:rPr lang="en-SG"/>
              <a:t>WWW </a:t>
            </a:r>
            <a:endParaRPr/>
          </a:p>
          <a:p>
            <a:pPr indent="-266692" lvl="1" marL="727193" rtl="0" algn="l">
              <a:lnSpc>
                <a:spcPct val="150000"/>
              </a:lnSpc>
              <a:spcBef>
                <a:spcPts val="0"/>
              </a:spcBef>
              <a:spcAft>
                <a:spcPts val="0"/>
              </a:spcAft>
              <a:buSzPts val="2100"/>
              <a:buChar char="─"/>
            </a:pPr>
            <a:r>
              <a:rPr lang="en-SG"/>
              <a:t>URL, HTML, HTTP/S</a:t>
            </a:r>
            <a:endParaRPr/>
          </a:p>
          <a:p>
            <a:pPr indent="-266692" lvl="0" marL="269993" rtl="0" algn="l">
              <a:lnSpc>
                <a:spcPct val="150000"/>
              </a:lnSpc>
              <a:spcBef>
                <a:spcPts val="0"/>
              </a:spcBef>
              <a:spcAft>
                <a:spcPts val="0"/>
              </a:spcAft>
              <a:buClr>
                <a:schemeClr val="lt1"/>
              </a:buClr>
              <a:buSzPts val="2100"/>
              <a:buFont typeface="Arial"/>
              <a:buChar char="•"/>
            </a:pPr>
            <a:r>
              <a:rPr lang="en-SG"/>
              <a:t>Web App </a:t>
            </a:r>
            <a:endParaRPr/>
          </a:p>
          <a:p>
            <a:pPr indent="-266692" lvl="0" marL="269993" rtl="0" algn="l">
              <a:lnSpc>
                <a:spcPct val="150000"/>
              </a:lnSpc>
              <a:spcBef>
                <a:spcPts val="0"/>
              </a:spcBef>
              <a:spcAft>
                <a:spcPts val="0"/>
              </a:spcAft>
              <a:buClr>
                <a:schemeClr val="lt1"/>
              </a:buClr>
              <a:buSzPts val="2100"/>
              <a:buFont typeface="Arial"/>
              <a:buChar char="•"/>
            </a:pPr>
            <a:r>
              <a:rPr lang="en-SG"/>
              <a:t>Client Server</a:t>
            </a:r>
            <a:endParaRPr/>
          </a:p>
          <a:p>
            <a:pPr indent="-257168" lvl="1" marL="539987" rtl="0" algn="l">
              <a:lnSpc>
                <a:spcPct val="150000"/>
              </a:lnSpc>
              <a:spcBef>
                <a:spcPts val="0"/>
              </a:spcBef>
              <a:spcAft>
                <a:spcPts val="0"/>
              </a:spcAft>
              <a:buClr>
                <a:schemeClr val="lt1"/>
              </a:buClr>
              <a:buSzPts val="2100"/>
              <a:buChar char="─"/>
            </a:pPr>
            <a:r>
              <a:rPr lang="en-SG"/>
              <a:t>Thin vs Thick Client</a:t>
            </a:r>
            <a:endParaRPr/>
          </a:p>
          <a:p>
            <a:pPr indent="-133342" lvl="0" marL="269993" rtl="0" algn="l">
              <a:lnSpc>
                <a:spcPct val="150000"/>
              </a:lnSpc>
              <a:spcBef>
                <a:spcPts val="0"/>
              </a:spcBef>
              <a:spcAft>
                <a:spcPts val="0"/>
              </a:spcAft>
              <a:buClr>
                <a:schemeClr val="lt1"/>
              </a:buClr>
              <a:buSzPts val="2100"/>
              <a:buFont typeface="Arial"/>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6" name="Shape 146"/>
        <p:cNvGrpSpPr/>
        <p:nvPr/>
      </p:nvGrpSpPr>
      <p:grpSpPr>
        <a:xfrm>
          <a:off x="0" y="0"/>
          <a:ext cx="0" cy="0"/>
          <a:chOff x="0" y="0"/>
          <a:chExt cx="0" cy="0"/>
        </a:xfrm>
      </p:grpSpPr>
      <p:sp>
        <p:nvSpPr>
          <p:cNvPr id="147" name="Google Shape;147;p8"/>
          <p:cNvSpPr txBox="1"/>
          <p:nvPr>
            <p:ph type="ctrTitle"/>
          </p:nvPr>
        </p:nvSpPr>
        <p:spPr>
          <a:xfrm>
            <a:off x="563880" y="75115"/>
            <a:ext cx="7772400" cy="1546399"/>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6000"/>
              <a:buFont typeface="Walter Turncoat"/>
              <a:buNone/>
            </a:pPr>
            <a:r>
              <a:rPr lang="en-SG"/>
              <a:t>Activity</a:t>
            </a:r>
            <a:endParaRPr/>
          </a:p>
        </p:txBody>
      </p:sp>
      <p:graphicFrame>
        <p:nvGraphicFramePr>
          <p:cNvPr id="148" name="Google Shape;148;p8"/>
          <p:cNvGraphicFramePr/>
          <p:nvPr/>
        </p:nvGraphicFramePr>
        <p:xfrm>
          <a:off x="264160" y="1488440"/>
          <a:ext cx="3000000" cy="3000000"/>
        </p:xfrm>
        <a:graphic>
          <a:graphicData uri="http://schemas.openxmlformats.org/drawingml/2006/table">
            <a:tbl>
              <a:tblPr bandRow="1" firstRow="1">
                <a:noFill/>
                <a:tableStyleId>{DF37A7E1-5333-4A77-9FBB-C60F3B88AB26}</a:tableStyleId>
              </a:tblPr>
              <a:tblGrid>
                <a:gridCol w="2771975"/>
                <a:gridCol w="2771975"/>
                <a:gridCol w="2771975"/>
              </a:tblGrid>
              <a:tr h="228600">
                <a:tc>
                  <a:txBody>
                    <a:bodyPr/>
                    <a:lstStyle/>
                    <a:p>
                      <a:pPr indent="0" lvl="0" marL="0" marR="0" rtl="0" algn="ctr">
                        <a:lnSpc>
                          <a:spcPct val="100000"/>
                        </a:lnSpc>
                        <a:spcBef>
                          <a:spcPts val="0"/>
                        </a:spcBef>
                        <a:spcAft>
                          <a:spcPts val="0"/>
                        </a:spcAft>
                        <a:buClr>
                          <a:schemeClr val="lt1"/>
                        </a:buClr>
                        <a:buSzPts val="1800"/>
                        <a:buFont typeface="Arial"/>
                        <a:buNone/>
                      </a:pPr>
                      <a:r>
                        <a:rPr lang="en-SG" sz="1800" u="none" cap="none" strike="noStrike">
                          <a:solidFill>
                            <a:schemeClr val="lt1"/>
                          </a:solidFill>
                        </a:rPr>
                        <a:t>Web App</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1800"/>
                        <a:buFont typeface="Arial"/>
                        <a:buNone/>
                      </a:pPr>
                      <a:r>
                        <a:rPr lang="en-SG" sz="1800" u="none" cap="none" strike="noStrike">
                          <a:solidFill>
                            <a:schemeClr val="lt1"/>
                          </a:solidFill>
                        </a:rPr>
                        <a:t>Mobile App</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1800"/>
                        <a:buFont typeface="Arial"/>
                        <a:buNone/>
                      </a:pPr>
                      <a:r>
                        <a:rPr lang="en-SG" sz="1800" u="none" cap="none" strike="noStrike">
                          <a:solidFill>
                            <a:schemeClr val="lt1"/>
                          </a:solidFill>
                        </a:rPr>
                        <a:t>Desktop App</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70850">
                <a:tc>
                  <a:txBody>
                    <a:bodyPr/>
                    <a:lstStyle/>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Access via a Web Browser</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171450" lvl="0" marL="285750" marR="0" rtl="0" algn="l">
                        <a:lnSpc>
                          <a:spcPct val="100000"/>
                        </a:lnSpc>
                        <a:spcBef>
                          <a:spcPts val="0"/>
                        </a:spcBef>
                        <a:spcAft>
                          <a:spcPts val="0"/>
                        </a:spcAft>
                        <a:buClr>
                          <a:srgbClr val="000000"/>
                        </a:buClr>
                        <a:buSzPts val="1800"/>
                        <a:buFont typeface="Arial"/>
                        <a:buNone/>
                      </a:pPr>
                      <a:r>
                        <a:t/>
                      </a:r>
                      <a:endParaRPr sz="1800" u="none" cap="none" strike="noStrike">
                        <a:solidFill>
                          <a:schemeClr val="lt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171450" lvl="0" marL="285750" marR="0" rtl="0" algn="l">
                        <a:lnSpc>
                          <a:spcPct val="100000"/>
                        </a:lnSpc>
                        <a:spcBef>
                          <a:spcPts val="0"/>
                        </a:spcBef>
                        <a:spcAft>
                          <a:spcPts val="0"/>
                        </a:spcAft>
                        <a:buClr>
                          <a:srgbClr val="000000"/>
                        </a:buClr>
                        <a:buSzPts val="1800"/>
                        <a:buFont typeface="Arial"/>
                        <a:buNone/>
                      </a:pPr>
                      <a:r>
                        <a:t/>
                      </a:r>
                      <a:endParaRPr sz="1800" u="none" cap="none" strike="noStrike">
                        <a:solidFill>
                          <a:schemeClr val="lt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chemeClr val="lt1"/>
                        </a:buClr>
                        <a:buSzPts val="1400"/>
                        <a:buFont typeface="Arial"/>
                        <a:buNone/>
                      </a:pPr>
                      <a:r>
                        <a:rPr lang="en-SG" sz="1400" u="none" cap="none" strike="noStrike">
                          <a:solidFill>
                            <a:schemeClr val="lt1"/>
                          </a:solidFill>
                        </a:rPr>
                        <a:t>Example: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lt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400"/>
                        <a:buFont typeface="Arial"/>
                        <a:buNone/>
                      </a:pPr>
                      <a:r>
                        <a:rPr lang="en-SG" sz="1400" u="none" cap="none" strike="noStrike">
                          <a:solidFill>
                            <a:schemeClr val="lt1"/>
                          </a:solidFill>
                        </a:rPr>
                        <a:t>Example: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400"/>
                        <a:buFont typeface="Arial"/>
                        <a:buNone/>
                      </a:pPr>
                      <a:r>
                        <a:rPr lang="en-SG" sz="1400" u="none" cap="none" strike="noStrike">
                          <a:solidFill>
                            <a:schemeClr val="lt1"/>
                          </a:solidFill>
                        </a:rPr>
                        <a:t>Example: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149" name="Google Shape;149;p8"/>
          <p:cNvSpPr txBox="1"/>
          <p:nvPr/>
        </p:nvSpPr>
        <p:spPr>
          <a:xfrm>
            <a:off x="75720" y="3677822"/>
            <a:ext cx="8692804" cy="2308284"/>
          </a:xfrm>
          <a:prstGeom prst="rect">
            <a:avLst/>
          </a:prstGeom>
          <a:noFill/>
          <a:ln>
            <a:noFill/>
          </a:ln>
        </p:spPr>
        <p:txBody>
          <a:bodyPr anchorCtr="0" anchor="t" bIns="45700" lIns="91425" spcFirstLastPara="1" rIns="91425" wrap="square" tIns="45700">
            <a:spAutoFit/>
          </a:bodyPr>
          <a:lstStyle/>
          <a:p>
            <a:pPr indent="-342900" lvl="0" marL="342900" marR="0" rtl="0" algn="l">
              <a:lnSpc>
                <a:spcPct val="200000"/>
              </a:lnSpc>
              <a:spcBef>
                <a:spcPts val="0"/>
              </a:spcBef>
              <a:spcAft>
                <a:spcPts val="0"/>
              </a:spcAft>
              <a:buClr>
                <a:schemeClr val="lt1"/>
              </a:buClr>
              <a:buSzPts val="1800"/>
              <a:buFont typeface="Arial"/>
              <a:buAutoNum type="arabicParenBoth"/>
            </a:pPr>
            <a:r>
              <a:rPr b="0" i="0" lang="en-SG" sz="1800" u="none" cap="none" strike="noStrike">
                <a:solidFill>
                  <a:schemeClr val="lt1"/>
                </a:solidFill>
                <a:latin typeface="Arial"/>
                <a:ea typeface="Arial"/>
                <a:cs typeface="Arial"/>
                <a:sym typeface="Arial"/>
              </a:rPr>
              <a:t>For each of the app, complete the list of characteristics .</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chemeClr val="lt1"/>
              </a:buClr>
              <a:buSzPts val="1800"/>
              <a:buFont typeface="Arial"/>
              <a:buAutoNum type="arabicParenBoth"/>
            </a:pPr>
            <a:r>
              <a:rPr b="0" i="0" lang="en-SG" sz="1800" u="none" cap="none" strike="noStrike">
                <a:solidFill>
                  <a:schemeClr val="lt1"/>
                </a:solidFill>
                <a:latin typeface="Arial"/>
                <a:ea typeface="Arial"/>
                <a:cs typeface="Arial"/>
                <a:sym typeface="Arial"/>
              </a:rPr>
              <a:t> If possible, give an example of the app you are referring to</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chemeClr val="lt1"/>
              </a:buClr>
              <a:buSzPts val="1800"/>
              <a:buFont typeface="Arial"/>
              <a:buAutoNum type="arabicParenBoth"/>
            </a:pPr>
            <a:r>
              <a:rPr b="0" i="0" lang="en-SG" sz="1800" u="none" cap="none" strike="noStrike">
                <a:solidFill>
                  <a:schemeClr val="lt1"/>
                </a:solidFill>
                <a:latin typeface="Arial"/>
                <a:ea typeface="Arial"/>
                <a:cs typeface="Arial"/>
                <a:sym typeface="Arial"/>
              </a:rPr>
              <a:t>Submit via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SG" sz="1800" u="sng" cap="none" strike="noStrike">
                <a:solidFill>
                  <a:schemeClr val="lt1"/>
                </a:solidFill>
                <a:latin typeface="Arial"/>
                <a:ea typeface="Arial"/>
                <a:cs typeface="Arial"/>
                <a:sym typeface="Arial"/>
                <a:hlinkClick r:id="rId3">
                  <a:extLst>
                    <a:ext uri="{A12FA001-AC4F-418D-AE19-62706E023703}">
                      <ahyp:hlinkClr val="tx"/>
                    </a:ext>
                  </a:extLst>
                </a:hlinkClick>
              </a:rPr>
              <a:t>https://padlet.com/leong_khar_woh/types-of-applications-o5sq0ovtmc7s</a:t>
            </a:r>
            <a:endParaRPr b="0" i="0" sz="1400" u="none" cap="none" strike="noStrike">
              <a:solidFill>
                <a:schemeClr val="lt1"/>
              </a:solidFill>
              <a:latin typeface="Arial"/>
              <a:ea typeface="Arial"/>
              <a:cs typeface="Arial"/>
              <a:sym typeface="Arial"/>
            </a:endParaRPr>
          </a:p>
        </p:txBody>
      </p:sp>
      <p:pic>
        <p:nvPicPr>
          <p:cNvPr descr="QR code for this padlet" id="150" name="Google Shape;150;p8"/>
          <p:cNvPicPr preferRelativeResize="0"/>
          <p:nvPr/>
        </p:nvPicPr>
        <p:blipFill rotWithShape="1">
          <a:blip r:embed="rId4">
            <a:alphaModFix/>
          </a:blip>
          <a:srcRect b="0" l="0" r="0" t="0"/>
          <a:stretch/>
        </p:blipFill>
        <p:spPr>
          <a:xfrm>
            <a:off x="6712527" y="3034839"/>
            <a:ext cx="2244437" cy="22444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4" name="Shape 154"/>
        <p:cNvGrpSpPr/>
        <p:nvPr/>
      </p:nvGrpSpPr>
      <p:grpSpPr>
        <a:xfrm>
          <a:off x="0" y="0"/>
          <a:ext cx="0" cy="0"/>
          <a:chOff x="0" y="0"/>
          <a:chExt cx="0" cy="0"/>
        </a:xfrm>
      </p:grpSpPr>
      <p:sp>
        <p:nvSpPr>
          <p:cNvPr id="155" name="Google Shape;155;p7"/>
          <p:cNvSpPr txBox="1"/>
          <p:nvPr>
            <p:ph type="title"/>
          </p:nvPr>
        </p:nvSpPr>
        <p:spPr>
          <a:xfrm>
            <a:off x="2" y="0"/>
            <a:ext cx="9144001" cy="1143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3000"/>
              <a:buFont typeface="Walter Turncoat"/>
              <a:buNone/>
            </a:pPr>
            <a:r>
              <a:rPr lang="en-SG"/>
              <a:t>Software Application</a:t>
            </a:r>
            <a:endParaRPr/>
          </a:p>
        </p:txBody>
      </p:sp>
      <p:sp>
        <p:nvSpPr>
          <p:cNvPr id="156" name="Google Shape;156;p7"/>
          <p:cNvSpPr txBox="1"/>
          <p:nvPr>
            <p:ph idx="1" type="body"/>
          </p:nvPr>
        </p:nvSpPr>
        <p:spPr>
          <a:xfrm>
            <a:off x="340545" y="1435432"/>
            <a:ext cx="8462915" cy="5097343"/>
          </a:xfrm>
          <a:prstGeom prst="rect">
            <a:avLst/>
          </a:prstGeom>
          <a:noFill/>
          <a:ln>
            <a:noFill/>
          </a:ln>
        </p:spPr>
        <p:txBody>
          <a:bodyPr anchorCtr="0" anchor="t" bIns="91425" lIns="91425" spcFirstLastPara="1" rIns="91425" wrap="square" tIns="91425">
            <a:normAutofit/>
          </a:bodyPr>
          <a:lstStyle/>
          <a:p>
            <a:pPr indent="-266692" lvl="0" marL="269993" rtl="0" algn="l">
              <a:lnSpc>
                <a:spcPct val="150000"/>
              </a:lnSpc>
              <a:spcBef>
                <a:spcPts val="0"/>
              </a:spcBef>
              <a:spcAft>
                <a:spcPts val="0"/>
              </a:spcAft>
              <a:buClr>
                <a:schemeClr val="lt1"/>
              </a:buClr>
              <a:buSzPts val="2100"/>
              <a:buFont typeface="Arial"/>
              <a:buChar char="•"/>
            </a:pPr>
            <a:r>
              <a:rPr lang="en-SG"/>
              <a:t>What are the different types of Apps that you use ?</a:t>
            </a:r>
            <a:endParaRPr/>
          </a:p>
          <a:p>
            <a:pPr indent="-133342" lvl="0" marL="269993" rtl="0" algn="l">
              <a:lnSpc>
                <a:spcPct val="150000"/>
              </a:lnSpc>
              <a:spcBef>
                <a:spcPts val="0"/>
              </a:spcBef>
              <a:spcAft>
                <a:spcPts val="0"/>
              </a:spcAft>
              <a:buClr>
                <a:schemeClr val="lt1"/>
              </a:buClr>
              <a:buSzPts val="2100"/>
              <a:buFont typeface="Arial"/>
              <a:buNone/>
            </a:pPr>
            <a:r>
              <a:t/>
            </a:r>
            <a:endParaRPr/>
          </a:p>
          <a:p>
            <a:pPr indent="-133342" lvl="0" marL="269993" rtl="0" algn="l">
              <a:lnSpc>
                <a:spcPct val="150000"/>
              </a:lnSpc>
              <a:spcBef>
                <a:spcPts val="0"/>
              </a:spcBef>
              <a:spcAft>
                <a:spcPts val="0"/>
              </a:spcAft>
              <a:buClr>
                <a:schemeClr val="lt1"/>
              </a:buClr>
              <a:buSzPts val="2100"/>
              <a:buFont typeface="Arial"/>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1" name="Shape 161"/>
        <p:cNvGrpSpPr/>
        <p:nvPr/>
      </p:nvGrpSpPr>
      <p:grpSpPr>
        <a:xfrm>
          <a:off x="0" y="0"/>
          <a:ext cx="0" cy="0"/>
          <a:chOff x="0" y="0"/>
          <a:chExt cx="0" cy="0"/>
        </a:xfrm>
      </p:grpSpPr>
      <p:sp>
        <p:nvSpPr>
          <p:cNvPr id="162" name="Google Shape;162;p9"/>
          <p:cNvSpPr txBox="1"/>
          <p:nvPr>
            <p:ph type="ctrTitle"/>
          </p:nvPr>
        </p:nvSpPr>
        <p:spPr>
          <a:xfrm>
            <a:off x="563880" y="75115"/>
            <a:ext cx="7772400" cy="1546399"/>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6000"/>
              <a:buFont typeface="Walter Turncoat"/>
              <a:buNone/>
            </a:pPr>
            <a:r>
              <a:rPr lang="en-SG"/>
              <a:t>Possible Ans:</a:t>
            </a:r>
            <a:endParaRPr/>
          </a:p>
        </p:txBody>
      </p:sp>
      <p:graphicFrame>
        <p:nvGraphicFramePr>
          <p:cNvPr id="163" name="Google Shape;163;p9"/>
          <p:cNvGraphicFramePr/>
          <p:nvPr/>
        </p:nvGraphicFramePr>
        <p:xfrm>
          <a:off x="264160" y="1488440"/>
          <a:ext cx="3000000" cy="3000000"/>
        </p:xfrm>
        <a:graphic>
          <a:graphicData uri="http://schemas.openxmlformats.org/drawingml/2006/table">
            <a:tbl>
              <a:tblPr bandRow="1" firstRow="1">
                <a:noFill/>
                <a:tableStyleId>{DF37A7E1-5333-4A77-9FBB-C60F3B88AB26}</a:tableStyleId>
              </a:tblPr>
              <a:tblGrid>
                <a:gridCol w="2771975"/>
                <a:gridCol w="2771975"/>
                <a:gridCol w="2771975"/>
              </a:tblGrid>
              <a:tr h="228600">
                <a:tc>
                  <a:txBody>
                    <a:bodyPr/>
                    <a:lstStyle/>
                    <a:p>
                      <a:pPr indent="0" lvl="0" marL="0" marR="0" rtl="0" algn="ctr">
                        <a:lnSpc>
                          <a:spcPct val="100000"/>
                        </a:lnSpc>
                        <a:spcBef>
                          <a:spcPts val="0"/>
                        </a:spcBef>
                        <a:spcAft>
                          <a:spcPts val="0"/>
                        </a:spcAft>
                        <a:buClr>
                          <a:schemeClr val="lt1"/>
                        </a:buClr>
                        <a:buSzPts val="1800"/>
                        <a:buFont typeface="Arial"/>
                        <a:buNone/>
                      </a:pPr>
                      <a:r>
                        <a:rPr lang="en-SG" sz="1800" u="none" cap="none" strike="noStrike">
                          <a:solidFill>
                            <a:schemeClr val="lt1"/>
                          </a:solidFill>
                        </a:rPr>
                        <a:t>Web App</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1800"/>
                        <a:buFont typeface="Arial"/>
                        <a:buNone/>
                      </a:pPr>
                      <a:r>
                        <a:rPr lang="en-SG" sz="1800" u="none" cap="none" strike="noStrike">
                          <a:solidFill>
                            <a:schemeClr val="lt1"/>
                          </a:solidFill>
                        </a:rPr>
                        <a:t>Mobile App</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1800"/>
                        <a:buFont typeface="Arial"/>
                        <a:buNone/>
                      </a:pPr>
                      <a:r>
                        <a:rPr lang="en-SG" sz="1800" u="none" cap="none" strike="noStrike">
                          <a:solidFill>
                            <a:schemeClr val="lt1"/>
                          </a:solidFill>
                        </a:rPr>
                        <a:t>Desktop App</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70850">
                <a:tc>
                  <a:txBody>
                    <a:bodyPr/>
                    <a:lstStyle/>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Access via a Web Browser</a:t>
                      </a:r>
                      <a:endParaRPr sz="1400" u="none" cap="none" strike="noStrike"/>
                    </a:p>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Access via a API</a:t>
                      </a:r>
                      <a:endParaRPr sz="1400" u="none" cap="none" strike="noStrike"/>
                    </a:p>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Dynamic contents</a:t>
                      </a:r>
                      <a:endParaRPr sz="1400" u="none" cap="none" strike="noStrike"/>
                    </a:p>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User interaction is limited by the web browser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Access to network</a:t>
                      </a:r>
                      <a:endParaRPr sz="1400" u="none" cap="none" strike="noStrike"/>
                    </a:p>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Needs installation/updates</a:t>
                      </a:r>
                      <a:endParaRPr sz="1400" u="none" cap="none" strike="noStrike"/>
                    </a:p>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Binds to a platform. (android/IOS)</a:t>
                      </a:r>
                      <a:endParaRPr sz="1400" u="none" cap="none" strike="noStrike"/>
                    </a:p>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Access to device capabilities (camera, sensors, etc)</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Binds to a platform. (android/IOS)</a:t>
                      </a:r>
                      <a:endParaRPr sz="1400" u="none" cap="none" strike="noStrike"/>
                    </a:p>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Needs installation/updates</a:t>
                      </a:r>
                      <a:endParaRPr sz="1400" u="none" cap="none" strike="noStrike"/>
                    </a:p>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Access to device capabilities</a:t>
                      </a:r>
                      <a:endParaRPr sz="1400" u="none" cap="none" strike="noStrike"/>
                    </a:p>
                    <a:p>
                      <a:pPr indent="-285750" lvl="0" marL="285750" marR="0" rtl="0" algn="l">
                        <a:lnSpc>
                          <a:spcPct val="100000"/>
                        </a:lnSpc>
                        <a:spcBef>
                          <a:spcPts val="0"/>
                        </a:spcBef>
                        <a:spcAft>
                          <a:spcPts val="0"/>
                        </a:spcAft>
                        <a:buClr>
                          <a:schemeClr val="lt1"/>
                        </a:buClr>
                        <a:buSzPts val="1400"/>
                        <a:buFont typeface="Arial"/>
                        <a:buChar char="•"/>
                      </a:pPr>
                      <a:r>
                        <a:rPr lang="en-SG" sz="1400" u="none" cap="none" strike="noStrike">
                          <a:solidFill>
                            <a:schemeClr val="lt1"/>
                          </a:solidFill>
                        </a:rPr>
                        <a:t>(camera, sensors, etc)</a:t>
                      </a:r>
                      <a:endParaRPr sz="1400" u="none" cap="none" strike="noStrike"/>
                    </a:p>
                    <a:p>
                      <a:pPr indent="-196850" lvl="0" marL="285750" marR="0" rtl="0" algn="l">
                        <a:lnSpc>
                          <a:spcPct val="100000"/>
                        </a:lnSpc>
                        <a:spcBef>
                          <a:spcPts val="0"/>
                        </a:spcBef>
                        <a:spcAft>
                          <a:spcPts val="0"/>
                        </a:spcAft>
                        <a:buClr>
                          <a:srgbClr val="000000"/>
                        </a:buClr>
                        <a:buSzPts val="1400"/>
                        <a:buFont typeface="Arial"/>
                        <a:buNone/>
                      </a:pPr>
                      <a:r>
                        <a:t/>
                      </a:r>
                      <a:endParaRPr sz="1400" u="none" cap="none" strike="noStrike">
                        <a:solidFill>
                          <a:schemeClr val="lt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chemeClr val="lt1"/>
                        </a:buClr>
                        <a:buSzPts val="1400"/>
                        <a:buFont typeface="Arial"/>
                        <a:buNone/>
                      </a:pPr>
                      <a:r>
                        <a:rPr lang="en-SG" sz="1400" u="none" cap="none" strike="noStrike">
                          <a:solidFill>
                            <a:schemeClr val="lt1"/>
                          </a:solidFill>
                        </a:rPr>
                        <a:t>Example: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lt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400"/>
                        <a:buFont typeface="Arial"/>
                        <a:buNone/>
                      </a:pPr>
                      <a:r>
                        <a:rPr lang="en-SG" sz="1400" u="none" cap="none" strike="noStrike">
                          <a:solidFill>
                            <a:schemeClr val="lt1"/>
                          </a:solidFill>
                        </a:rPr>
                        <a:t>Example: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400"/>
                        <a:buFont typeface="Arial"/>
                        <a:buNone/>
                      </a:pPr>
                      <a:r>
                        <a:rPr lang="en-SG" sz="1400" u="none" cap="none" strike="noStrike">
                          <a:solidFill>
                            <a:schemeClr val="lt1"/>
                          </a:solidFill>
                        </a:rPr>
                        <a:t>Example:</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164" name="Google Shape;164;p9"/>
          <p:cNvSpPr txBox="1"/>
          <p:nvPr/>
        </p:nvSpPr>
        <p:spPr>
          <a:xfrm>
            <a:off x="264160" y="4535357"/>
            <a:ext cx="7212231" cy="1754286"/>
          </a:xfrm>
          <a:prstGeom prst="rect">
            <a:avLst/>
          </a:prstGeom>
          <a:noFill/>
          <a:ln>
            <a:noFill/>
          </a:ln>
        </p:spPr>
        <p:txBody>
          <a:bodyPr anchorCtr="0" anchor="t" bIns="45700" lIns="91425" spcFirstLastPara="1" rIns="91425" wrap="square" tIns="45700">
            <a:spAutoFit/>
          </a:bodyPr>
          <a:lstStyle/>
          <a:p>
            <a:pPr indent="-342900" lvl="0" marL="342900" marR="0" rtl="0" algn="l">
              <a:lnSpc>
                <a:spcPct val="200000"/>
              </a:lnSpc>
              <a:spcBef>
                <a:spcPts val="0"/>
              </a:spcBef>
              <a:spcAft>
                <a:spcPts val="0"/>
              </a:spcAft>
              <a:buClr>
                <a:schemeClr val="lt1"/>
              </a:buClr>
              <a:buSzPts val="1800"/>
              <a:buFont typeface="Arial"/>
              <a:buAutoNum type="arabicParenBoth"/>
            </a:pPr>
            <a:r>
              <a:rPr b="0" i="0" lang="en-SG" sz="1800" u="none" cap="none" strike="noStrike">
                <a:solidFill>
                  <a:schemeClr val="lt1"/>
                </a:solidFill>
                <a:latin typeface="Arial"/>
                <a:ea typeface="Arial"/>
                <a:cs typeface="Arial"/>
                <a:sym typeface="Arial"/>
              </a:rPr>
              <a:t>For each of the app, complete the list of characteristics .</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chemeClr val="lt1"/>
              </a:buClr>
              <a:buSzPts val="1800"/>
              <a:buFont typeface="Arial"/>
              <a:buAutoNum type="arabicParenBoth"/>
            </a:pPr>
            <a:r>
              <a:rPr b="0" i="0" lang="en-SG" sz="1800" u="none" cap="none" strike="noStrike">
                <a:solidFill>
                  <a:schemeClr val="lt1"/>
                </a:solidFill>
                <a:latin typeface="Arial"/>
                <a:ea typeface="Arial"/>
                <a:cs typeface="Arial"/>
                <a:sym typeface="Arial"/>
              </a:rPr>
              <a:t> If possible, give an example of the app you are referring to</a:t>
            </a:r>
            <a:endParaRPr b="0" i="0" sz="1400" u="none" cap="none" strike="noStrike">
              <a:solidFill>
                <a:srgbClr val="000000"/>
              </a:solidFill>
              <a:latin typeface="Arial"/>
              <a:ea typeface="Arial"/>
              <a:cs typeface="Arial"/>
              <a:sym typeface="Arial"/>
            </a:endParaRPr>
          </a:p>
          <a:p>
            <a:pPr indent="-342900" lvl="0" marL="342900" marR="0" rtl="0" algn="l">
              <a:lnSpc>
                <a:spcPct val="200000"/>
              </a:lnSpc>
              <a:spcBef>
                <a:spcPts val="0"/>
              </a:spcBef>
              <a:spcAft>
                <a:spcPts val="0"/>
              </a:spcAft>
              <a:buClr>
                <a:schemeClr val="lt1"/>
              </a:buClr>
              <a:buSzPts val="1800"/>
              <a:buFont typeface="Arial"/>
              <a:buAutoNum type="arabicParenBoth"/>
            </a:pPr>
            <a:r>
              <a:rPr b="0" i="0" lang="en-SG" sz="1800" u="none" cap="none" strike="noStrike">
                <a:solidFill>
                  <a:schemeClr val="lt1"/>
                </a:solidFill>
                <a:latin typeface="Arial"/>
                <a:ea typeface="Arial"/>
                <a:cs typeface="Arial"/>
                <a:sym typeface="Arial"/>
              </a:rPr>
              <a:t>Submit via https://padlet.com/leong_khar_woh/th571hqib95egy4u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rsula templat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2017-09-05T01:35:20Z</dcterms:created>
  <dc:creator>khar woh leong</dc:creator>
</cp:coreProperties>
</file>