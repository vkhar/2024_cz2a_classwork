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5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y="6858000" cx="9144000"/>
  <p:notesSz cx="6858000" cy="9144000"/>
  <p:embeddedFontLst>
    <p:embeddedFont>
      <p:font typeface="Walter Turncoat"/>
      <p:regular r:id="rId32"/>
    </p:embeddedFont>
    <p:embeddedFont>
      <p:font typeface="Abril Fatface"/>
      <p:regular r:id="rId33"/>
    </p:embeddedFont>
    <p:embeddedFont>
      <p:font typeface="Helvetica Neue Light"/>
      <p:regular r:id="rId34"/>
      <p:bold r:id="rId35"/>
      <p:italic r:id="rId36"/>
      <p:boldItalic r:id="rId37"/>
    </p:embeddedFont>
    <p:embeddedFont>
      <p:font typeface="Gill Sans"/>
      <p:regular r:id="rId38"/>
      <p:bold r:id="rId39"/>
    </p:embeddedFont>
    <p:embeddedFont>
      <p:font typeface="Open Sans Light"/>
      <p:regular r:id="rId40"/>
      <p:bold r:id="rId41"/>
      <p:italic r:id="rId42"/>
      <p:boldItalic r:id="rId43"/>
    </p:embeddedFont>
    <p:embeddedFont>
      <p:font typeface="Open Sans"/>
      <p:regular r:id="rId44"/>
      <p:bold r:id="rId45"/>
      <p:italic r:id="rId46"/>
      <p:boldItalic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48" roundtripDataSignature="AMtx7mhpl2Edtdrcx6oICV/Bz3BgaSxy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OpenSansLight-regular.fntdata"/><Relationship Id="rId20" Type="http://schemas.openxmlformats.org/officeDocument/2006/relationships/slide" Target="slides/slide14.xml"/><Relationship Id="rId42" Type="http://schemas.openxmlformats.org/officeDocument/2006/relationships/font" Target="fonts/OpenSansLight-italic.fntdata"/><Relationship Id="rId41" Type="http://schemas.openxmlformats.org/officeDocument/2006/relationships/font" Target="fonts/OpenSansLight-bold.fntdata"/><Relationship Id="rId22" Type="http://schemas.openxmlformats.org/officeDocument/2006/relationships/slide" Target="slides/slide16.xml"/><Relationship Id="rId44" Type="http://schemas.openxmlformats.org/officeDocument/2006/relationships/font" Target="fonts/OpenSans-regular.fntdata"/><Relationship Id="rId21" Type="http://schemas.openxmlformats.org/officeDocument/2006/relationships/slide" Target="slides/slide15.xml"/><Relationship Id="rId43" Type="http://schemas.openxmlformats.org/officeDocument/2006/relationships/font" Target="fonts/OpenSansLight-boldItalic.fntdata"/><Relationship Id="rId24" Type="http://schemas.openxmlformats.org/officeDocument/2006/relationships/slide" Target="slides/slide18.xml"/><Relationship Id="rId46" Type="http://schemas.openxmlformats.org/officeDocument/2006/relationships/font" Target="fonts/OpenSans-italic.fntdata"/><Relationship Id="rId23" Type="http://schemas.openxmlformats.org/officeDocument/2006/relationships/slide" Target="slides/slide17.xml"/><Relationship Id="rId45" Type="http://schemas.openxmlformats.org/officeDocument/2006/relationships/font" Target="fonts/OpenSans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48" Type="http://customschemas.google.com/relationships/presentationmetadata" Target="metadata"/><Relationship Id="rId25" Type="http://schemas.openxmlformats.org/officeDocument/2006/relationships/slide" Target="slides/slide19.xml"/><Relationship Id="rId47" Type="http://schemas.openxmlformats.org/officeDocument/2006/relationships/font" Target="fonts/OpenSans-boldItalic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font" Target="fonts/AbrilFatface-regular.fntdata"/><Relationship Id="rId10" Type="http://schemas.openxmlformats.org/officeDocument/2006/relationships/slide" Target="slides/slide4.xml"/><Relationship Id="rId32" Type="http://schemas.openxmlformats.org/officeDocument/2006/relationships/font" Target="fonts/WalterTurncoat-regular.fntdata"/><Relationship Id="rId13" Type="http://schemas.openxmlformats.org/officeDocument/2006/relationships/slide" Target="slides/slide7.xml"/><Relationship Id="rId35" Type="http://schemas.openxmlformats.org/officeDocument/2006/relationships/font" Target="fonts/HelveticaNeueLight-bold.fntdata"/><Relationship Id="rId12" Type="http://schemas.openxmlformats.org/officeDocument/2006/relationships/slide" Target="slides/slide6.xml"/><Relationship Id="rId34" Type="http://schemas.openxmlformats.org/officeDocument/2006/relationships/font" Target="fonts/HelveticaNeueLight-regular.fntdata"/><Relationship Id="rId15" Type="http://schemas.openxmlformats.org/officeDocument/2006/relationships/slide" Target="slides/slide9.xml"/><Relationship Id="rId37" Type="http://schemas.openxmlformats.org/officeDocument/2006/relationships/font" Target="fonts/HelveticaNeueLight-boldItalic.fntdata"/><Relationship Id="rId14" Type="http://schemas.openxmlformats.org/officeDocument/2006/relationships/slide" Target="slides/slide8.xml"/><Relationship Id="rId36" Type="http://schemas.openxmlformats.org/officeDocument/2006/relationships/font" Target="fonts/HelveticaNeueLight-italic.fntdata"/><Relationship Id="rId17" Type="http://schemas.openxmlformats.org/officeDocument/2006/relationships/slide" Target="slides/slide11.xml"/><Relationship Id="rId39" Type="http://schemas.openxmlformats.org/officeDocument/2006/relationships/font" Target="fonts/GillSans-bold.fntdata"/><Relationship Id="rId16" Type="http://schemas.openxmlformats.org/officeDocument/2006/relationships/slide" Target="slides/slide10.xml"/><Relationship Id="rId38" Type="http://schemas.openxmlformats.org/officeDocument/2006/relationships/font" Target="fonts/GillSans-regular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SG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8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8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3" name="Google Shape;103;p2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9" name="Google Shape;109;p2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7" name="Google Shape;117;p3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9" name="Google Shape;129;p3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6" name="Google Shape;136;p3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9" name="Google Shape;159;p3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1" name="Google Shape;171;p3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9" name="Google Shape;179;p3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7" name="Google Shape;187;p3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7" name="Google Shape;197;p3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4" name="Google Shape;204;p4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5" name="Google Shape;215;p4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8" name="Google Shape;228;p4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3" name="Google Shape;233;p4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7" name="Google Shape;247;p4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8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8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8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8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5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8" name="Google Shape;268;p5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8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8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0" name="Google Shape;310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8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8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4" name="Google Shape;324;p2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1" name="Google Shape;341;p2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8" name="Google Shape;358;p2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">
  <p:cSld name="Title + 1 column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64"/>
          <p:cNvSpPr txBox="1"/>
          <p:nvPr>
            <p:ph type="title"/>
          </p:nvPr>
        </p:nvSpPr>
        <p:spPr>
          <a:xfrm>
            <a:off x="2" y="0"/>
            <a:ext cx="9144001" cy="11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Walter Turncoat"/>
              <a:buNone/>
              <a:defRPr b="0" i="0" sz="3000" u="none" cap="none" strike="noStrike">
                <a:solidFill>
                  <a:schemeClr val="lt1"/>
                </a:solidFill>
                <a:latin typeface="Walter Turncoat"/>
                <a:ea typeface="Walter Turncoat"/>
                <a:cs typeface="Walter Turncoat"/>
                <a:sym typeface="Walter Turnco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64"/>
          <p:cNvSpPr txBox="1"/>
          <p:nvPr>
            <p:ph idx="1" type="body"/>
          </p:nvPr>
        </p:nvSpPr>
        <p:spPr>
          <a:xfrm>
            <a:off x="340545" y="1435432"/>
            <a:ext cx="8462915" cy="509734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6195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Char char="•"/>
              <a:defRPr sz="2100">
                <a:solidFill>
                  <a:schemeClr val="lt1"/>
                </a:solidFill>
              </a:defRPr>
            </a:lvl1pPr>
            <a:lvl2pPr indent="-361950" lvl="1" marL="9144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Char char="─"/>
              <a:defRPr/>
            </a:lvl2pPr>
            <a:lvl3pPr indent="-342900" lvl="2" marL="1371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Char char="▪"/>
              <a:defRPr/>
            </a:lvl3pPr>
            <a:lvl4pPr indent="-342900" lvl="3" marL="18288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/>
            </a:lvl4pPr>
            <a:lvl5pPr indent="-342900" lvl="4" marL="22860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Char char="▪"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Char char="▪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ullets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65"/>
          <p:cNvSpPr txBox="1"/>
          <p:nvPr>
            <p:ph type="title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p65"/>
          <p:cNvSpPr txBox="1"/>
          <p:nvPr>
            <p:ph idx="1" type="body"/>
          </p:nvPr>
        </p:nvSpPr>
        <p:spPr>
          <a:xfrm>
            <a:off x="649752" y="869022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indent="-228600" lvl="1" marL="9144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indent="-228600" lvl="2" marL="1371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indent="-228600" lvl="3" marL="18288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indent="-228600" lvl="4" marL="22860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7" name="Google Shape;17;p65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">
  <p:cSld name="Sub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60"/>
          <p:cNvSpPr txBox="1"/>
          <p:nvPr>
            <p:ph type="ctrTitle"/>
          </p:nvPr>
        </p:nvSpPr>
        <p:spPr>
          <a:xfrm>
            <a:off x="685800" y="2619128"/>
            <a:ext cx="7772400" cy="154639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Walter Turncoat"/>
              <a:buNone/>
              <a:defRPr b="0" i="0" sz="4800" u="none" cap="none" strike="noStrike">
                <a:solidFill>
                  <a:schemeClr val="lt1"/>
                </a:solidFill>
                <a:latin typeface="Walter Turncoat"/>
                <a:ea typeface="Walter Turncoat"/>
                <a:cs typeface="Walter Turncoat"/>
                <a:sym typeface="Walter Turncoat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p60"/>
          <p:cNvSpPr txBox="1"/>
          <p:nvPr>
            <p:ph idx="1" type="subTitle"/>
          </p:nvPr>
        </p:nvSpPr>
        <p:spPr>
          <a:xfrm>
            <a:off x="685800" y="4193143"/>
            <a:ext cx="7772400" cy="10463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Walter Turncoat"/>
              <a:buNone/>
              <a:defRPr sz="2100">
                <a:solidFill>
                  <a:schemeClr val="lt1"/>
                </a:solidFill>
                <a:latin typeface="Walter Turncoat"/>
                <a:ea typeface="Walter Turncoat"/>
                <a:cs typeface="Walter Turncoat"/>
                <a:sym typeface="Walter Turncoat"/>
              </a:defRPr>
            </a:lvl1pPr>
            <a:lvl2pPr lvl="1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/>
            </a:lvl2pPr>
            <a:lvl3pPr lvl="2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/>
            </a:lvl3pPr>
            <a:lvl4pPr lvl="3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/>
            </a:lvl4pPr>
            <a:lvl5pPr lvl="4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Quot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7"/>
          <p:cNvSpPr txBox="1"/>
          <p:nvPr>
            <p:ph idx="1" type="body"/>
          </p:nvPr>
        </p:nvSpPr>
        <p:spPr>
          <a:xfrm>
            <a:off x="1700925" y="1866406"/>
            <a:ext cx="5742300" cy="10931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Walter Turncoat"/>
              <a:buNone/>
              <a:defRPr sz="3000">
                <a:solidFill>
                  <a:schemeClr val="lt1"/>
                </a:solidFill>
                <a:latin typeface="Walter Turncoat"/>
                <a:ea typeface="Walter Turncoat"/>
                <a:cs typeface="Walter Turncoat"/>
                <a:sym typeface="Walter Turncoat"/>
              </a:defRPr>
            </a:lvl1pPr>
            <a:lvl2pPr indent="-228600" lvl="1" marL="91440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/>
            </a:lvl2pPr>
            <a:lvl3pPr indent="-228600" lvl="2" marL="137160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/>
            </a:lvl3pPr>
            <a:lvl4pPr indent="-228600" lvl="3" marL="182880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/>
            </a:lvl4pPr>
            <a:lvl5pPr indent="-228600" lvl="4" marL="228600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/>
            </a:lvl5pPr>
            <a:lvl6pPr indent="-2286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sz="3000"/>
            </a:lvl6pPr>
            <a:lvl7pPr indent="-2286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sz="3000"/>
            </a:lvl7pPr>
            <a:lvl8pPr indent="-2286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sz="3000"/>
            </a:lvl8pPr>
            <a:lvl9pPr indent="-2286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sz="3000"/>
            </a:lvl9pPr>
          </a:lstStyle>
          <a:p/>
        </p:txBody>
      </p:sp>
      <p:sp>
        <p:nvSpPr>
          <p:cNvPr id="23" name="Google Shape;23;p67"/>
          <p:cNvSpPr txBox="1"/>
          <p:nvPr/>
        </p:nvSpPr>
        <p:spPr>
          <a:xfrm>
            <a:off x="3593400" y="1143430"/>
            <a:ext cx="1957200" cy="871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00"/>
              <a:buFont typeface="Walter Turncoat"/>
              <a:buNone/>
            </a:pPr>
            <a:r>
              <a:rPr b="0" i="0" lang="en-SG" sz="9600" u="none" cap="none" strike="noStrike">
                <a:solidFill>
                  <a:srgbClr val="FFFFFF"/>
                </a:solidFill>
                <a:latin typeface="Walter Turncoat"/>
                <a:ea typeface="Walter Turncoat"/>
                <a:cs typeface="Walter Turncoat"/>
                <a:sym typeface="Walter Turncoat"/>
              </a:rPr>
              <a:t>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67"/>
          <p:cNvSpPr/>
          <p:nvPr/>
        </p:nvSpPr>
        <p:spPr>
          <a:xfrm>
            <a:off x="4128153" y="734205"/>
            <a:ext cx="887711" cy="1132213"/>
          </a:xfrm>
          <a:custGeom>
            <a:rect b="b" l="l" r="r" t="t"/>
            <a:pathLst>
              <a:path extrusionOk="0" h="62358" w="65189">
                <a:moveTo>
                  <a:pt x="40283" y="1525"/>
                </a:moveTo>
                <a:lnTo>
                  <a:pt x="40000" y="1541"/>
                </a:lnTo>
                <a:lnTo>
                  <a:pt x="40000" y="1541"/>
                </a:lnTo>
                <a:lnTo>
                  <a:pt x="39811" y="1604"/>
                </a:lnTo>
                <a:lnTo>
                  <a:pt x="40283" y="1525"/>
                </a:lnTo>
                <a:close/>
                <a:moveTo>
                  <a:pt x="22547" y="1793"/>
                </a:moveTo>
                <a:lnTo>
                  <a:pt x="22359" y="1887"/>
                </a:lnTo>
                <a:lnTo>
                  <a:pt x="21981" y="2359"/>
                </a:lnTo>
                <a:lnTo>
                  <a:pt x="24057" y="1981"/>
                </a:lnTo>
                <a:lnTo>
                  <a:pt x="23208" y="2076"/>
                </a:lnTo>
                <a:lnTo>
                  <a:pt x="22925" y="1981"/>
                </a:lnTo>
                <a:lnTo>
                  <a:pt x="22642" y="1887"/>
                </a:lnTo>
                <a:lnTo>
                  <a:pt x="22642" y="1793"/>
                </a:lnTo>
                <a:close/>
                <a:moveTo>
                  <a:pt x="64528" y="13585"/>
                </a:moveTo>
                <a:lnTo>
                  <a:pt x="64528" y="13679"/>
                </a:lnTo>
                <a:lnTo>
                  <a:pt x="64551" y="13679"/>
                </a:lnTo>
                <a:lnTo>
                  <a:pt x="64528" y="13585"/>
                </a:lnTo>
                <a:close/>
                <a:moveTo>
                  <a:pt x="33868" y="58678"/>
                </a:moveTo>
                <a:lnTo>
                  <a:pt x="34057" y="58772"/>
                </a:lnTo>
                <a:lnTo>
                  <a:pt x="34057" y="58772"/>
                </a:lnTo>
                <a:lnTo>
                  <a:pt x="33962" y="58678"/>
                </a:lnTo>
                <a:close/>
                <a:moveTo>
                  <a:pt x="30849" y="58678"/>
                </a:moveTo>
                <a:lnTo>
                  <a:pt x="30943" y="58772"/>
                </a:lnTo>
                <a:lnTo>
                  <a:pt x="30283" y="58867"/>
                </a:lnTo>
                <a:lnTo>
                  <a:pt x="30472" y="58772"/>
                </a:lnTo>
                <a:lnTo>
                  <a:pt x="30849" y="58678"/>
                </a:lnTo>
                <a:close/>
                <a:moveTo>
                  <a:pt x="32264" y="59056"/>
                </a:moveTo>
                <a:lnTo>
                  <a:pt x="33113" y="59244"/>
                </a:lnTo>
                <a:lnTo>
                  <a:pt x="31698" y="59339"/>
                </a:lnTo>
                <a:lnTo>
                  <a:pt x="31415" y="59339"/>
                </a:lnTo>
                <a:lnTo>
                  <a:pt x="32264" y="59056"/>
                </a:lnTo>
                <a:close/>
                <a:moveTo>
                  <a:pt x="60849" y="0"/>
                </a:moveTo>
                <a:lnTo>
                  <a:pt x="58679" y="95"/>
                </a:lnTo>
                <a:lnTo>
                  <a:pt x="56792" y="189"/>
                </a:lnTo>
                <a:lnTo>
                  <a:pt x="58584" y="378"/>
                </a:lnTo>
                <a:lnTo>
                  <a:pt x="58301" y="189"/>
                </a:lnTo>
                <a:lnTo>
                  <a:pt x="59151" y="378"/>
                </a:lnTo>
                <a:lnTo>
                  <a:pt x="58679" y="472"/>
                </a:lnTo>
                <a:lnTo>
                  <a:pt x="58018" y="472"/>
                </a:lnTo>
                <a:lnTo>
                  <a:pt x="56792" y="283"/>
                </a:lnTo>
                <a:lnTo>
                  <a:pt x="55943" y="283"/>
                </a:lnTo>
                <a:lnTo>
                  <a:pt x="54528" y="378"/>
                </a:lnTo>
                <a:lnTo>
                  <a:pt x="50660" y="378"/>
                </a:lnTo>
                <a:lnTo>
                  <a:pt x="48585" y="472"/>
                </a:lnTo>
                <a:lnTo>
                  <a:pt x="46226" y="472"/>
                </a:lnTo>
                <a:lnTo>
                  <a:pt x="43868" y="283"/>
                </a:lnTo>
                <a:lnTo>
                  <a:pt x="44056" y="472"/>
                </a:lnTo>
                <a:lnTo>
                  <a:pt x="44339" y="472"/>
                </a:lnTo>
                <a:lnTo>
                  <a:pt x="43396" y="661"/>
                </a:lnTo>
                <a:lnTo>
                  <a:pt x="42170" y="849"/>
                </a:lnTo>
                <a:lnTo>
                  <a:pt x="40849" y="755"/>
                </a:lnTo>
                <a:lnTo>
                  <a:pt x="40377" y="661"/>
                </a:lnTo>
                <a:lnTo>
                  <a:pt x="39906" y="566"/>
                </a:lnTo>
                <a:lnTo>
                  <a:pt x="39717" y="566"/>
                </a:lnTo>
                <a:lnTo>
                  <a:pt x="38207" y="661"/>
                </a:lnTo>
                <a:lnTo>
                  <a:pt x="36509" y="944"/>
                </a:lnTo>
                <a:lnTo>
                  <a:pt x="34906" y="1132"/>
                </a:lnTo>
                <a:lnTo>
                  <a:pt x="33585" y="1132"/>
                </a:lnTo>
                <a:lnTo>
                  <a:pt x="33962" y="1038"/>
                </a:lnTo>
                <a:lnTo>
                  <a:pt x="33774" y="944"/>
                </a:lnTo>
                <a:lnTo>
                  <a:pt x="33396" y="944"/>
                </a:lnTo>
                <a:lnTo>
                  <a:pt x="32453" y="1038"/>
                </a:lnTo>
                <a:lnTo>
                  <a:pt x="30283" y="1321"/>
                </a:lnTo>
                <a:lnTo>
                  <a:pt x="30472" y="1415"/>
                </a:lnTo>
                <a:lnTo>
                  <a:pt x="30566" y="1510"/>
                </a:lnTo>
                <a:lnTo>
                  <a:pt x="29151" y="1604"/>
                </a:lnTo>
                <a:lnTo>
                  <a:pt x="29057" y="1698"/>
                </a:lnTo>
                <a:lnTo>
                  <a:pt x="29717" y="1698"/>
                </a:lnTo>
                <a:lnTo>
                  <a:pt x="28208" y="1793"/>
                </a:lnTo>
                <a:lnTo>
                  <a:pt x="27547" y="1793"/>
                </a:lnTo>
                <a:lnTo>
                  <a:pt x="27642" y="1698"/>
                </a:lnTo>
                <a:lnTo>
                  <a:pt x="28585" y="1510"/>
                </a:lnTo>
                <a:lnTo>
                  <a:pt x="27736" y="1604"/>
                </a:lnTo>
                <a:lnTo>
                  <a:pt x="26887" y="1698"/>
                </a:lnTo>
                <a:lnTo>
                  <a:pt x="26038" y="1698"/>
                </a:lnTo>
                <a:lnTo>
                  <a:pt x="25189" y="1793"/>
                </a:lnTo>
                <a:lnTo>
                  <a:pt x="25189" y="1793"/>
                </a:lnTo>
                <a:lnTo>
                  <a:pt x="25755" y="1698"/>
                </a:lnTo>
                <a:lnTo>
                  <a:pt x="24906" y="1793"/>
                </a:lnTo>
                <a:lnTo>
                  <a:pt x="24057" y="1981"/>
                </a:lnTo>
                <a:lnTo>
                  <a:pt x="25094" y="1887"/>
                </a:lnTo>
                <a:lnTo>
                  <a:pt x="26132" y="1981"/>
                </a:lnTo>
                <a:lnTo>
                  <a:pt x="24906" y="2264"/>
                </a:lnTo>
                <a:lnTo>
                  <a:pt x="23585" y="2359"/>
                </a:lnTo>
                <a:lnTo>
                  <a:pt x="23585" y="2453"/>
                </a:lnTo>
                <a:lnTo>
                  <a:pt x="23585" y="2547"/>
                </a:lnTo>
                <a:lnTo>
                  <a:pt x="25566" y="2359"/>
                </a:lnTo>
                <a:lnTo>
                  <a:pt x="27547" y="2264"/>
                </a:lnTo>
                <a:lnTo>
                  <a:pt x="29434" y="1981"/>
                </a:lnTo>
                <a:lnTo>
                  <a:pt x="30377" y="1793"/>
                </a:lnTo>
                <a:lnTo>
                  <a:pt x="31321" y="1604"/>
                </a:lnTo>
                <a:lnTo>
                  <a:pt x="30472" y="1887"/>
                </a:lnTo>
                <a:lnTo>
                  <a:pt x="30660" y="1981"/>
                </a:lnTo>
                <a:lnTo>
                  <a:pt x="31038" y="2076"/>
                </a:lnTo>
                <a:lnTo>
                  <a:pt x="31981" y="2170"/>
                </a:lnTo>
                <a:lnTo>
                  <a:pt x="33302" y="2170"/>
                </a:lnTo>
                <a:lnTo>
                  <a:pt x="34717" y="2076"/>
                </a:lnTo>
                <a:lnTo>
                  <a:pt x="37075" y="1887"/>
                </a:lnTo>
                <a:lnTo>
                  <a:pt x="37830" y="1793"/>
                </a:lnTo>
                <a:lnTo>
                  <a:pt x="37924" y="1698"/>
                </a:lnTo>
                <a:lnTo>
                  <a:pt x="38868" y="1604"/>
                </a:lnTo>
                <a:lnTo>
                  <a:pt x="38962" y="1510"/>
                </a:lnTo>
                <a:lnTo>
                  <a:pt x="38868" y="1510"/>
                </a:lnTo>
                <a:lnTo>
                  <a:pt x="38113" y="1415"/>
                </a:lnTo>
                <a:lnTo>
                  <a:pt x="40000" y="1510"/>
                </a:lnTo>
                <a:lnTo>
                  <a:pt x="38868" y="1604"/>
                </a:lnTo>
                <a:lnTo>
                  <a:pt x="40000" y="1541"/>
                </a:lnTo>
                <a:lnTo>
                  <a:pt x="40000" y="1541"/>
                </a:lnTo>
                <a:lnTo>
                  <a:pt x="40094" y="1510"/>
                </a:lnTo>
                <a:lnTo>
                  <a:pt x="40377" y="1510"/>
                </a:lnTo>
                <a:lnTo>
                  <a:pt x="40283" y="1525"/>
                </a:lnTo>
                <a:lnTo>
                  <a:pt x="40283" y="1525"/>
                </a:lnTo>
                <a:lnTo>
                  <a:pt x="40566" y="1510"/>
                </a:lnTo>
                <a:lnTo>
                  <a:pt x="41509" y="1604"/>
                </a:lnTo>
                <a:lnTo>
                  <a:pt x="44151" y="1415"/>
                </a:lnTo>
                <a:lnTo>
                  <a:pt x="45000" y="1321"/>
                </a:lnTo>
                <a:lnTo>
                  <a:pt x="44434" y="1321"/>
                </a:lnTo>
                <a:lnTo>
                  <a:pt x="45188" y="1132"/>
                </a:lnTo>
                <a:lnTo>
                  <a:pt x="45660" y="1227"/>
                </a:lnTo>
                <a:lnTo>
                  <a:pt x="45755" y="1227"/>
                </a:lnTo>
                <a:lnTo>
                  <a:pt x="45755" y="1321"/>
                </a:lnTo>
                <a:lnTo>
                  <a:pt x="45377" y="1321"/>
                </a:lnTo>
                <a:lnTo>
                  <a:pt x="46038" y="1415"/>
                </a:lnTo>
                <a:lnTo>
                  <a:pt x="46792" y="1321"/>
                </a:lnTo>
                <a:lnTo>
                  <a:pt x="46792" y="1227"/>
                </a:lnTo>
                <a:lnTo>
                  <a:pt x="46981" y="1321"/>
                </a:lnTo>
                <a:lnTo>
                  <a:pt x="47547" y="1321"/>
                </a:lnTo>
                <a:lnTo>
                  <a:pt x="47358" y="1510"/>
                </a:lnTo>
                <a:lnTo>
                  <a:pt x="46981" y="1510"/>
                </a:lnTo>
                <a:lnTo>
                  <a:pt x="46792" y="1415"/>
                </a:lnTo>
                <a:lnTo>
                  <a:pt x="43868" y="1698"/>
                </a:lnTo>
                <a:lnTo>
                  <a:pt x="45566" y="1698"/>
                </a:lnTo>
                <a:lnTo>
                  <a:pt x="47264" y="1604"/>
                </a:lnTo>
                <a:lnTo>
                  <a:pt x="50566" y="1321"/>
                </a:lnTo>
                <a:lnTo>
                  <a:pt x="52169" y="1227"/>
                </a:lnTo>
                <a:lnTo>
                  <a:pt x="55471" y="1227"/>
                </a:lnTo>
                <a:lnTo>
                  <a:pt x="57075" y="1415"/>
                </a:lnTo>
                <a:lnTo>
                  <a:pt x="56603" y="1321"/>
                </a:lnTo>
                <a:lnTo>
                  <a:pt x="56509" y="1227"/>
                </a:lnTo>
                <a:lnTo>
                  <a:pt x="57264" y="1132"/>
                </a:lnTo>
                <a:lnTo>
                  <a:pt x="58396" y="1227"/>
                </a:lnTo>
                <a:lnTo>
                  <a:pt x="58773" y="1227"/>
                </a:lnTo>
                <a:lnTo>
                  <a:pt x="58962" y="1321"/>
                </a:lnTo>
                <a:lnTo>
                  <a:pt x="59905" y="1321"/>
                </a:lnTo>
                <a:lnTo>
                  <a:pt x="61037" y="1510"/>
                </a:lnTo>
                <a:lnTo>
                  <a:pt x="61603" y="1698"/>
                </a:lnTo>
                <a:lnTo>
                  <a:pt x="62075" y="1887"/>
                </a:lnTo>
                <a:lnTo>
                  <a:pt x="62452" y="2076"/>
                </a:lnTo>
                <a:lnTo>
                  <a:pt x="62547" y="2359"/>
                </a:lnTo>
                <a:lnTo>
                  <a:pt x="62641" y="4528"/>
                </a:lnTo>
                <a:lnTo>
                  <a:pt x="62641" y="8113"/>
                </a:lnTo>
                <a:lnTo>
                  <a:pt x="62547" y="17547"/>
                </a:lnTo>
                <a:lnTo>
                  <a:pt x="62547" y="22547"/>
                </a:lnTo>
                <a:lnTo>
                  <a:pt x="62641" y="27075"/>
                </a:lnTo>
                <a:lnTo>
                  <a:pt x="62830" y="30849"/>
                </a:lnTo>
                <a:lnTo>
                  <a:pt x="62924" y="32169"/>
                </a:lnTo>
                <a:lnTo>
                  <a:pt x="63113" y="33207"/>
                </a:lnTo>
                <a:lnTo>
                  <a:pt x="63113" y="34528"/>
                </a:lnTo>
                <a:lnTo>
                  <a:pt x="63207" y="35943"/>
                </a:lnTo>
                <a:lnTo>
                  <a:pt x="63207" y="36886"/>
                </a:lnTo>
                <a:lnTo>
                  <a:pt x="63113" y="38396"/>
                </a:lnTo>
                <a:lnTo>
                  <a:pt x="62830" y="42358"/>
                </a:lnTo>
                <a:lnTo>
                  <a:pt x="62547" y="46509"/>
                </a:lnTo>
                <a:lnTo>
                  <a:pt x="62452" y="48207"/>
                </a:lnTo>
                <a:lnTo>
                  <a:pt x="62547" y="49527"/>
                </a:lnTo>
                <a:lnTo>
                  <a:pt x="62547" y="51131"/>
                </a:lnTo>
                <a:lnTo>
                  <a:pt x="62547" y="52735"/>
                </a:lnTo>
                <a:lnTo>
                  <a:pt x="62358" y="53584"/>
                </a:lnTo>
                <a:lnTo>
                  <a:pt x="62264" y="54339"/>
                </a:lnTo>
                <a:lnTo>
                  <a:pt x="61981" y="55093"/>
                </a:lnTo>
                <a:lnTo>
                  <a:pt x="61603" y="55754"/>
                </a:lnTo>
                <a:lnTo>
                  <a:pt x="61792" y="55754"/>
                </a:lnTo>
                <a:lnTo>
                  <a:pt x="61886" y="55565"/>
                </a:lnTo>
                <a:lnTo>
                  <a:pt x="62169" y="55376"/>
                </a:lnTo>
                <a:lnTo>
                  <a:pt x="62264" y="55565"/>
                </a:lnTo>
                <a:lnTo>
                  <a:pt x="62169" y="55754"/>
                </a:lnTo>
                <a:lnTo>
                  <a:pt x="61981" y="56225"/>
                </a:lnTo>
                <a:lnTo>
                  <a:pt x="61792" y="56037"/>
                </a:lnTo>
                <a:lnTo>
                  <a:pt x="61509" y="55754"/>
                </a:lnTo>
                <a:lnTo>
                  <a:pt x="61603" y="55942"/>
                </a:lnTo>
                <a:lnTo>
                  <a:pt x="61509" y="55942"/>
                </a:lnTo>
                <a:lnTo>
                  <a:pt x="61603" y="56037"/>
                </a:lnTo>
                <a:lnTo>
                  <a:pt x="60094" y="56320"/>
                </a:lnTo>
                <a:lnTo>
                  <a:pt x="58773" y="56414"/>
                </a:lnTo>
                <a:lnTo>
                  <a:pt x="57547" y="56508"/>
                </a:lnTo>
                <a:lnTo>
                  <a:pt x="56415" y="56508"/>
                </a:lnTo>
                <a:lnTo>
                  <a:pt x="56698" y="56320"/>
                </a:lnTo>
                <a:lnTo>
                  <a:pt x="56698" y="56320"/>
                </a:lnTo>
                <a:lnTo>
                  <a:pt x="56037" y="56508"/>
                </a:lnTo>
                <a:lnTo>
                  <a:pt x="54811" y="56886"/>
                </a:lnTo>
                <a:lnTo>
                  <a:pt x="53679" y="57074"/>
                </a:lnTo>
                <a:lnTo>
                  <a:pt x="53868" y="56791"/>
                </a:lnTo>
                <a:lnTo>
                  <a:pt x="54245" y="56697"/>
                </a:lnTo>
                <a:lnTo>
                  <a:pt x="53019" y="56886"/>
                </a:lnTo>
                <a:lnTo>
                  <a:pt x="51698" y="56980"/>
                </a:lnTo>
                <a:lnTo>
                  <a:pt x="50943" y="57074"/>
                </a:lnTo>
                <a:lnTo>
                  <a:pt x="51132" y="57169"/>
                </a:lnTo>
                <a:lnTo>
                  <a:pt x="48962" y="57452"/>
                </a:lnTo>
                <a:lnTo>
                  <a:pt x="48962" y="57357"/>
                </a:lnTo>
                <a:lnTo>
                  <a:pt x="48019" y="57452"/>
                </a:lnTo>
                <a:lnTo>
                  <a:pt x="47641" y="57452"/>
                </a:lnTo>
                <a:lnTo>
                  <a:pt x="46604" y="57546"/>
                </a:lnTo>
                <a:lnTo>
                  <a:pt x="44717" y="57546"/>
                </a:lnTo>
                <a:lnTo>
                  <a:pt x="44339" y="57452"/>
                </a:lnTo>
                <a:lnTo>
                  <a:pt x="45000" y="57263"/>
                </a:lnTo>
                <a:lnTo>
                  <a:pt x="40000" y="57829"/>
                </a:lnTo>
                <a:lnTo>
                  <a:pt x="38019" y="58206"/>
                </a:lnTo>
                <a:lnTo>
                  <a:pt x="37547" y="58018"/>
                </a:lnTo>
                <a:lnTo>
                  <a:pt x="37075" y="58018"/>
                </a:lnTo>
                <a:lnTo>
                  <a:pt x="36698" y="58112"/>
                </a:lnTo>
                <a:lnTo>
                  <a:pt x="36415" y="58301"/>
                </a:lnTo>
                <a:lnTo>
                  <a:pt x="36038" y="58301"/>
                </a:lnTo>
                <a:lnTo>
                  <a:pt x="36038" y="58395"/>
                </a:lnTo>
                <a:lnTo>
                  <a:pt x="36321" y="58395"/>
                </a:lnTo>
                <a:lnTo>
                  <a:pt x="36132" y="58678"/>
                </a:lnTo>
                <a:lnTo>
                  <a:pt x="37075" y="58678"/>
                </a:lnTo>
                <a:lnTo>
                  <a:pt x="37830" y="58584"/>
                </a:lnTo>
                <a:lnTo>
                  <a:pt x="38585" y="58489"/>
                </a:lnTo>
                <a:lnTo>
                  <a:pt x="39434" y="58489"/>
                </a:lnTo>
                <a:lnTo>
                  <a:pt x="38585" y="58867"/>
                </a:lnTo>
                <a:lnTo>
                  <a:pt x="37358" y="59244"/>
                </a:lnTo>
                <a:lnTo>
                  <a:pt x="36792" y="59339"/>
                </a:lnTo>
                <a:lnTo>
                  <a:pt x="36226" y="59339"/>
                </a:lnTo>
                <a:lnTo>
                  <a:pt x="35755" y="59244"/>
                </a:lnTo>
                <a:lnTo>
                  <a:pt x="35566" y="59056"/>
                </a:lnTo>
                <a:lnTo>
                  <a:pt x="35472" y="58867"/>
                </a:lnTo>
                <a:lnTo>
                  <a:pt x="36509" y="58772"/>
                </a:lnTo>
                <a:lnTo>
                  <a:pt x="35377" y="58678"/>
                </a:lnTo>
                <a:lnTo>
                  <a:pt x="34151" y="58772"/>
                </a:lnTo>
                <a:lnTo>
                  <a:pt x="34057" y="58772"/>
                </a:lnTo>
                <a:lnTo>
                  <a:pt x="33208" y="58961"/>
                </a:lnTo>
                <a:lnTo>
                  <a:pt x="32264" y="59056"/>
                </a:lnTo>
                <a:lnTo>
                  <a:pt x="32264" y="59056"/>
                </a:lnTo>
                <a:lnTo>
                  <a:pt x="33113" y="58867"/>
                </a:lnTo>
                <a:lnTo>
                  <a:pt x="31887" y="58489"/>
                </a:lnTo>
                <a:lnTo>
                  <a:pt x="31132" y="58395"/>
                </a:lnTo>
                <a:lnTo>
                  <a:pt x="31038" y="58301"/>
                </a:lnTo>
                <a:lnTo>
                  <a:pt x="31132" y="58301"/>
                </a:lnTo>
                <a:lnTo>
                  <a:pt x="31509" y="58206"/>
                </a:lnTo>
                <a:lnTo>
                  <a:pt x="30660" y="58206"/>
                </a:lnTo>
                <a:lnTo>
                  <a:pt x="30283" y="58301"/>
                </a:lnTo>
                <a:lnTo>
                  <a:pt x="29906" y="58489"/>
                </a:lnTo>
                <a:lnTo>
                  <a:pt x="29151" y="58678"/>
                </a:lnTo>
                <a:lnTo>
                  <a:pt x="29340" y="58584"/>
                </a:lnTo>
                <a:lnTo>
                  <a:pt x="29434" y="58395"/>
                </a:lnTo>
                <a:lnTo>
                  <a:pt x="29434" y="58395"/>
                </a:lnTo>
                <a:lnTo>
                  <a:pt x="28585" y="58489"/>
                </a:lnTo>
                <a:lnTo>
                  <a:pt x="28491" y="58584"/>
                </a:lnTo>
                <a:lnTo>
                  <a:pt x="28396" y="58678"/>
                </a:lnTo>
                <a:lnTo>
                  <a:pt x="27736" y="58867"/>
                </a:lnTo>
                <a:lnTo>
                  <a:pt x="25660" y="59150"/>
                </a:lnTo>
                <a:lnTo>
                  <a:pt x="22170" y="59622"/>
                </a:lnTo>
                <a:lnTo>
                  <a:pt x="22359" y="59527"/>
                </a:lnTo>
                <a:lnTo>
                  <a:pt x="22359" y="59433"/>
                </a:lnTo>
                <a:lnTo>
                  <a:pt x="22264" y="59433"/>
                </a:lnTo>
                <a:lnTo>
                  <a:pt x="22453" y="59244"/>
                </a:lnTo>
                <a:lnTo>
                  <a:pt x="22453" y="59056"/>
                </a:lnTo>
                <a:lnTo>
                  <a:pt x="21132" y="59339"/>
                </a:lnTo>
                <a:lnTo>
                  <a:pt x="19246" y="59716"/>
                </a:lnTo>
                <a:lnTo>
                  <a:pt x="18208" y="59810"/>
                </a:lnTo>
                <a:lnTo>
                  <a:pt x="17264" y="59905"/>
                </a:lnTo>
                <a:lnTo>
                  <a:pt x="16415" y="59905"/>
                </a:lnTo>
                <a:lnTo>
                  <a:pt x="15849" y="59810"/>
                </a:lnTo>
                <a:lnTo>
                  <a:pt x="14246" y="59810"/>
                </a:lnTo>
                <a:lnTo>
                  <a:pt x="11981" y="59999"/>
                </a:lnTo>
                <a:lnTo>
                  <a:pt x="11981" y="59999"/>
                </a:lnTo>
                <a:lnTo>
                  <a:pt x="12359" y="59905"/>
                </a:lnTo>
                <a:lnTo>
                  <a:pt x="12736" y="59716"/>
                </a:lnTo>
                <a:lnTo>
                  <a:pt x="11415" y="59905"/>
                </a:lnTo>
                <a:lnTo>
                  <a:pt x="10000" y="60093"/>
                </a:lnTo>
                <a:lnTo>
                  <a:pt x="7076" y="60188"/>
                </a:lnTo>
                <a:lnTo>
                  <a:pt x="4151" y="60376"/>
                </a:lnTo>
                <a:lnTo>
                  <a:pt x="2831" y="60471"/>
                </a:lnTo>
                <a:lnTo>
                  <a:pt x="1604" y="60659"/>
                </a:lnTo>
                <a:lnTo>
                  <a:pt x="1227" y="59244"/>
                </a:lnTo>
                <a:lnTo>
                  <a:pt x="1038" y="57735"/>
                </a:lnTo>
                <a:lnTo>
                  <a:pt x="850" y="56131"/>
                </a:lnTo>
                <a:lnTo>
                  <a:pt x="755" y="54433"/>
                </a:lnTo>
                <a:lnTo>
                  <a:pt x="755" y="52735"/>
                </a:lnTo>
                <a:lnTo>
                  <a:pt x="755" y="50942"/>
                </a:lnTo>
                <a:lnTo>
                  <a:pt x="1038" y="47263"/>
                </a:lnTo>
                <a:lnTo>
                  <a:pt x="1321" y="43678"/>
                </a:lnTo>
                <a:lnTo>
                  <a:pt x="1699" y="39999"/>
                </a:lnTo>
                <a:lnTo>
                  <a:pt x="2453" y="33301"/>
                </a:lnTo>
                <a:lnTo>
                  <a:pt x="2548" y="33962"/>
                </a:lnTo>
                <a:lnTo>
                  <a:pt x="2642" y="34622"/>
                </a:lnTo>
                <a:lnTo>
                  <a:pt x="2642" y="33018"/>
                </a:lnTo>
                <a:lnTo>
                  <a:pt x="2551" y="32287"/>
                </a:lnTo>
                <a:lnTo>
                  <a:pt x="2642" y="30000"/>
                </a:lnTo>
                <a:lnTo>
                  <a:pt x="2453" y="30377"/>
                </a:lnTo>
                <a:lnTo>
                  <a:pt x="2453" y="29245"/>
                </a:lnTo>
                <a:lnTo>
                  <a:pt x="2453" y="27830"/>
                </a:lnTo>
                <a:lnTo>
                  <a:pt x="2642" y="28301"/>
                </a:lnTo>
                <a:lnTo>
                  <a:pt x="2736" y="28018"/>
                </a:lnTo>
                <a:lnTo>
                  <a:pt x="2831" y="28018"/>
                </a:lnTo>
                <a:lnTo>
                  <a:pt x="2925" y="28207"/>
                </a:lnTo>
                <a:lnTo>
                  <a:pt x="3019" y="26415"/>
                </a:lnTo>
                <a:lnTo>
                  <a:pt x="3019" y="24811"/>
                </a:lnTo>
                <a:lnTo>
                  <a:pt x="3019" y="23113"/>
                </a:lnTo>
                <a:lnTo>
                  <a:pt x="3019" y="22170"/>
                </a:lnTo>
                <a:lnTo>
                  <a:pt x="3208" y="21320"/>
                </a:lnTo>
                <a:lnTo>
                  <a:pt x="3302" y="19528"/>
                </a:lnTo>
                <a:lnTo>
                  <a:pt x="3302" y="17641"/>
                </a:lnTo>
                <a:lnTo>
                  <a:pt x="3302" y="16887"/>
                </a:lnTo>
                <a:lnTo>
                  <a:pt x="3208" y="16321"/>
                </a:lnTo>
                <a:lnTo>
                  <a:pt x="3397" y="16415"/>
                </a:lnTo>
                <a:lnTo>
                  <a:pt x="3585" y="11981"/>
                </a:lnTo>
                <a:lnTo>
                  <a:pt x="3680" y="11415"/>
                </a:lnTo>
                <a:lnTo>
                  <a:pt x="3680" y="11698"/>
                </a:lnTo>
                <a:lnTo>
                  <a:pt x="3774" y="11132"/>
                </a:lnTo>
                <a:lnTo>
                  <a:pt x="3868" y="10660"/>
                </a:lnTo>
                <a:lnTo>
                  <a:pt x="3774" y="10094"/>
                </a:lnTo>
                <a:lnTo>
                  <a:pt x="3680" y="9623"/>
                </a:lnTo>
                <a:lnTo>
                  <a:pt x="3774" y="9434"/>
                </a:lnTo>
                <a:lnTo>
                  <a:pt x="3868" y="9245"/>
                </a:lnTo>
                <a:lnTo>
                  <a:pt x="4057" y="8491"/>
                </a:lnTo>
                <a:lnTo>
                  <a:pt x="4340" y="6321"/>
                </a:lnTo>
                <a:lnTo>
                  <a:pt x="4623" y="2264"/>
                </a:lnTo>
                <a:lnTo>
                  <a:pt x="3491" y="7170"/>
                </a:lnTo>
                <a:lnTo>
                  <a:pt x="2925" y="9906"/>
                </a:lnTo>
                <a:lnTo>
                  <a:pt x="2359" y="12736"/>
                </a:lnTo>
                <a:lnTo>
                  <a:pt x="1982" y="15377"/>
                </a:lnTo>
                <a:lnTo>
                  <a:pt x="1699" y="17830"/>
                </a:lnTo>
                <a:lnTo>
                  <a:pt x="1510" y="19905"/>
                </a:lnTo>
                <a:lnTo>
                  <a:pt x="1604" y="20754"/>
                </a:lnTo>
                <a:lnTo>
                  <a:pt x="1699" y="21509"/>
                </a:lnTo>
                <a:lnTo>
                  <a:pt x="1321" y="22453"/>
                </a:lnTo>
                <a:lnTo>
                  <a:pt x="1133" y="23585"/>
                </a:lnTo>
                <a:lnTo>
                  <a:pt x="1038" y="24905"/>
                </a:lnTo>
                <a:lnTo>
                  <a:pt x="1038" y="26226"/>
                </a:lnTo>
                <a:lnTo>
                  <a:pt x="1038" y="28962"/>
                </a:lnTo>
                <a:lnTo>
                  <a:pt x="1038" y="31415"/>
                </a:lnTo>
                <a:lnTo>
                  <a:pt x="661" y="40188"/>
                </a:lnTo>
                <a:lnTo>
                  <a:pt x="472" y="44999"/>
                </a:lnTo>
                <a:lnTo>
                  <a:pt x="378" y="49622"/>
                </a:lnTo>
                <a:lnTo>
                  <a:pt x="472" y="51603"/>
                </a:lnTo>
                <a:lnTo>
                  <a:pt x="378" y="53961"/>
                </a:lnTo>
                <a:lnTo>
                  <a:pt x="189" y="53301"/>
                </a:lnTo>
                <a:lnTo>
                  <a:pt x="95" y="52641"/>
                </a:lnTo>
                <a:lnTo>
                  <a:pt x="189" y="53867"/>
                </a:lnTo>
                <a:lnTo>
                  <a:pt x="189" y="55093"/>
                </a:lnTo>
                <a:lnTo>
                  <a:pt x="378" y="55188"/>
                </a:lnTo>
                <a:lnTo>
                  <a:pt x="284" y="56508"/>
                </a:lnTo>
                <a:lnTo>
                  <a:pt x="95" y="54905"/>
                </a:lnTo>
                <a:lnTo>
                  <a:pt x="1" y="58489"/>
                </a:lnTo>
                <a:lnTo>
                  <a:pt x="1" y="62357"/>
                </a:lnTo>
                <a:lnTo>
                  <a:pt x="6038" y="61886"/>
                </a:lnTo>
                <a:lnTo>
                  <a:pt x="8963" y="61697"/>
                </a:lnTo>
                <a:lnTo>
                  <a:pt x="11698" y="61603"/>
                </a:lnTo>
                <a:lnTo>
                  <a:pt x="11698" y="61414"/>
                </a:lnTo>
                <a:lnTo>
                  <a:pt x="11887" y="61225"/>
                </a:lnTo>
                <a:lnTo>
                  <a:pt x="12264" y="61225"/>
                </a:lnTo>
                <a:lnTo>
                  <a:pt x="12548" y="61320"/>
                </a:lnTo>
                <a:lnTo>
                  <a:pt x="12736" y="61414"/>
                </a:lnTo>
                <a:lnTo>
                  <a:pt x="12642" y="61320"/>
                </a:lnTo>
                <a:lnTo>
                  <a:pt x="13302" y="61508"/>
                </a:lnTo>
                <a:lnTo>
                  <a:pt x="13302" y="61508"/>
                </a:lnTo>
                <a:lnTo>
                  <a:pt x="12736" y="61414"/>
                </a:lnTo>
                <a:lnTo>
                  <a:pt x="13019" y="61508"/>
                </a:lnTo>
                <a:lnTo>
                  <a:pt x="12736" y="61603"/>
                </a:lnTo>
                <a:lnTo>
                  <a:pt x="12831" y="61697"/>
                </a:lnTo>
                <a:lnTo>
                  <a:pt x="14246" y="61508"/>
                </a:lnTo>
                <a:lnTo>
                  <a:pt x="13491" y="61508"/>
                </a:lnTo>
                <a:lnTo>
                  <a:pt x="14717" y="61225"/>
                </a:lnTo>
                <a:lnTo>
                  <a:pt x="16038" y="61131"/>
                </a:lnTo>
                <a:lnTo>
                  <a:pt x="18962" y="61131"/>
                </a:lnTo>
                <a:lnTo>
                  <a:pt x="19151" y="61225"/>
                </a:lnTo>
                <a:lnTo>
                  <a:pt x="19623" y="61320"/>
                </a:lnTo>
                <a:lnTo>
                  <a:pt x="21227" y="61320"/>
                </a:lnTo>
                <a:lnTo>
                  <a:pt x="23302" y="61225"/>
                </a:lnTo>
                <a:lnTo>
                  <a:pt x="24245" y="61131"/>
                </a:lnTo>
                <a:lnTo>
                  <a:pt x="25094" y="60942"/>
                </a:lnTo>
                <a:lnTo>
                  <a:pt x="28868" y="60848"/>
                </a:lnTo>
                <a:lnTo>
                  <a:pt x="32642" y="60659"/>
                </a:lnTo>
                <a:lnTo>
                  <a:pt x="36415" y="60376"/>
                </a:lnTo>
                <a:lnTo>
                  <a:pt x="40283" y="60093"/>
                </a:lnTo>
                <a:lnTo>
                  <a:pt x="47830" y="59339"/>
                </a:lnTo>
                <a:lnTo>
                  <a:pt x="55377" y="58678"/>
                </a:lnTo>
                <a:lnTo>
                  <a:pt x="61037" y="58678"/>
                </a:lnTo>
                <a:lnTo>
                  <a:pt x="62264" y="58584"/>
                </a:lnTo>
                <a:lnTo>
                  <a:pt x="63207" y="58395"/>
                </a:lnTo>
                <a:lnTo>
                  <a:pt x="63490" y="58206"/>
                </a:lnTo>
                <a:lnTo>
                  <a:pt x="63773" y="58018"/>
                </a:lnTo>
                <a:lnTo>
                  <a:pt x="63962" y="57735"/>
                </a:lnTo>
                <a:lnTo>
                  <a:pt x="64150" y="57357"/>
                </a:lnTo>
                <a:lnTo>
                  <a:pt x="64339" y="56225"/>
                </a:lnTo>
                <a:lnTo>
                  <a:pt x="64528" y="54716"/>
                </a:lnTo>
                <a:lnTo>
                  <a:pt x="64528" y="53018"/>
                </a:lnTo>
                <a:lnTo>
                  <a:pt x="64622" y="49810"/>
                </a:lnTo>
                <a:lnTo>
                  <a:pt x="64622" y="47546"/>
                </a:lnTo>
                <a:lnTo>
                  <a:pt x="64905" y="40848"/>
                </a:lnTo>
                <a:lnTo>
                  <a:pt x="64999" y="36320"/>
                </a:lnTo>
                <a:lnTo>
                  <a:pt x="65094" y="33301"/>
                </a:lnTo>
                <a:lnTo>
                  <a:pt x="65188" y="33396"/>
                </a:lnTo>
                <a:lnTo>
                  <a:pt x="65188" y="31603"/>
                </a:lnTo>
                <a:lnTo>
                  <a:pt x="65188" y="29811"/>
                </a:lnTo>
                <a:lnTo>
                  <a:pt x="65094" y="30660"/>
                </a:lnTo>
                <a:lnTo>
                  <a:pt x="64905" y="28301"/>
                </a:lnTo>
                <a:lnTo>
                  <a:pt x="64811" y="25849"/>
                </a:lnTo>
                <a:lnTo>
                  <a:pt x="64716" y="23302"/>
                </a:lnTo>
                <a:lnTo>
                  <a:pt x="64622" y="20849"/>
                </a:lnTo>
                <a:lnTo>
                  <a:pt x="64811" y="22075"/>
                </a:lnTo>
                <a:lnTo>
                  <a:pt x="64811" y="20754"/>
                </a:lnTo>
                <a:lnTo>
                  <a:pt x="64811" y="18962"/>
                </a:lnTo>
                <a:lnTo>
                  <a:pt x="64811" y="18868"/>
                </a:lnTo>
                <a:lnTo>
                  <a:pt x="64716" y="17358"/>
                </a:lnTo>
                <a:lnTo>
                  <a:pt x="64811" y="18113"/>
                </a:lnTo>
                <a:lnTo>
                  <a:pt x="64999" y="16981"/>
                </a:lnTo>
                <a:lnTo>
                  <a:pt x="64905" y="15755"/>
                </a:lnTo>
                <a:lnTo>
                  <a:pt x="64811" y="14528"/>
                </a:lnTo>
                <a:lnTo>
                  <a:pt x="64716" y="13396"/>
                </a:lnTo>
                <a:lnTo>
                  <a:pt x="64622" y="13679"/>
                </a:lnTo>
                <a:lnTo>
                  <a:pt x="64551" y="13679"/>
                </a:lnTo>
                <a:lnTo>
                  <a:pt x="64622" y="13962"/>
                </a:lnTo>
                <a:lnTo>
                  <a:pt x="64716" y="15000"/>
                </a:lnTo>
                <a:lnTo>
                  <a:pt x="64528" y="14623"/>
                </a:lnTo>
                <a:lnTo>
                  <a:pt x="64528" y="15094"/>
                </a:lnTo>
                <a:lnTo>
                  <a:pt x="64339" y="12736"/>
                </a:lnTo>
                <a:lnTo>
                  <a:pt x="64150" y="11698"/>
                </a:lnTo>
                <a:lnTo>
                  <a:pt x="64056" y="11604"/>
                </a:lnTo>
                <a:lnTo>
                  <a:pt x="64056" y="11226"/>
                </a:lnTo>
                <a:lnTo>
                  <a:pt x="64245" y="10566"/>
                </a:lnTo>
                <a:lnTo>
                  <a:pt x="64245" y="9811"/>
                </a:lnTo>
                <a:lnTo>
                  <a:pt x="64245" y="9560"/>
                </a:lnTo>
                <a:lnTo>
                  <a:pt x="64433" y="10189"/>
                </a:lnTo>
                <a:lnTo>
                  <a:pt x="64622" y="11604"/>
                </a:lnTo>
                <a:lnTo>
                  <a:pt x="64811" y="13019"/>
                </a:lnTo>
                <a:lnTo>
                  <a:pt x="64905" y="14151"/>
                </a:lnTo>
                <a:lnTo>
                  <a:pt x="64905" y="12830"/>
                </a:lnTo>
                <a:lnTo>
                  <a:pt x="64811" y="11698"/>
                </a:lnTo>
                <a:lnTo>
                  <a:pt x="64528" y="9340"/>
                </a:lnTo>
                <a:lnTo>
                  <a:pt x="64433" y="9528"/>
                </a:lnTo>
                <a:lnTo>
                  <a:pt x="64433" y="9340"/>
                </a:lnTo>
                <a:lnTo>
                  <a:pt x="64245" y="8585"/>
                </a:lnTo>
                <a:lnTo>
                  <a:pt x="64150" y="7264"/>
                </a:lnTo>
                <a:lnTo>
                  <a:pt x="64056" y="9434"/>
                </a:lnTo>
                <a:lnTo>
                  <a:pt x="63773" y="8868"/>
                </a:lnTo>
                <a:lnTo>
                  <a:pt x="63679" y="7925"/>
                </a:lnTo>
                <a:lnTo>
                  <a:pt x="63584" y="6792"/>
                </a:lnTo>
                <a:lnTo>
                  <a:pt x="63490" y="5566"/>
                </a:lnTo>
                <a:lnTo>
                  <a:pt x="63490" y="1227"/>
                </a:lnTo>
                <a:lnTo>
                  <a:pt x="63490" y="661"/>
                </a:lnTo>
                <a:lnTo>
                  <a:pt x="63396" y="566"/>
                </a:lnTo>
                <a:lnTo>
                  <a:pt x="63207" y="378"/>
                </a:lnTo>
                <a:lnTo>
                  <a:pt x="62641" y="189"/>
                </a:lnTo>
                <a:lnTo>
                  <a:pt x="61792" y="95"/>
                </a:lnTo>
                <a:lnTo>
                  <a:pt x="6084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6"/>
          <p:cNvSpPr txBox="1"/>
          <p:nvPr>
            <p:ph type="ctrTitle"/>
          </p:nvPr>
        </p:nvSpPr>
        <p:spPr>
          <a:xfrm>
            <a:off x="685800" y="2655755"/>
            <a:ext cx="7772400" cy="154639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Walter Turncoat"/>
              <a:buNone/>
              <a:defRPr b="0" i="0" sz="6000" u="none" cap="none" strike="noStrike">
                <a:solidFill>
                  <a:schemeClr val="lt1"/>
                </a:solidFill>
                <a:latin typeface="Walter Turncoat"/>
                <a:ea typeface="Walter Turncoat"/>
                <a:cs typeface="Walter Turncoat"/>
                <a:sym typeface="Walter Turncoat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2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8"/>
          <p:cNvSpPr txBox="1"/>
          <p:nvPr>
            <p:ph type="title"/>
          </p:nvPr>
        </p:nvSpPr>
        <p:spPr>
          <a:xfrm>
            <a:off x="0" y="0"/>
            <a:ext cx="9156000" cy="11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Walter Turncoat"/>
              <a:buNone/>
              <a:defRPr b="0" i="0" sz="3000" u="none" cap="none" strike="noStrike">
                <a:solidFill>
                  <a:schemeClr val="lt1"/>
                </a:solidFill>
                <a:latin typeface="Walter Turncoat"/>
                <a:ea typeface="Walter Turncoat"/>
                <a:cs typeface="Walter Turncoat"/>
                <a:sym typeface="Walter Turnco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" name="Google Shape;29;p68"/>
          <p:cNvSpPr txBox="1"/>
          <p:nvPr>
            <p:ph idx="1" type="body"/>
          </p:nvPr>
        </p:nvSpPr>
        <p:spPr>
          <a:xfrm>
            <a:off x="457200" y="2010572"/>
            <a:ext cx="3994500" cy="45571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None/>
              <a:defRPr sz="21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/>
            </a:lvl2pPr>
            <a:lvl3pPr indent="-228600" lvl="2" marL="1371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/>
            </a:lvl3pPr>
            <a:lvl4pPr indent="-228600" lvl="3" marL="18288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/>
            </a:lvl4pPr>
            <a:lvl5pPr indent="-228600" lvl="4" marL="22860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/>
            </a:lvl9pPr>
          </a:lstStyle>
          <a:p/>
        </p:txBody>
      </p:sp>
      <p:sp>
        <p:nvSpPr>
          <p:cNvPr id="30" name="Google Shape;30;p68"/>
          <p:cNvSpPr txBox="1"/>
          <p:nvPr>
            <p:ph idx="2" type="body"/>
          </p:nvPr>
        </p:nvSpPr>
        <p:spPr>
          <a:xfrm>
            <a:off x="4692275" y="2010572"/>
            <a:ext cx="3994500" cy="45571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None/>
              <a:defRPr sz="21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/>
            </a:lvl2pPr>
            <a:lvl3pPr indent="-228600" lvl="2" marL="1371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/>
            </a:lvl3pPr>
            <a:lvl4pPr indent="-228600" lvl="3" marL="18288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/>
            </a:lvl4pPr>
            <a:lvl5pPr indent="-228600" lvl="4" marL="22860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9"/>
          <p:cNvSpPr txBox="1"/>
          <p:nvPr>
            <p:ph idx="1" type="body"/>
          </p:nvPr>
        </p:nvSpPr>
        <p:spPr>
          <a:xfrm>
            <a:off x="457200" y="5875084"/>
            <a:ext cx="8229600" cy="6927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 algn="ctr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None/>
              <a:defRPr sz="21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indent="-228600" lvl="2" marL="1371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indent="-228600" lvl="3" marL="18288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indent="-228600" lvl="4" marL="22860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ullets" type="tx">
  <p:cSld name="TITLE_AND_BODY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3"/>
          <p:cNvSpPr txBox="1"/>
          <p:nvPr>
            <p:ph type="title"/>
          </p:nvPr>
        </p:nvSpPr>
        <p:spPr>
          <a:xfrm>
            <a:off x="669727" y="178594"/>
            <a:ext cx="7804547" cy="1518047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9pPr>
          </a:lstStyle>
          <a:p/>
        </p:txBody>
      </p:sp>
      <p:sp>
        <p:nvSpPr>
          <p:cNvPr id="39" name="Google Shape;39;p63"/>
          <p:cNvSpPr txBox="1"/>
          <p:nvPr>
            <p:ph idx="1" type="body"/>
          </p:nvPr>
        </p:nvSpPr>
        <p:spPr>
          <a:xfrm>
            <a:off x="669727" y="1821656"/>
            <a:ext cx="7804547" cy="442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indent="-314325" lvl="0" marL="457200" algn="l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1pPr>
            <a:lvl2pPr indent="-314325" lvl="1" marL="914400" algn="l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2pPr>
            <a:lvl3pPr indent="-314325" lvl="2" marL="1371600" algn="l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3pPr>
            <a:lvl4pPr indent="-314325" lvl="3" marL="1828800" algn="l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4pPr>
            <a:lvl5pPr indent="-314325" lvl="4" marL="2286000" algn="l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5pPr>
            <a:lvl6pPr indent="-314325" lvl="5" marL="2743200" algn="l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6pPr>
            <a:lvl7pPr indent="-314325" lvl="6" marL="3200400" algn="l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7pPr>
            <a:lvl8pPr indent="-314325" lvl="7" marL="3657600" algn="l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8pPr>
            <a:lvl9pPr indent="-314325" lvl="8" marL="4114800" algn="l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9pPr>
          </a:lstStyle>
          <a:p/>
        </p:txBody>
      </p:sp>
      <p:sp>
        <p:nvSpPr>
          <p:cNvPr id="40" name="Google Shape;40;p63"/>
          <p:cNvSpPr txBox="1"/>
          <p:nvPr>
            <p:ph idx="12" type="sldNum"/>
          </p:nvPr>
        </p:nvSpPr>
        <p:spPr>
          <a:xfrm>
            <a:off x="4437983" y="6509742"/>
            <a:ext cx="304571" cy="297389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  <a:defRPr b="0" i="0" sz="1266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  <a:defRPr b="0" i="0" sz="1266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  <a:defRPr b="0" i="0" sz="1266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  <a:defRPr b="0" i="0" sz="1266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  <a:defRPr b="0" i="0" sz="1266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  <a:defRPr b="0" i="0" sz="1266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  <a:defRPr b="0" i="0" sz="1266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  <a:defRPr b="0" i="0" sz="1266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  <a:defRPr b="0" i="0" sz="1266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0"/>
          <p:cNvSpPr txBox="1"/>
          <p:nvPr>
            <p:ph idx="12" type="sldNum"/>
          </p:nvPr>
        </p:nvSpPr>
        <p:spPr>
          <a:xfrm>
            <a:off x="4437983" y="6509742"/>
            <a:ext cx="304571" cy="297389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  <a:defRPr b="0" i="0" sz="1266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  <a:defRPr b="0" i="0" sz="1266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  <a:defRPr b="0" i="0" sz="1266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  <a:defRPr b="0" i="0" sz="1266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  <a:defRPr b="0" i="0" sz="1266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  <a:defRPr b="0" i="0" sz="1266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  <a:defRPr b="0" i="0" sz="1266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  <a:defRPr b="0" i="0" sz="1266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  <a:defRPr b="0" i="0" sz="1266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Subtitle" type="title">
  <p:cSld name="TITLE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0"/>
          <p:cNvSpPr txBox="1"/>
          <p:nvPr>
            <p:ph type="title"/>
          </p:nvPr>
        </p:nvSpPr>
        <p:spPr>
          <a:xfrm>
            <a:off x="892969" y="1151930"/>
            <a:ext cx="7358063" cy="2321719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9pPr>
          </a:lstStyle>
          <a:p/>
        </p:txBody>
      </p:sp>
      <p:sp>
        <p:nvSpPr>
          <p:cNvPr id="45" name="Google Shape;45;p70"/>
          <p:cNvSpPr txBox="1"/>
          <p:nvPr>
            <p:ph idx="1" type="body"/>
          </p:nvPr>
        </p:nvSpPr>
        <p:spPr>
          <a:xfrm>
            <a:off x="892969" y="3536156"/>
            <a:ext cx="7358063" cy="794742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Helvetica Neue Light"/>
              <a:buNone/>
              <a:defRPr sz="2250"/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Helvetica Neue Light"/>
              <a:buNone/>
              <a:defRPr sz="2250"/>
            </a:lvl2pPr>
            <a:lvl3pPr indent="-2286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Helvetica Neue Light"/>
              <a:buNone/>
              <a:defRPr sz="2250"/>
            </a:lvl3pPr>
            <a:lvl4pPr indent="-2286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Helvetica Neue Light"/>
              <a:buNone/>
              <a:defRPr sz="2250"/>
            </a:lvl4pPr>
            <a:lvl5pPr indent="-2286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Helvetica Neue Light"/>
              <a:buNone/>
              <a:defRPr sz="2250"/>
            </a:lvl5pPr>
            <a:lvl6pPr indent="-314325" lvl="5" marL="2743200" algn="l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6pPr>
            <a:lvl7pPr indent="-314325" lvl="6" marL="3200400" algn="l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7pPr>
            <a:lvl8pPr indent="-314325" lvl="7" marL="3657600" algn="l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8pPr>
            <a:lvl9pPr indent="-314325" lvl="8" marL="4114800" algn="l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9pPr>
          </a:lstStyle>
          <a:p/>
        </p:txBody>
      </p:sp>
      <p:sp>
        <p:nvSpPr>
          <p:cNvPr id="46" name="Google Shape;46;p70"/>
          <p:cNvSpPr txBox="1"/>
          <p:nvPr>
            <p:ph idx="12" type="sldNum"/>
          </p:nvPr>
        </p:nvSpPr>
        <p:spPr>
          <a:xfrm>
            <a:off x="4437983" y="6509742"/>
            <a:ext cx="304571" cy="297389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  <a:defRPr b="0" i="0" sz="1266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  <a:defRPr b="0" i="0" sz="1266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  <a:defRPr b="0" i="0" sz="1266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  <a:defRPr b="0" i="0" sz="1266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  <a:defRPr b="0" i="0" sz="1266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  <a:defRPr b="0" i="0" sz="1266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  <a:defRPr b="0" i="0" sz="1266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  <a:defRPr b="0" i="0" sz="1266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  <a:defRPr b="0" i="0" sz="1266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 - Horizontal">
  <p:cSld name="Photo - Horizontal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1"/>
          <p:cNvSpPr/>
          <p:nvPr>
            <p:ph idx="2" type="pic"/>
          </p:nvPr>
        </p:nvSpPr>
        <p:spPr>
          <a:xfrm>
            <a:off x="1138535" y="464344"/>
            <a:ext cx="6861105" cy="4152305"/>
          </a:xfrm>
          <a:prstGeom prst="rect">
            <a:avLst/>
          </a:prstGeom>
          <a:noFill/>
          <a:ln>
            <a:noFill/>
          </a:ln>
        </p:spPr>
      </p:sp>
      <p:sp>
        <p:nvSpPr>
          <p:cNvPr id="49" name="Google Shape;49;p71"/>
          <p:cNvSpPr txBox="1"/>
          <p:nvPr>
            <p:ph type="title"/>
          </p:nvPr>
        </p:nvSpPr>
        <p:spPr>
          <a:xfrm>
            <a:off x="892969" y="4723805"/>
            <a:ext cx="7358063" cy="1000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9pPr>
          </a:lstStyle>
          <a:p/>
        </p:txBody>
      </p:sp>
      <p:sp>
        <p:nvSpPr>
          <p:cNvPr id="50" name="Google Shape;50;p71"/>
          <p:cNvSpPr txBox="1"/>
          <p:nvPr>
            <p:ph idx="1" type="body"/>
          </p:nvPr>
        </p:nvSpPr>
        <p:spPr>
          <a:xfrm>
            <a:off x="892969" y="5759649"/>
            <a:ext cx="7358063" cy="794742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Helvetica Neue Light"/>
              <a:buNone/>
              <a:defRPr sz="2250"/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Helvetica Neue Light"/>
              <a:buNone/>
              <a:defRPr sz="2250"/>
            </a:lvl2pPr>
            <a:lvl3pPr indent="-2286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Helvetica Neue Light"/>
              <a:buNone/>
              <a:defRPr sz="2250"/>
            </a:lvl3pPr>
            <a:lvl4pPr indent="-2286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Helvetica Neue Light"/>
              <a:buNone/>
              <a:defRPr sz="2250"/>
            </a:lvl4pPr>
            <a:lvl5pPr indent="-2286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Helvetica Neue Light"/>
              <a:buNone/>
              <a:defRPr sz="2250"/>
            </a:lvl5pPr>
            <a:lvl6pPr indent="-314325" lvl="5" marL="2743200" algn="l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6pPr>
            <a:lvl7pPr indent="-314325" lvl="6" marL="3200400" algn="l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7pPr>
            <a:lvl8pPr indent="-314325" lvl="7" marL="3657600" algn="l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8pPr>
            <a:lvl9pPr indent="-314325" lvl="8" marL="4114800" algn="l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9pPr>
          </a:lstStyle>
          <a:p/>
        </p:txBody>
      </p:sp>
      <p:sp>
        <p:nvSpPr>
          <p:cNvPr id="51" name="Google Shape;51;p71"/>
          <p:cNvSpPr txBox="1"/>
          <p:nvPr>
            <p:ph idx="12" type="sldNum"/>
          </p:nvPr>
        </p:nvSpPr>
        <p:spPr>
          <a:xfrm>
            <a:off x="4437983" y="6509742"/>
            <a:ext cx="304571" cy="297389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  <a:defRPr b="0" i="0" sz="1266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  <a:defRPr b="0" i="0" sz="1266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  <a:defRPr b="0" i="0" sz="1266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  <a:defRPr b="0" i="0" sz="1266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  <a:defRPr b="0" i="0" sz="1266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  <a:defRPr b="0" i="0" sz="1266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  <a:defRPr b="0" i="0" sz="1266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  <a:defRPr b="0" i="0" sz="1266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  <a:defRPr b="0" i="0" sz="1266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- Center">
  <p:cSld name="Title - Cent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2"/>
          <p:cNvSpPr txBox="1"/>
          <p:nvPr>
            <p:ph type="title"/>
          </p:nvPr>
        </p:nvSpPr>
        <p:spPr>
          <a:xfrm>
            <a:off x="892969" y="2268141"/>
            <a:ext cx="7358063" cy="2321719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9pPr>
          </a:lstStyle>
          <a:p/>
        </p:txBody>
      </p:sp>
      <p:sp>
        <p:nvSpPr>
          <p:cNvPr id="54" name="Google Shape;54;p72"/>
          <p:cNvSpPr txBox="1"/>
          <p:nvPr>
            <p:ph idx="12" type="sldNum"/>
          </p:nvPr>
        </p:nvSpPr>
        <p:spPr>
          <a:xfrm>
            <a:off x="4437983" y="6509742"/>
            <a:ext cx="304571" cy="297389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  <a:defRPr b="0" i="0" sz="1266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  <a:defRPr b="0" i="0" sz="1266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  <a:defRPr b="0" i="0" sz="1266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  <a:defRPr b="0" i="0" sz="1266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  <a:defRPr b="0" i="0" sz="1266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  <a:defRPr b="0" i="0" sz="1266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  <a:defRPr b="0" i="0" sz="1266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  <a:defRPr b="0" i="0" sz="1266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  <a:defRPr b="0" i="0" sz="1266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 - Vertical">
  <p:cSld name="Photo - Vertical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3"/>
          <p:cNvSpPr/>
          <p:nvPr>
            <p:ph idx="2" type="pic"/>
          </p:nvPr>
        </p:nvSpPr>
        <p:spPr>
          <a:xfrm>
            <a:off x="4723804" y="449240"/>
            <a:ext cx="3744682" cy="5777509"/>
          </a:xfrm>
          <a:prstGeom prst="rect">
            <a:avLst/>
          </a:prstGeom>
          <a:noFill/>
          <a:ln>
            <a:noFill/>
          </a:ln>
        </p:spPr>
      </p:sp>
      <p:sp>
        <p:nvSpPr>
          <p:cNvPr id="57" name="Google Shape;57;p73"/>
          <p:cNvSpPr txBox="1"/>
          <p:nvPr>
            <p:ph type="title"/>
          </p:nvPr>
        </p:nvSpPr>
        <p:spPr>
          <a:xfrm>
            <a:off x="669726" y="446484"/>
            <a:ext cx="3750469" cy="2803922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19"/>
              <a:buFont typeface="Helvetica Neue Light"/>
              <a:buNone/>
              <a:defRPr sz="4219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9pPr>
          </a:lstStyle>
          <a:p/>
        </p:txBody>
      </p:sp>
      <p:sp>
        <p:nvSpPr>
          <p:cNvPr id="58" name="Google Shape;58;p73"/>
          <p:cNvSpPr txBox="1"/>
          <p:nvPr>
            <p:ph idx="1" type="body"/>
          </p:nvPr>
        </p:nvSpPr>
        <p:spPr>
          <a:xfrm>
            <a:off x="669726" y="3348633"/>
            <a:ext cx="3750469" cy="2893219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Helvetica Neue Light"/>
              <a:buNone/>
              <a:defRPr sz="2250"/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Helvetica Neue Light"/>
              <a:buNone/>
              <a:defRPr sz="2250"/>
            </a:lvl2pPr>
            <a:lvl3pPr indent="-2286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Helvetica Neue Light"/>
              <a:buNone/>
              <a:defRPr sz="2250"/>
            </a:lvl3pPr>
            <a:lvl4pPr indent="-2286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Helvetica Neue Light"/>
              <a:buNone/>
              <a:defRPr sz="2250"/>
            </a:lvl4pPr>
            <a:lvl5pPr indent="-2286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Helvetica Neue Light"/>
              <a:buNone/>
              <a:defRPr sz="2250"/>
            </a:lvl5pPr>
            <a:lvl6pPr indent="-314325" lvl="5" marL="2743200" algn="l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6pPr>
            <a:lvl7pPr indent="-314325" lvl="6" marL="3200400" algn="l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7pPr>
            <a:lvl8pPr indent="-314325" lvl="7" marL="3657600" algn="l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8pPr>
            <a:lvl9pPr indent="-314325" lvl="8" marL="4114800" algn="l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9pPr>
          </a:lstStyle>
          <a:p/>
        </p:txBody>
      </p:sp>
      <p:sp>
        <p:nvSpPr>
          <p:cNvPr id="59" name="Google Shape;59;p73"/>
          <p:cNvSpPr txBox="1"/>
          <p:nvPr>
            <p:ph idx="12" type="sldNum"/>
          </p:nvPr>
        </p:nvSpPr>
        <p:spPr>
          <a:xfrm>
            <a:off x="4437983" y="6509742"/>
            <a:ext cx="304571" cy="297389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  <a:defRPr b="0" i="0" sz="1266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  <a:defRPr b="0" i="0" sz="1266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  <a:defRPr b="0" i="0" sz="1266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  <a:defRPr b="0" i="0" sz="1266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  <a:defRPr b="0" i="0" sz="1266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  <a:defRPr b="0" i="0" sz="1266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  <a:defRPr b="0" i="0" sz="1266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  <a:defRPr b="0" i="0" sz="1266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  <a:defRPr b="0" i="0" sz="1266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- Top">
  <p:cSld name="Title - Top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74"/>
          <p:cNvSpPr txBox="1"/>
          <p:nvPr>
            <p:ph type="title"/>
          </p:nvPr>
        </p:nvSpPr>
        <p:spPr>
          <a:xfrm>
            <a:off x="669727" y="178594"/>
            <a:ext cx="7804547" cy="1518047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9pPr>
          </a:lstStyle>
          <a:p/>
        </p:txBody>
      </p:sp>
      <p:sp>
        <p:nvSpPr>
          <p:cNvPr id="62" name="Google Shape;62;p74"/>
          <p:cNvSpPr txBox="1"/>
          <p:nvPr>
            <p:ph idx="12" type="sldNum"/>
          </p:nvPr>
        </p:nvSpPr>
        <p:spPr>
          <a:xfrm>
            <a:off x="4437983" y="6509742"/>
            <a:ext cx="304571" cy="297389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  <a:defRPr b="0" i="0" sz="1266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  <a:defRPr b="0" i="0" sz="1266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  <a:defRPr b="0" i="0" sz="1266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  <a:defRPr b="0" i="0" sz="1266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  <a:defRPr b="0" i="0" sz="1266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  <a:defRPr b="0" i="0" sz="1266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  <a:defRPr b="0" i="0" sz="1266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  <a:defRPr b="0" i="0" sz="1266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  <a:defRPr b="0" i="0" sz="1266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ullets &amp; Photo">
  <p:cSld name="Title, Bullets &amp; Photo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75"/>
          <p:cNvSpPr/>
          <p:nvPr>
            <p:ph idx="2" type="pic"/>
          </p:nvPr>
        </p:nvSpPr>
        <p:spPr>
          <a:xfrm>
            <a:off x="4723805" y="1821656"/>
            <a:ext cx="3750469" cy="4420195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75"/>
          <p:cNvSpPr txBox="1"/>
          <p:nvPr>
            <p:ph type="title"/>
          </p:nvPr>
        </p:nvSpPr>
        <p:spPr>
          <a:xfrm>
            <a:off x="669727" y="178594"/>
            <a:ext cx="7804547" cy="1518047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9pPr>
          </a:lstStyle>
          <a:p/>
        </p:txBody>
      </p:sp>
      <p:sp>
        <p:nvSpPr>
          <p:cNvPr id="66" name="Google Shape;66;p75"/>
          <p:cNvSpPr txBox="1"/>
          <p:nvPr>
            <p:ph idx="1" type="body"/>
          </p:nvPr>
        </p:nvSpPr>
        <p:spPr>
          <a:xfrm>
            <a:off x="669726" y="1821656"/>
            <a:ext cx="3750469" cy="442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indent="-322389" lvl="0" marL="457200" algn="l">
              <a:lnSpc>
                <a:spcPct val="100000"/>
              </a:lnSpc>
              <a:spcBef>
                <a:spcPts val="2250"/>
              </a:spcBef>
              <a:spcAft>
                <a:spcPts val="0"/>
              </a:spcAft>
              <a:buClr>
                <a:srgbClr val="FFFFFF"/>
              </a:buClr>
              <a:buSzPts val="1477"/>
              <a:buFont typeface="Helvetica Neue Light"/>
              <a:buChar char="•"/>
              <a:defRPr sz="1969"/>
            </a:lvl1pPr>
            <a:lvl2pPr indent="-322389" lvl="1" marL="914400" algn="l">
              <a:lnSpc>
                <a:spcPct val="100000"/>
              </a:lnSpc>
              <a:spcBef>
                <a:spcPts val="2250"/>
              </a:spcBef>
              <a:spcAft>
                <a:spcPts val="0"/>
              </a:spcAft>
              <a:buClr>
                <a:srgbClr val="FFFFFF"/>
              </a:buClr>
              <a:buSzPts val="1477"/>
              <a:buFont typeface="Helvetica Neue Light"/>
              <a:buChar char="•"/>
              <a:defRPr sz="1969"/>
            </a:lvl2pPr>
            <a:lvl3pPr indent="-322389" lvl="2" marL="1371600" algn="l">
              <a:lnSpc>
                <a:spcPct val="100000"/>
              </a:lnSpc>
              <a:spcBef>
                <a:spcPts val="2250"/>
              </a:spcBef>
              <a:spcAft>
                <a:spcPts val="0"/>
              </a:spcAft>
              <a:buClr>
                <a:srgbClr val="FFFFFF"/>
              </a:buClr>
              <a:buSzPts val="1477"/>
              <a:buFont typeface="Helvetica Neue Light"/>
              <a:buChar char="•"/>
              <a:defRPr sz="1969"/>
            </a:lvl3pPr>
            <a:lvl4pPr indent="-322389" lvl="3" marL="1828800" algn="l">
              <a:lnSpc>
                <a:spcPct val="100000"/>
              </a:lnSpc>
              <a:spcBef>
                <a:spcPts val="2250"/>
              </a:spcBef>
              <a:spcAft>
                <a:spcPts val="0"/>
              </a:spcAft>
              <a:buClr>
                <a:srgbClr val="FFFFFF"/>
              </a:buClr>
              <a:buSzPts val="1477"/>
              <a:buFont typeface="Helvetica Neue Light"/>
              <a:buChar char="•"/>
              <a:defRPr sz="1969"/>
            </a:lvl4pPr>
            <a:lvl5pPr indent="-322389" lvl="4" marL="2286000" algn="l">
              <a:lnSpc>
                <a:spcPct val="100000"/>
              </a:lnSpc>
              <a:spcBef>
                <a:spcPts val="2250"/>
              </a:spcBef>
              <a:spcAft>
                <a:spcPts val="0"/>
              </a:spcAft>
              <a:buClr>
                <a:srgbClr val="FFFFFF"/>
              </a:buClr>
              <a:buSzPts val="1477"/>
              <a:buFont typeface="Helvetica Neue Light"/>
              <a:buChar char="•"/>
              <a:defRPr sz="1969"/>
            </a:lvl5pPr>
            <a:lvl6pPr indent="-314325" lvl="5" marL="2743200" algn="l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6pPr>
            <a:lvl7pPr indent="-314325" lvl="6" marL="3200400" algn="l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7pPr>
            <a:lvl8pPr indent="-314325" lvl="7" marL="3657600" algn="l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8pPr>
            <a:lvl9pPr indent="-314325" lvl="8" marL="4114800" algn="l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9pPr>
          </a:lstStyle>
          <a:p/>
        </p:txBody>
      </p:sp>
      <p:sp>
        <p:nvSpPr>
          <p:cNvPr id="67" name="Google Shape;67;p75"/>
          <p:cNvSpPr txBox="1"/>
          <p:nvPr>
            <p:ph idx="12" type="sldNum"/>
          </p:nvPr>
        </p:nvSpPr>
        <p:spPr>
          <a:xfrm>
            <a:off x="4437983" y="6509742"/>
            <a:ext cx="304571" cy="297389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  <a:defRPr b="0" i="0" sz="1266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  <a:defRPr b="0" i="0" sz="1266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  <a:defRPr b="0" i="0" sz="1266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  <a:defRPr b="0" i="0" sz="1266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  <a:defRPr b="0" i="0" sz="1266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  <a:defRPr b="0" i="0" sz="1266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  <a:defRPr b="0" i="0" sz="1266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  <a:defRPr b="0" i="0" sz="1266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  <a:defRPr b="0" i="0" sz="1266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ullets">
  <p:cSld name="Bullets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76"/>
          <p:cNvSpPr txBox="1"/>
          <p:nvPr>
            <p:ph idx="1" type="body"/>
          </p:nvPr>
        </p:nvSpPr>
        <p:spPr>
          <a:xfrm>
            <a:off x="669727" y="892969"/>
            <a:ext cx="7804547" cy="5072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indent="-314325" lvl="0" marL="457200" algn="l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1pPr>
            <a:lvl2pPr indent="-314325" lvl="1" marL="914400" algn="l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2pPr>
            <a:lvl3pPr indent="-314325" lvl="2" marL="1371600" algn="l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3pPr>
            <a:lvl4pPr indent="-314325" lvl="3" marL="1828800" algn="l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4pPr>
            <a:lvl5pPr indent="-314325" lvl="4" marL="2286000" algn="l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5pPr>
            <a:lvl6pPr indent="-314325" lvl="5" marL="2743200" algn="l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6pPr>
            <a:lvl7pPr indent="-314325" lvl="6" marL="3200400" algn="l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7pPr>
            <a:lvl8pPr indent="-314325" lvl="7" marL="3657600" algn="l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8pPr>
            <a:lvl9pPr indent="-314325" lvl="8" marL="4114800" algn="l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9pPr>
          </a:lstStyle>
          <a:p/>
        </p:txBody>
      </p:sp>
      <p:sp>
        <p:nvSpPr>
          <p:cNvPr id="70" name="Google Shape;70;p76"/>
          <p:cNvSpPr txBox="1"/>
          <p:nvPr>
            <p:ph idx="12" type="sldNum"/>
          </p:nvPr>
        </p:nvSpPr>
        <p:spPr>
          <a:xfrm>
            <a:off x="4437983" y="6509742"/>
            <a:ext cx="304571" cy="297389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  <a:defRPr b="0" i="0" sz="1266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  <a:defRPr b="0" i="0" sz="1266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  <a:defRPr b="0" i="0" sz="1266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  <a:defRPr b="0" i="0" sz="1266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  <a:defRPr b="0" i="0" sz="1266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  <a:defRPr b="0" i="0" sz="1266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  <a:defRPr b="0" i="0" sz="1266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  <a:defRPr b="0" i="0" sz="1266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  <a:defRPr b="0" i="0" sz="1266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 - 3 Up">
  <p:cSld name="Photo - 3 Up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77"/>
          <p:cNvSpPr/>
          <p:nvPr>
            <p:ph idx="2" type="pic"/>
          </p:nvPr>
        </p:nvSpPr>
        <p:spPr>
          <a:xfrm>
            <a:off x="4732734" y="3491508"/>
            <a:ext cx="3750469" cy="2741414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77"/>
          <p:cNvSpPr/>
          <p:nvPr>
            <p:ph idx="3" type="pic"/>
          </p:nvPr>
        </p:nvSpPr>
        <p:spPr>
          <a:xfrm>
            <a:off x="4732734" y="446484"/>
            <a:ext cx="3750469" cy="2741414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77"/>
          <p:cNvSpPr/>
          <p:nvPr>
            <p:ph idx="4" type="pic"/>
          </p:nvPr>
        </p:nvSpPr>
        <p:spPr>
          <a:xfrm>
            <a:off x="669726" y="446484"/>
            <a:ext cx="3750469" cy="5786438"/>
          </a:xfrm>
          <a:prstGeom prst="rect">
            <a:avLst/>
          </a:prstGeom>
          <a:noFill/>
          <a:ln>
            <a:noFill/>
          </a:ln>
        </p:spPr>
      </p:sp>
      <p:sp>
        <p:nvSpPr>
          <p:cNvPr id="75" name="Google Shape;75;p77"/>
          <p:cNvSpPr txBox="1"/>
          <p:nvPr>
            <p:ph idx="12" type="sldNum"/>
          </p:nvPr>
        </p:nvSpPr>
        <p:spPr>
          <a:xfrm>
            <a:off x="4437983" y="6509742"/>
            <a:ext cx="304571" cy="297389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  <a:defRPr b="0" i="0" sz="1266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  <a:defRPr b="0" i="0" sz="1266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  <a:defRPr b="0" i="0" sz="1266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  <a:defRPr b="0" i="0" sz="1266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  <a:defRPr b="0" i="0" sz="1266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  <a:defRPr b="0" i="0" sz="1266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  <a:defRPr b="0" i="0" sz="1266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  <a:defRPr b="0" i="0" sz="1266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  <a:defRPr b="0" i="0" sz="1266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Quote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78"/>
          <p:cNvSpPr txBox="1"/>
          <p:nvPr>
            <p:ph idx="1" type="body"/>
          </p:nvPr>
        </p:nvSpPr>
        <p:spPr>
          <a:xfrm>
            <a:off x="892969" y="4473774"/>
            <a:ext cx="7358063" cy="362215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87"/>
              <a:buFont typeface="Helvetica Neue Light"/>
              <a:buNone/>
              <a:defRPr i="1" sz="1687"/>
            </a:lvl1pPr>
            <a:lvl2pPr indent="-314325" lvl="1" marL="914400" algn="l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2pPr>
            <a:lvl3pPr indent="-314325" lvl="2" marL="1371600" algn="l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3pPr>
            <a:lvl4pPr indent="-314325" lvl="3" marL="1828800" algn="l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4pPr>
            <a:lvl5pPr indent="-314325" lvl="4" marL="2286000" algn="l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5pPr>
            <a:lvl6pPr indent="-314325" lvl="5" marL="2743200" algn="l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6pPr>
            <a:lvl7pPr indent="-314325" lvl="6" marL="3200400" algn="l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7pPr>
            <a:lvl8pPr indent="-314325" lvl="7" marL="3657600" algn="l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8pPr>
            <a:lvl9pPr indent="-314325" lvl="8" marL="4114800" algn="l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9pPr>
          </a:lstStyle>
          <a:p/>
        </p:txBody>
      </p:sp>
      <p:sp>
        <p:nvSpPr>
          <p:cNvPr id="78" name="Google Shape;78;p78"/>
          <p:cNvSpPr txBox="1"/>
          <p:nvPr>
            <p:ph idx="2" type="body"/>
          </p:nvPr>
        </p:nvSpPr>
        <p:spPr>
          <a:xfrm>
            <a:off x="892969" y="2984579"/>
            <a:ext cx="7358063" cy="513795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indent="-314325" lvl="1" marL="914400" algn="l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2pPr>
            <a:lvl3pPr indent="-314325" lvl="2" marL="1371600" algn="l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3pPr>
            <a:lvl4pPr indent="-314325" lvl="3" marL="1828800" algn="l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4pPr>
            <a:lvl5pPr indent="-314325" lvl="4" marL="2286000" algn="l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5pPr>
            <a:lvl6pPr indent="-314325" lvl="5" marL="2743200" algn="l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6pPr>
            <a:lvl7pPr indent="-314325" lvl="6" marL="3200400" algn="l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7pPr>
            <a:lvl8pPr indent="-314325" lvl="7" marL="3657600" algn="l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8pPr>
            <a:lvl9pPr indent="-314325" lvl="8" marL="4114800" algn="l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9pPr>
          </a:lstStyle>
          <a:p/>
        </p:txBody>
      </p:sp>
      <p:sp>
        <p:nvSpPr>
          <p:cNvPr id="79" name="Google Shape;79;p78"/>
          <p:cNvSpPr txBox="1"/>
          <p:nvPr>
            <p:ph idx="12" type="sldNum"/>
          </p:nvPr>
        </p:nvSpPr>
        <p:spPr>
          <a:xfrm>
            <a:off x="4437983" y="6509742"/>
            <a:ext cx="304571" cy="297389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  <a:defRPr b="0" i="0" sz="1266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  <a:defRPr b="0" i="0" sz="1266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  <a:defRPr b="0" i="0" sz="1266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  <a:defRPr b="0" i="0" sz="1266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  <a:defRPr b="0" i="0" sz="1266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  <a:defRPr b="0" i="0" sz="1266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  <a:defRPr b="0" i="0" sz="1266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  <a:defRPr b="0" i="0" sz="1266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  <a:defRPr b="0" i="0" sz="1266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">
  <p:cSld name="Photo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79"/>
          <p:cNvSpPr/>
          <p:nvPr>
            <p:ph idx="2" type="pic"/>
          </p:nvPr>
        </p:nvSpPr>
        <p:spPr>
          <a:xfrm>
            <a:off x="-2232" y="0"/>
            <a:ext cx="9144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82" name="Google Shape;82;p79"/>
          <p:cNvSpPr txBox="1"/>
          <p:nvPr>
            <p:ph idx="12" type="sldNum"/>
          </p:nvPr>
        </p:nvSpPr>
        <p:spPr>
          <a:xfrm>
            <a:off x="4437983" y="6509742"/>
            <a:ext cx="304571" cy="297389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  <a:defRPr b="0" i="0" sz="1266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  <a:defRPr b="0" i="0" sz="1266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  <a:defRPr b="0" i="0" sz="1266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  <a:defRPr b="0" i="0" sz="1266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  <a:defRPr b="0" i="0" sz="1266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  <a:defRPr b="0" i="0" sz="1266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  <a:defRPr b="0" i="0" sz="1266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  <a:defRPr b="0" i="0" sz="1266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  <a:defRPr b="0" i="0" sz="1266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&amp; Bullets">
  <p:cSld name="1_Title &amp; Bullets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81"/>
          <p:cNvSpPr txBox="1"/>
          <p:nvPr>
            <p:ph type="title"/>
          </p:nvPr>
        </p:nvSpPr>
        <p:spPr>
          <a:xfrm>
            <a:off x="891540" y="182880"/>
            <a:ext cx="7360921" cy="17145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8750" lIns="48750" spcFirstLastPara="1" rIns="48750" wrap="square" tIns="487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25"/>
              <a:buFont typeface="Gill Sans"/>
              <a:buNone/>
              <a:defRPr>
                <a:latin typeface="Gill Sans"/>
                <a:ea typeface="Gill Sans"/>
                <a:cs typeface="Gill Sans"/>
                <a:sym typeface="Gill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9pPr>
          </a:lstStyle>
          <a:p/>
        </p:txBody>
      </p:sp>
      <p:sp>
        <p:nvSpPr>
          <p:cNvPr id="85" name="Google Shape;85;p81"/>
          <p:cNvSpPr txBox="1"/>
          <p:nvPr>
            <p:ph idx="1" type="body"/>
          </p:nvPr>
        </p:nvSpPr>
        <p:spPr>
          <a:xfrm>
            <a:off x="891540" y="1943100"/>
            <a:ext cx="7360921" cy="40233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8750" lIns="48750" spcFirstLastPara="1" rIns="48750" wrap="square" tIns="48750">
            <a:noAutofit/>
          </a:bodyPr>
          <a:lstStyle>
            <a:lvl1pPr indent="-533971" lvl="0" marL="457200" algn="l">
              <a:lnSpc>
                <a:spcPct val="100000"/>
              </a:lnSpc>
              <a:spcBef>
                <a:spcPts val="1617"/>
              </a:spcBef>
              <a:spcAft>
                <a:spcPts val="0"/>
              </a:spcAft>
              <a:buClr>
                <a:srgbClr val="FFFFFF"/>
              </a:buClr>
              <a:buSzPts val="4809"/>
              <a:buFont typeface="Gill Sans"/>
              <a:buChar char="•"/>
              <a:defRPr sz="2812">
                <a:latin typeface="Gill Sans"/>
                <a:ea typeface="Gill Sans"/>
                <a:cs typeface="Gill Sans"/>
                <a:sym typeface="Gill Sans"/>
              </a:defRPr>
            </a:lvl1pPr>
            <a:lvl2pPr indent="-533971" lvl="1" marL="914400" algn="l">
              <a:lnSpc>
                <a:spcPct val="100000"/>
              </a:lnSpc>
              <a:spcBef>
                <a:spcPts val="1617"/>
              </a:spcBef>
              <a:spcAft>
                <a:spcPts val="0"/>
              </a:spcAft>
              <a:buClr>
                <a:srgbClr val="FFFFFF"/>
              </a:buClr>
              <a:buSzPts val="4809"/>
              <a:buFont typeface="Gill Sans"/>
              <a:buChar char="•"/>
              <a:defRPr sz="2812">
                <a:latin typeface="Gill Sans"/>
                <a:ea typeface="Gill Sans"/>
                <a:cs typeface="Gill Sans"/>
                <a:sym typeface="Gill Sans"/>
              </a:defRPr>
            </a:lvl2pPr>
            <a:lvl3pPr indent="-533971" lvl="2" marL="1371600" algn="l">
              <a:lnSpc>
                <a:spcPct val="100000"/>
              </a:lnSpc>
              <a:spcBef>
                <a:spcPts val="1617"/>
              </a:spcBef>
              <a:spcAft>
                <a:spcPts val="0"/>
              </a:spcAft>
              <a:buClr>
                <a:srgbClr val="FFFFFF"/>
              </a:buClr>
              <a:buSzPts val="4809"/>
              <a:buFont typeface="Gill Sans"/>
              <a:buChar char="•"/>
              <a:defRPr sz="2812">
                <a:latin typeface="Gill Sans"/>
                <a:ea typeface="Gill Sans"/>
                <a:cs typeface="Gill Sans"/>
                <a:sym typeface="Gill Sans"/>
              </a:defRPr>
            </a:lvl3pPr>
            <a:lvl4pPr indent="-533971" lvl="3" marL="1828800" algn="l">
              <a:lnSpc>
                <a:spcPct val="100000"/>
              </a:lnSpc>
              <a:spcBef>
                <a:spcPts val="1617"/>
              </a:spcBef>
              <a:spcAft>
                <a:spcPts val="0"/>
              </a:spcAft>
              <a:buClr>
                <a:srgbClr val="FFFFFF"/>
              </a:buClr>
              <a:buSzPts val="4809"/>
              <a:buFont typeface="Gill Sans"/>
              <a:buChar char="•"/>
              <a:defRPr sz="2812">
                <a:latin typeface="Gill Sans"/>
                <a:ea typeface="Gill Sans"/>
                <a:cs typeface="Gill Sans"/>
                <a:sym typeface="Gill Sans"/>
              </a:defRPr>
            </a:lvl4pPr>
            <a:lvl5pPr indent="-533971" lvl="4" marL="2286000" algn="l">
              <a:lnSpc>
                <a:spcPct val="100000"/>
              </a:lnSpc>
              <a:spcBef>
                <a:spcPts val="1617"/>
              </a:spcBef>
              <a:spcAft>
                <a:spcPts val="0"/>
              </a:spcAft>
              <a:buClr>
                <a:srgbClr val="FFFFFF"/>
              </a:buClr>
              <a:buSzPts val="4809"/>
              <a:buFont typeface="Gill Sans"/>
              <a:buChar char="•"/>
              <a:defRPr sz="2812">
                <a:latin typeface="Gill Sans"/>
                <a:ea typeface="Gill Sans"/>
                <a:cs typeface="Gill Sans"/>
                <a:sym typeface="Gill Sans"/>
              </a:defRPr>
            </a:lvl5pPr>
            <a:lvl6pPr indent="-314325" lvl="5" marL="2743200" algn="l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6pPr>
            <a:lvl7pPr indent="-314325" lvl="6" marL="3200400" algn="l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7pPr>
            <a:lvl8pPr indent="-314325" lvl="7" marL="3657600" algn="l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8pPr>
            <a:lvl9pPr indent="-314325" lvl="8" marL="4114800" algn="l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9pPr>
          </a:lstStyle>
          <a:p/>
        </p:txBody>
      </p:sp>
      <p:sp>
        <p:nvSpPr>
          <p:cNvPr id="86" name="Google Shape;86;p81"/>
          <p:cNvSpPr txBox="1"/>
          <p:nvPr>
            <p:ph idx="12" type="sldNum"/>
          </p:nvPr>
        </p:nvSpPr>
        <p:spPr>
          <a:xfrm>
            <a:off x="4456093" y="6526530"/>
            <a:ext cx="266802" cy="271611"/>
          </a:xfrm>
          <a:prstGeom prst="rect">
            <a:avLst/>
          </a:prstGeom>
          <a:noFill/>
          <a:ln>
            <a:noFill/>
          </a:ln>
        </p:spPr>
        <p:txBody>
          <a:bodyPr anchorCtr="0" anchor="t" bIns="48750" lIns="48750" spcFirstLastPara="1" rIns="48750" wrap="square" tIns="48750">
            <a:sp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  <a:defRPr b="0" i="0" sz="1125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  <a:defRPr b="0" i="0" sz="1125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  <a:defRPr b="0" i="0" sz="1125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  <a:defRPr b="0" i="0" sz="1125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  <a:defRPr b="0" i="0" sz="1125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  <a:defRPr b="0" i="0" sz="1125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  <a:defRPr b="0" i="0" sz="1125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  <a:defRPr b="0" i="0" sz="1125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  <a:defRPr b="0" i="0" sz="1125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&amp; Bullets">
  <p:cSld name="2_Title &amp; Bullets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82"/>
          <p:cNvSpPr txBox="1"/>
          <p:nvPr>
            <p:ph type="title"/>
          </p:nvPr>
        </p:nvSpPr>
        <p:spPr>
          <a:xfrm>
            <a:off x="891540" y="182880"/>
            <a:ext cx="7360921" cy="17145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8750" lIns="48750" spcFirstLastPara="1" rIns="48750" wrap="square" tIns="487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5FA00"/>
              </a:buClr>
              <a:buSzPts val="3516"/>
              <a:buFont typeface="Open Sans"/>
              <a:buNone/>
              <a:defRPr sz="3516">
                <a:solidFill>
                  <a:srgbClr val="C5FA0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9pPr>
          </a:lstStyle>
          <a:p/>
        </p:txBody>
      </p:sp>
      <p:sp>
        <p:nvSpPr>
          <p:cNvPr id="89" name="Google Shape;89;p82"/>
          <p:cNvSpPr txBox="1"/>
          <p:nvPr>
            <p:ph idx="1" type="body"/>
          </p:nvPr>
        </p:nvSpPr>
        <p:spPr>
          <a:xfrm>
            <a:off x="891540" y="1943100"/>
            <a:ext cx="7360921" cy="40233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8750" lIns="48750" spcFirstLastPara="1" rIns="48750" wrap="square" tIns="48750">
            <a:noAutofit/>
          </a:bodyPr>
          <a:lstStyle>
            <a:lvl1pPr indent="-533971" lvl="0" marL="457200" algn="l">
              <a:lnSpc>
                <a:spcPct val="100000"/>
              </a:lnSpc>
              <a:spcBef>
                <a:spcPts val="1617"/>
              </a:spcBef>
              <a:spcAft>
                <a:spcPts val="0"/>
              </a:spcAft>
              <a:buClr>
                <a:srgbClr val="FFFFFF"/>
              </a:buClr>
              <a:buSzPts val="4809"/>
              <a:buFont typeface="Gill Sans"/>
              <a:buChar char="•"/>
              <a:defRPr sz="2812">
                <a:latin typeface="Gill Sans"/>
                <a:ea typeface="Gill Sans"/>
                <a:cs typeface="Gill Sans"/>
                <a:sym typeface="Gill Sans"/>
              </a:defRPr>
            </a:lvl1pPr>
            <a:lvl2pPr indent="-533971" lvl="1" marL="914400" algn="l">
              <a:lnSpc>
                <a:spcPct val="100000"/>
              </a:lnSpc>
              <a:spcBef>
                <a:spcPts val="1617"/>
              </a:spcBef>
              <a:spcAft>
                <a:spcPts val="0"/>
              </a:spcAft>
              <a:buClr>
                <a:srgbClr val="FFFFFF"/>
              </a:buClr>
              <a:buSzPts val="4809"/>
              <a:buFont typeface="Gill Sans"/>
              <a:buChar char="•"/>
              <a:defRPr sz="2812">
                <a:latin typeface="Gill Sans"/>
                <a:ea typeface="Gill Sans"/>
                <a:cs typeface="Gill Sans"/>
                <a:sym typeface="Gill Sans"/>
              </a:defRPr>
            </a:lvl2pPr>
            <a:lvl3pPr indent="-533971" lvl="2" marL="1371600" algn="l">
              <a:lnSpc>
                <a:spcPct val="100000"/>
              </a:lnSpc>
              <a:spcBef>
                <a:spcPts val="1617"/>
              </a:spcBef>
              <a:spcAft>
                <a:spcPts val="0"/>
              </a:spcAft>
              <a:buClr>
                <a:srgbClr val="FFFFFF"/>
              </a:buClr>
              <a:buSzPts val="4809"/>
              <a:buFont typeface="Gill Sans"/>
              <a:buChar char="•"/>
              <a:defRPr sz="2812">
                <a:latin typeface="Gill Sans"/>
                <a:ea typeface="Gill Sans"/>
                <a:cs typeface="Gill Sans"/>
                <a:sym typeface="Gill Sans"/>
              </a:defRPr>
            </a:lvl3pPr>
            <a:lvl4pPr indent="-533971" lvl="3" marL="1828800" algn="l">
              <a:lnSpc>
                <a:spcPct val="100000"/>
              </a:lnSpc>
              <a:spcBef>
                <a:spcPts val="1617"/>
              </a:spcBef>
              <a:spcAft>
                <a:spcPts val="0"/>
              </a:spcAft>
              <a:buClr>
                <a:srgbClr val="FFFFFF"/>
              </a:buClr>
              <a:buSzPts val="4809"/>
              <a:buFont typeface="Gill Sans"/>
              <a:buChar char="•"/>
              <a:defRPr sz="2812">
                <a:latin typeface="Gill Sans"/>
                <a:ea typeface="Gill Sans"/>
                <a:cs typeface="Gill Sans"/>
                <a:sym typeface="Gill Sans"/>
              </a:defRPr>
            </a:lvl4pPr>
            <a:lvl5pPr indent="-533971" lvl="4" marL="2286000" algn="l">
              <a:lnSpc>
                <a:spcPct val="100000"/>
              </a:lnSpc>
              <a:spcBef>
                <a:spcPts val="1617"/>
              </a:spcBef>
              <a:spcAft>
                <a:spcPts val="0"/>
              </a:spcAft>
              <a:buClr>
                <a:srgbClr val="FFFFFF"/>
              </a:buClr>
              <a:buSzPts val="4809"/>
              <a:buFont typeface="Gill Sans"/>
              <a:buChar char="•"/>
              <a:defRPr sz="2812">
                <a:latin typeface="Gill Sans"/>
                <a:ea typeface="Gill Sans"/>
                <a:cs typeface="Gill Sans"/>
                <a:sym typeface="Gill Sans"/>
              </a:defRPr>
            </a:lvl5pPr>
            <a:lvl6pPr indent="-314325" lvl="5" marL="2743200" algn="l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6pPr>
            <a:lvl7pPr indent="-314325" lvl="6" marL="3200400" algn="l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7pPr>
            <a:lvl8pPr indent="-314325" lvl="7" marL="3657600" algn="l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8pPr>
            <a:lvl9pPr indent="-314325" lvl="8" marL="4114800" algn="l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9pPr>
          </a:lstStyle>
          <a:p/>
        </p:txBody>
      </p:sp>
      <p:sp>
        <p:nvSpPr>
          <p:cNvPr id="90" name="Google Shape;90;p82"/>
          <p:cNvSpPr txBox="1"/>
          <p:nvPr>
            <p:ph idx="12" type="sldNum"/>
          </p:nvPr>
        </p:nvSpPr>
        <p:spPr>
          <a:xfrm>
            <a:off x="4456093" y="6526530"/>
            <a:ext cx="266802" cy="271611"/>
          </a:xfrm>
          <a:prstGeom prst="rect">
            <a:avLst/>
          </a:prstGeom>
          <a:noFill/>
          <a:ln>
            <a:noFill/>
          </a:ln>
        </p:spPr>
        <p:txBody>
          <a:bodyPr anchorCtr="0" anchor="t" bIns="48750" lIns="48750" spcFirstLastPara="1" rIns="48750" wrap="square" tIns="48750">
            <a:sp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  <a:defRPr b="0" i="0" sz="1125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  <a:defRPr b="0" i="0" sz="1125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  <a:defRPr b="0" i="0" sz="1125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  <a:defRPr b="0" i="0" sz="1125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  <a:defRPr b="0" i="0" sz="1125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  <a:defRPr b="0" i="0" sz="1125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  <a:defRPr b="0" i="0" sz="1125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  <a:defRPr b="0" i="0" sz="1125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  <a:defRPr b="0" i="0" sz="1125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itle &amp; Bullets">
  <p:cSld name="3_Title &amp; Bullet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83"/>
          <p:cNvSpPr txBox="1"/>
          <p:nvPr>
            <p:ph type="title"/>
          </p:nvPr>
        </p:nvSpPr>
        <p:spPr>
          <a:xfrm>
            <a:off x="669727" y="178594"/>
            <a:ext cx="7804547" cy="1518047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9pPr>
          </a:lstStyle>
          <a:p/>
        </p:txBody>
      </p:sp>
      <p:sp>
        <p:nvSpPr>
          <p:cNvPr id="93" name="Google Shape;93;p83"/>
          <p:cNvSpPr txBox="1"/>
          <p:nvPr>
            <p:ph idx="1" type="body"/>
          </p:nvPr>
        </p:nvSpPr>
        <p:spPr>
          <a:xfrm>
            <a:off x="669727" y="1821656"/>
            <a:ext cx="7804547" cy="442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indent="-314325" lvl="0" marL="457200" algn="l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1pPr>
            <a:lvl2pPr indent="-314325" lvl="1" marL="914400" algn="l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2pPr>
            <a:lvl3pPr indent="-314325" lvl="2" marL="1371600" algn="l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3pPr>
            <a:lvl4pPr indent="-314325" lvl="3" marL="1828800" algn="l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4pPr>
            <a:lvl5pPr indent="-314325" lvl="4" marL="2286000" algn="l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5pPr>
            <a:lvl6pPr indent="-314325" lvl="5" marL="2743200" algn="l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6pPr>
            <a:lvl7pPr indent="-314325" lvl="6" marL="3200400" algn="l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7pPr>
            <a:lvl8pPr indent="-314325" lvl="7" marL="3657600" algn="l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8pPr>
            <a:lvl9pPr indent="-314325" lvl="8" marL="4114800" algn="l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9pPr>
          </a:lstStyle>
          <a:p/>
        </p:txBody>
      </p:sp>
      <p:sp>
        <p:nvSpPr>
          <p:cNvPr id="94" name="Google Shape;94;p83"/>
          <p:cNvSpPr txBox="1"/>
          <p:nvPr>
            <p:ph idx="12" type="sldNum"/>
          </p:nvPr>
        </p:nvSpPr>
        <p:spPr>
          <a:xfrm>
            <a:off x="4437983" y="6509742"/>
            <a:ext cx="304571" cy="297389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  <a:defRPr b="0" i="0" sz="1266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  <a:defRPr b="0" i="0" sz="1266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  <a:defRPr b="0" i="0" sz="1266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  <a:defRPr b="0" i="0" sz="1266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  <a:defRPr b="0" i="0" sz="1266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  <a:defRPr b="0" i="0" sz="1266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  <a:defRPr b="0" i="0" sz="1266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  <a:defRPr b="0" i="0" sz="1266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  <a:defRPr b="0" i="0" sz="1266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theme" Target="../theme/theme2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7.xml"/><Relationship Id="rId13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1.xml"/><Relationship Id="rId16" Type="http://schemas.openxmlformats.org/officeDocument/2006/relationships/theme" Target="../theme/theme3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9"/>
          <p:cNvSpPr txBox="1"/>
          <p:nvPr>
            <p:ph idx="1" type="body"/>
          </p:nvPr>
        </p:nvSpPr>
        <p:spPr>
          <a:xfrm>
            <a:off x="649752" y="869022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2"/>
          <p:cNvSpPr txBox="1"/>
          <p:nvPr>
            <p:ph type="title"/>
          </p:nvPr>
        </p:nvSpPr>
        <p:spPr>
          <a:xfrm>
            <a:off x="669727" y="178594"/>
            <a:ext cx="7804547" cy="1518047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25"/>
              <a:buFont typeface="Helvetica Neue Light"/>
              <a:buNone/>
              <a:defRPr b="0" i="0" sz="5625" u="none" cap="none" strike="noStrik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25"/>
              <a:buFont typeface="Helvetica Neue Light"/>
              <a:buNone/>
              <a:defRPr b="0" i="0" sz="5625" u="none" cap="none" strike="noStrik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25"/>
              <a:buFont typeface="Helvetica Neue Light"/>
              <a:buNone/>
              <a:defRPr b="0" i="0" sz="5625" u="none" cap="none" strike="noStrik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25"/>
              <a:buFont typeface="Helvetica Neue Light"/>
              <a:buNone/>
              <a:defRPr b="0" i="0" sz="5625" u="none" cap="none" strike="noStrik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25"/>
              <a:buFont typeface="Helvetica Neue Light"/>
              <a:buNone/>
              <a:defRPr b="0" i="0" sz="5625" u="none" cap="none" strike="noStrik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25"/>
              <a:buFont typeface="Helvetica Neue Light"/>
              <a:buNone/>
              <a:defRPr b="0" i="0" sz="5625" u="none" cap="none" strike="noStrik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25"/>
              <a:buFont typeface="Helvetica Neue Light"/>
              <a:buNone/>
              <a:defRPr b="0" i="0" sz="5625" u="none" cap="none" strike="noStrik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25"/>
              <a:buFont typeface="Helvetica Neue Light"/>
              <a:buNone/>
              <a:defRPr b="0" i="0" sz="5625" u="none" cap="none" strike="noStrik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25"/>
              <a:buFont typeface="Helvetica Neue Light"/>
              <a:buNone/>
              <a:defRPr b="0" i="0" sz="5625" u="none" cap="none" strike="noStrik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/>
        </p:txBody>
      </p:sp>
      <p:sp>
        <p:nvSpPr>
          <p:cNvPr id="35" name="Google Shape;35;p62"/>
          <p:cNvSpPr txBox="1"/>
          <p:nvPr>
            <p:ph idx="1" type="body"/>
          </p:nvPr>
        </p:nvSpPr>
        <p:spPr>
          <a:xfrm>
            <a:off x="669727" y="1821656"/>
            <a:ext cx="7804547" cy="442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indent="-355854" lvl="0" marL="457200" marR="0" rtl="0" algn="l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>
                <a:srgbClr val="FFFFFF"/>
              </a:buClr>
              <a:buSzPts val="2004"/>
              <a:buFont typeface="Helvetica Neue Light"/>
              <a:buChar char="•"/>
              <a:defRPr b="0" i="0" sz="2672" u="none" cap="none" strike="noStrik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355854" lvl="1" marL="914400" marR="0" rtl="0" algn="l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>
                <a:srgbClr val="FFFFFF"/>
              </a:buClr>
              <a:buSzPts val="2004"/>
              <a:buFont typeface="Helvetica Neue Light"/>
              <a:buChar char="•"/>
              <a:defRPr b="0" i="0" sz="2672" u="none" cap="none" strike="noStrik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-355854" lvl="2" marL="1371600" marR="0" rtl="0" algn="l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>
                <a:srgbClr val="FFFFFF"/>
              </a:buClr>
              <a:buSzPts val="2004"/>
              <a:buFont typeface="Helvetica Neue Light"/>
              <a:buChar char="•"/>
              <a:defRPr b="0" i="0" sz="2672" u="none" cap="none" strike="noStrik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-355854" lvl="3" marL="1828800" marR="0" rtl="0" algn="l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>
                <a:srgbClr val="FFFFFF"/>
              </a:buClr>
              <a:buSzPts val="2004"/>
              <a:buFont typeface="Helvetica Neue Light"/>
              <a:buChar char="•"/>
              <a:defRPr b="0" i="0" sz="2672" u="none" cap="none" strike="noStrik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-355854" lvl="4" marL="2286000" marR="0" rtl="0" algn="l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>
                <a:srgbClr val="FFFFFF"/>
              </a:buClr>
              <a:buSzPts val="2004"/>
              <a:buFont typeface="Helvetica Neue Light"/>
              <a:buChar char="•"/>
              <a:defRPr b="0" i="0" sz="2672" u="none" cap="none" strike="noStrik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-355854" lvl="5" marL="2743200" marR="0" rtl="0" algn="l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>
                <a:srgbClr val="FFFFFF"/>
              </a:buClr>
              <a:buSzPts val="2004"/>
              <a:buFont typeface="Helvetica Neue Light"/>
              <a:buChar char="•"/>
              <a:defRPr b="0" i="0" sz="2672" u="none" cap="none" strike="noStrik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-355854" lvl="6" marL="3200400" marR="0" rtl="0" algn="l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>
                <a:srgbClr val="FFFFFF"/>
              </a:buClr>
              <a:buSzPts val="2004"/>
              <a:buFont typeface="Helvetica Neue Light"/>
              <a:buChar char="•"/>
              <a:defRPr b="0" i="0" sz="2672" u="none" cap="none" strike="noStrik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-355853" lvl="7" marL="3657600" marR="0" rtl="0" algn="l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>
                <a:srgbClr val="FFFFFF"/>
              </a:buClr>
              <a:buSzPts val="2004"/>
              <a:buFont typeface="Helvetica Neue Light"/>
              <a:buChar char="•"/>
              <a:defRPr b="0" i="0" sz="2672" u="none" cap="none" strike="noStrik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-355853" lvl="8" marL="4114800" marR="0" rtl="0" algn="l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>
                <a:srgbClr val="FFFFFF"/>
              </a:buClr>
              <a:buSzPts val="2004"/>
              <a:buFont typeface="Helvetica Neue Light"/>
              <a:buChar char="•"/>
              <a:defRPr b="0" i="0" sz="2672" u="none" cap="none" strike="noStrik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/>
        </p:txBody>
      </p:sp>
      <p:sp>
        <p:nvSpPr>
          <p:cNvPr id="36" name="Google Shape;36;p62"/>
          <p:cNvSpPr txBox="1"/>
          <p:nvPr>
            <p:ph idx="12" type="sldNum"/>
          </p:nvPr>
        </p:nvSpPr>
        <p:spPr>
          <a:xfrm>
            <a:off x="4437983" y="6509742"/>
            <a:ext cx="304571" cy="297389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  <a:defRPr b="0" i="0" sz="1266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  <a:defRPr b="0" i="0" sz="1266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  <a:defRPr b="0" i="0" sz="1266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  <a:defRPr b="0" i="0" sz="1266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  <a:defRPr b="0" i="0" sz="1266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  <a:defRPr b="0" i="0" sz="1266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  <a:defRPr b="0" i="0" sz="1266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  <a:defRPr b="0" i="0" sz="1266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  <a:defRPr b="0" i="0" sz="1266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68" r:id="rId12"/>
    <p:sldLayoutId id="2147483669" r:id="rId13"/>
    <p:sldLayoutId id="2147483670" r:id="rId14"/>
    <p:sldLayoutId id="2147483671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www.airbnb.com.sg/" TargetMode="External"/><Relationship Id="rId4" Type="http://schemas.openxmlformats.org/officeDocument/2006/relationships/hyperlink" Target="https://www.apple.com/sg/" TargetMode="External"/><Relationship Id="rId5" Type="http://schemas.openxmlformats.org/officeDocument/2006/relationships/hyperlink" Target="https://www.singaporeair.com/en_UK/sg/home" TargetMode="External"/><Relationship Id="rId6" Type="http://schemas.openxmlformats.org/officeDocument/2006/relationships/hyperlink" Target="https://www.art.yale.edu/" TargetMode="External"/><Relationship Id="rId7" Type="http://schemas.openxmlformats.org/officeDocument/2006/relationships/hyperlink" Target="http://www.roverp6parts.com/" TargetMode="External"/><Relationship Id="rId8" Type="http://schemas.openxmlformats.org/officeDocument/2006/relationships/hyperlink" Target="https://www.arngren.net/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5.png"/><Relationship Id="rId4" Type="http://schemas.openxmlformats.org/officeDocument/2006/relationships/image" Target="../media/image16.png"/><Relationship Id="rId5" Type="http://schemas.openxmlformats.org/officeDocument/2006/relationships/image" Target="../media/image1.png"/><Relationship Id="rId6" Type="http://schemas.openxmlformats.org/officeDocument/2006/relationships/image" Target="../media/image2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hyperlink" Target="https://fontawesome.com/start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jpg"/><Relationship Id="rId4" Type="http://schemas.openxmlformats.org/officeDocument/2006/relationships/image" Target="../media/image10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1.png"/><Relationship Id="rId4" Type="http://schemas.openxmlformats.org/officeDocument/2006/relationships/image" Target="../media/image38.png"/><Relationship Id="rId5" Type="http://schemas.openxmlformats.org/officeDocument/2006/relationships/image" Target="../media/image2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6.png"/><Relationship Id="rId4" Type="http://schemas.openxmlformats.org/officeDocument/2006/relationships/image" Target="../media/image2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9.png"/><Relationship Id="rId4" Type="http://schemas.openxmlformats.org/officeDocument/2006/relationships/image" Target="../media/image1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7.png"/><Relationship Id="rId4" Type="http://schemas.openxmlformats.org/officeDocument/2006/relationships/image" Target="../media/image13.png"/></Relationships>
</file>

<file path=ppt/slides/_rels/slide19.xml.rels><?xml version="1.0" encoding="UTF-8" standalone="yes"?><Relationships xmlns="http://schemas.openxmlformats.org/package/2006/relationships"><Relationship Id="rId20" Type="http://schemas.openxmlformats.org/officeDocument/2006/relationships/image" Target="../media/image50.png"/><Relationship Id="rId11" Type="http://schemas.openxmlformats.org/officeDocument/2006/relationships/image" Target="../media/image36.png"/><Relationship Id="rId22" Type="http://schemas.openxmlformats.org/officeDocument/2006/relationships/image" Target="../media/image46.png"/><Relationship Id="rId10" Type="http://schemas.openxmlformats.org/officeDocument/2006/relationships/image" Target="../media/image39.png"/><Relationship Id="rId21" Type="http://schemas.openxmlformats.org/officeDocument/2006/relationships/image" Target="../media/image47.png"/><Relationship Id="rId13" Type="http://schemas.openxmlformats.org/officeDocument/2006/relationships/image" Target="../media/image29.png"/><Relationship Id="rId1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1.png"/><Relationship Id="rId4" Type="http://schemas.openxmlformats.org/officeDocument/2006/relationships/image" Target="../media/image38.png"/><Relationship Id="rId9" Type="http://schemas.openxmlformats.org/officeDocument/2006/relationships/image" Target="../media/image21.png"/><Relationship Id="rId15" Type="http://schemas.openxmlformats.org/officeDocument/2006/relationships/image" Target="../media/image32.png"/><Relationship Id="rId14" Type="http://schemas.openxmlformats.org/officeDocument/2006/relationships/image" Target="../media/image30.png"/><Relationship Id="rId17" Type="http://schemas.openxmlformats.org/officeDocument/2006/relationships/image" Target="../media/image44.png"/><Relationship Id="rId16" Type="http://schemas.openxmlformats.org/officeDocument/2006/relationships/image" Target="../media/image37.png"/><Relationship Id="rId5" Type="http://schemas.openxmlformats.org/officeDocument/2006/relationships/image" Target="../media/image25.png"/><Relationship Id="rId19" Type="http://schemas.openxmlformats.org/officeDocument/2006/relationships/image" Target="../media/image51.png"/><Relationship Id="rId6" Type="http://schemas.openxmlformats.org/officeDocument/2006/relationships/image" Target="../media/image18.png"/><Relationship Id="rId18" Type="http://schemas.openxmlformats.org/officeDocument/2006/relationships/image" Target="../media/image34.png"/><Relationship Id="rId7" Type="http://schemas.openxmlformats.org/officeDocument/2006/relationships/image" Target="../media/image24.png"/><Relationship Id="rId8" Type="http://schemas.openxmlformats.org/officeDocument/2006/relationships/image" Target="../media/image2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3.png"/><Relationship Id="rId4" Type="http://schemas.openxmlformats.org/officeDocument/2006/relationships/image" Target="../media/image4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8.png"/><Relationship Id="rId4" Type="http://schemas.openxmlformats.org/officeDocument/2006/relationships/image" Target="../media/image4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84"/>
          <p:cNvSpPr txBox="1"/>
          <p:nvPr>
            <p:ph type="title"/>
          </p:nvPr>
        </p:nvSpPr>
        <p:spPr>
          <a:xfrm>
            <a:off x="2" y="0"/>
            <a:ext cx="9144001" cy="11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Walter Turncoat"/>
              <a:buNone/>
            </a:pPr>
            <a:r>
              <a:rPr lang="en-SG"/>
              <a:t>What is a “Good” web site ?</a:t>
            </a:r>
            <a:endParaRPr/>
          </a:p>
        </p:txBody>
      </p:sp>
      <p:sp>
        <p:nvSpPr>
          <p:cNvPr id="100" name="Google Shape;100;p84"/>
          <p:cNvSpPr txBox="1"/>
          <p:nvPr>
            <p:ph idx="1" type="body"/>
          </p:nvPr>
        </p:nvSpPr>
        <p:spPr>
          <a:xfrm>
            <a:off x="340545" y="1435432"/>
            <a:ext cx="8462915" cy="509734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Char char="•"/>
            </a:pPr>
            <a:r>
              <a:rPr lang="en-SG" u="sng">
                <a:solidFill>
                  <a:srgbClr val="00B0F0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https://www.airbnb.com.sg/</a:t>
            </a:r>
            <a:endParaRPr>
              <a:solidFill>
                <a:srgbClr val="00B0F0"/>
              </a:solidFill>
            </a:endParaRPr>
          </a:p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Char char="•"/>
            </a:pPr>
            <a:r>
              <a:rPr lang="en-SG" u="sng">
                <a:solidFill>
                  <a:srgbClr val="00B0F0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https://www.apple.com/sg/</a:t>
            </a:r>
            <a:endParaRPr>
              <a:solidFill>
                <a:srgbClr val="00B0F0"/>
              </a:solidFill>
            </a:endParaRPr>
          </a:p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Char char="•"/>
            </a:pPr>
            <a:r>
              <a:rPr lang="en-SG" u="sng">
                <a:solidFill>
                  <a:srgbClr val="00B0F0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https://www.singaporeair.com/</a:t>
            </a:r>
            <a:endParaRPr>
              <a:solidFill>
                <a:srgbClr val="00B0F0"/>
              </a:solidFill>
            </a:endParaRPr>
          </a:p>
          <a:p>
            <a:pPr indent="-228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None/>
            </a:pPr>
            <a:r>
              <a:t/>
            </a:r>
            <a:endParaRPr>
              <a:solidFill>
                <a:srgbClr val="00B0F0"/>
              </a:solidFill>
            </a:endParaRPr>
          </a:p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Char char="•"/>
            </a:pPr>
            <a:r>
              <a:rPr lang="en-SG" u="sng">
                <a:solidFill>
                  <a:srgbClr val="FFFF00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https://www.art.yale.edu/</a:t>
            </a:r>
            <a:endParaRPr>
              <a:solidFill>
                <a:srgbClr val="FFFF00"/>
              </a:solidFill>
            </a:endParaRPr>
          </a:p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Char char="•"/>
            </a:pPr>
            <a:r>
              <a:rPr lang="en-SG" u="sng">
                <a:solidFill>
                  <a:srgbClr val="FFFF00"/>
                </a:solidFill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http://www.roverp6parts.com/</a:t>
            </a:r>
            <a:endParaRPr>
              <a:solidFill>
                <a:srgbClr val="FFFF00"/>
              </a:solidFill>
            </a:endParaRPr>
          </a:p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Char char="•"/>
            </a:pPr>
            <a:r>
              <a:rPr lang="en-SG" u="sng">
                <a:solidFill>
                  <a:srgbClr val="FFFF00"/>
                </a:solidFill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https://www.arngren.net/</a:t>
            </a:r>
            <a:endParaRPr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8"/>
          <p:cNvSpPr txBox="1"/>
          <p:nvPr>
            <p:ph type="title"/>
          </p:nvPr>
        </p:nvSpPr>
        <p:spPr>
          <a:xfrm>
            <a:off x="2" y="0"/>
            <a:ext cx="9144001" cy="143543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DB45"/>
              </a:buClr>
              <a:buSzPts val="5400"/>
              <a:buFont typeface="Open Sans Light"/>
              <a:buNone/>
            </a:pPr>
            <a:r>
              <a:rPr lang="en-SG" sz="5400">
                <a:solidFill>
                  <a:srgbClr val="7BDB45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Web User Interface (UI) Design Principles</a:t>
            </a:r>
            <a:endParaRPr/>
          </a:p>
        </p:txBody>
      </p:sp>
      <p:sp>
        <p:nvSpPr>
          <p:cNvPr id="106" name="Google Shape;106;p28"/>
          <p:cNvSpPr txBox="1"/>
          <p:nvPr>
            <p:ph idx="1" type="body"/>
          </p:nvPr>
        </p:nvSpPr>
        <p:spPr>
          <a:xfrm>
            <a:off x="340545" y="1435432"/>
            <a:ext cx="8624346" cy="348899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66693" lvl="0" marL="269993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</a:pPr>
            <a:r>
              <a:rPr lang="en-SG" sz="3200">
                <a:latin typeface="Open Sans"/>
                <a:ea typeface="Open Sans"/>
                <a:cs typeface="Open Sans"/>
                <a:sym typeface="Open Sans"/>
              </a:rPr>
              <a:t>Visual Hierarchy</a:t>
            </a:r>
            <a:endParaRPr/>
          </a:p>
          <a:p>
            <a:pPr indent="-266693" lvl="0" marL="269993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</a:pPr>
            <a:r>
              <a:rPr lang="en-SG" sz="3200">
                <a:latin typeface="Open Sans"/>
                <a:ea typeface="Open Sans"/>
                <a:cs typeface="Open Sans"/>
                <a:sym typeface="Open Sans"/>
              </a:rPr>
              <a:t>Consistency</a:t>
            </a:r>
            <a:endParaRPr/>
          </a:p>
          <a:p>
            <a:pPr indent="-266693" lvl="0" marL="269993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</a:pPr>
            <a:r>
              <a:rPr lang="en-SG" sz="3200">
                <a:latin typeface="Open Sans"/>
                <a:ea typeface="Open Sans"/>
                <a:cs typeface="Open Sans"/>
                <a:sym typeface="Open Sans"/>
              </a:rPr>
              <a:t>Affordance</a:t>
            </a:r>
            <a:endParaRPr/>
          </a:p>
          <a:p>
            <a:pPr indent="-266693" lvl="0" marL="269993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</a:pPr>
            <a:r>
              <a:rPr lang="en-SG" sz="3200">
                <a:latin typeface="Open Sans"/>
                <a:ea typeface="Open Sans"/>
                <a:cs typeface="Open Sans"/>
                <a:sym typeface="Open Sans"/>
              </a:rPr>
              <a:t>Responsive</a:t>
            </a:r>
            <a:endParaRPr/>
          </a:p>
          <a:p>
            <a:pPr indent="-133342" lvl="0" marL="269993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9"/>
          <p:cNvSpPr txBox="1"/>
          <p:nvPr/>
        </p:nvSpPr>
        <p:spPr>
          <a:xfrm>
            <a:off x="207600" y="-147793"/>
            <a:ext cx="6068711" cy="2236023"/>
          </a:xfrm>
          <a:prstGeom prst="rect">
            <a:avLst/>
          </a:prstGeom>
          <a:noFill/>
          <a:ln>
            <a:noFill/>
          </a:ln>
        </p:spPr>
        <p:txBody>
          <a:bodyPr anchorCtr="0" anchor="ctr" bIns="35700" lIns="35700" spcFirstLastPara="1" rIns="35700" wrap="square" tIns="3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31"/>
              <a:buFont typeface="Arial"/>
              <a:buNone/>
            </a:pPr>
            <a:r>
              <a:rPr b="0" i="0" lang="en-SG" sz="7031" u="none" cap="none" strike="noStrike">
                <a:solidFill>
                  <a:srgbClr val="E8A32E"/>
                </a:solidFill>
                <a:latin typeface="Open Sans"/>
                <a:ea typeface="Open Sans"/>
                <a:cs typeface="Open Sans"/>
                <a:sym typeface="Open Sans"/>
              </a:rPr>
              <a:t>visual hierarchy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9"/>
          <p:cNvSpPr txBox="1"/>
          <p:nvPr/>
        </p:nvSpPr>
        <p:spPr>
          <a:xfrm>
            <a:off x="795738" y="1725295"/>
            <a:ext cx="4257030" cy="4162486"/>
          </a:xfrm>
          <a:prstGeom prst="rect">
            <a:avLst/>
          </a:prstGeom>
          <a:noFill/>
          <a:ln>
            <a:noFill/>
          </a:ln>
        </p:spPr>
        <p:txBody>
          <a:bodyPr anchorCtr="0" anchor="ctr" bIns="35700" lIns="35700" spcFirstLastPara="1" rIns="35700" wrap="square" tIns="3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30"/>
              <a:buFont typeface="Arial"/>
              <a:buNone/>
            </a:pPr>
            <a:r>
              <a:rPr b="0" i="0" lang="en-SG" sz="4430" u="none" cap="none" strike="noStrike">
                <a:solidFill>
                  <a:srgbClr val="7ADB42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arrangement &amp; formatting</a:t>
            </a:r>
            <a:br>
              <a:rPr b="0" i="0" lang="en-SG" sz="4430" u="none" cap="none" strike="noStrike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</a:br>
            <a:r>
              <a:rPr b="0" i="0" lang="en-SG" sz="4430" u="none" cap="none" strike="noStrike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of different elements to show </a:t>
            </a:r>
            <a:r>
              <a:rPr b="1" i="0" lang="en-SG" sz="4430" u="none" cap="none" strike="noStrike">
                <a:solidFill>
                  <a:srgbClr val="7ADB42"/>
                </a:solidFill>
                <a:latin typeface="Open Sans"/>
                <a:ea typeface="Open Sans"/>
                <a:cs typeface="Open Sans"/>
                <a:sym typeface="Open Sans"/>
              </a:rPr>
              <a:t>relative importance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29"/>
          <p:cNvSpPr/>
          <p:nvPr/>
        </p:nvSpPr>
        <p:spPr>
          <a:xfrm>
            <a:off x="5392132" y="1725295"/>
            <a:ext cx="3450210" cy="1364476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63" y="55000"/>
                </a:moveTo>
                <a:lnTo>
                  <a:pt x="-25344" y="33749"/>
                </a:lnTo>
              </a:path>
            </a:pathLst>
          </a:custGeom>
          <a:solidFill>
            <a:schemeClr val="dk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SG" sz="2800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Use of colour, size, spacing and layout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Helvetica Neue Light"/>
              <a:buNone/>
            </a:pPr>
            <a:r>
              <a:t/>
            </a:r>
            <a:endParaRPr b="0" i="0" sz="2600" u="none" cap="none" strike="noStrike">
              <a:solidFill>
                <a:srgbClr val="FFFFFF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14" name="Google Shape;114;p29"/>
          <p:cNvSpPr/>
          <p:nvPr/>
        </p:nvSpPr>
        <p:spPr>
          <a:xfrm>
            <a:off x="5392132" y="3629055"/>
            <a:ext cx="3450210" cy="1364476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63" y="55000"/>
                </a:moveTo>
                <a:lnTo>
                  <a:pt x="-24360" y="-117138"/>
                </a:lnTo>
              </a:path>
            </a:pathLst>
          </a:custGeom>
          <a:solidFill>
            <a:schemeClr val="dk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SG" sz="2800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Use contrast between screen elements</a:t>
            </a:r>
            <a:endParaRPr b="0" i="0" sz="2600" u="none" cap="none" strike="noStrike">
              <a:solidFill>
                <a:srgbClr val="FFFFFF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0"/>
          <p:cNvSpPr/>
          <p:nvPr/>
        </p:nvSpPr>
        <p:spPr>
          <a:xfrm>
            <a:off x="234387" y="2152984"/>
            <a:ext cx="3981339" cy="322950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5700" lIns="35700" spcFirstLastPara="1" rIns="35700" wrap="square" tIns="3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28"/>
              <a:buFont typeface="Arial"/>
              <a:buNone/>
            </a:pPr>
            <a:r>
              <a:t/>
            </a:r>
            <a:endParaRPr b="0" i="0" sz="1828" u="none" cap="none" strike="noStrike">
              <a:solidFill>
                <a:srgbClr val="FFFFFF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grpSp>
        <p:nvGrpSpPr>
          <p:cNvPr id="120" name="Google Shape;120;p30"/>
          <p:cNvGrpSpPr/>
          <p:nvPr/>
        </p:nvGrpSpPr>
        <p:grpSpPr>
          <a:xfrm>
            <a:off x="4557116" y="2152985"/>
            <a:ext cx="4305018" cy="3624360"/>
            <a:chOff x="0" y="0"/>
            <a:chExt cx="6536267" cy="4707467"/>
          </a:xfrm>
        </p:grpSpPr>
        <p:sp>
          <p:nvSpPr>
            <p:cNvPr id="121" name="Google Shape;121;p30"/>
            <p:cNvSpPr/>
            <p:nvPr/>
          </p:nvSpPr>
          <p:spPr>
            <a:xfrm>
              <a:off x="0" y="0"/>
              <a:ext cx="6536267" cy="470746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35700" lIns="35700" spcFirstLastPara="1" rIns="35700" wrap="square" tIns="3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28"/>
                <a:buFont typeface="Arial"/>
                <a:buNone/>
              </a:pPr>
              <a:r>
                <a:t/>
              </a:r>
              <a:endParaRPr b="0" i="0" sz="1828" u="none" cap="none" strike="noStrik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sp>
          <p:nvSpPr>
            <p:cNvPr id="122" name="Google Shape;122;p30"/>
            <p:cNvSpPr txBox="1"/>
            <p:nvPr/>
          </p:nvSpPr>
          <p:spPr>
            <a:xfrm>
              <a:off x="346052" y="118534"/>
              <a:ext cx="5844163" cy="12410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5700" lIns="35700" spcFirstLastPara="1" rIns="35700" wrap="square" tIns="3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1"/>
                <a:buFont typeface="Arial"/>
                <a:buNone/>
              </a:pPr>
              <a:r>
                <a:rPr b="0" i="0" lang="en-SG" sz="2601" u="none" cap="none" strike="noStrike">
                  <a:solidFill>
                    <a:srgbClr val="1395FC"/>
                  </a:solidFill>
                  <a:latin typeface="Arial"/>
                  <a:ea typeface="Arial"/>
                  <a:cs typeface="Arial"/>
                  <a:sym typeface="Arial"/>
                </a:rPr>
                <a:t>Why is visual hierarchy important?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30"/>
            <p:cNvSpPr txBox="1"/>
            <p:nvPr/>
          </p:nvSpPr>
          <p:spPr>
            <a:xfrm>
              <a:off x="208941" y="1469868"/>
              <a:ext cx="3070386" cy="21338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5700" lIns="35700" spcFirstLastPara="1" rIns="35700" wrap="square" tIns="3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69"/>
                <a:buFont typeface="Arial"/>
                <a:buNone/>
              </a:pPr>
              <a:r>
                <a:rPr b="0" i="0" lang="en-SG" sz="1969" u="sng" cap="none" strike="noStrike">
                  <a:solidFill>
                    <a:srgbClr val="1395FC"/>
                  </a:solidFill>
                  <a:latin typeface="Times"/>
                  <a:ea typeface="Times"/>
                  <a:cs typeface="Times"/>
                  <a:sym typeface="Times"/>
                </a:rPr>
                <a:t>Quick scanning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28"/>
                <a:buFont typeface="Arial"/>
                <a:buNone/>
              </a:pPr>
              <a:r>
                <a:rPr b="0" i="0" lang="en-SG" sz="1828" u="none" cap="none" strike="noStrike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A good visual hierarchy allows users to find what they want quickly.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30"/>
            <p:cNvSpPr txBox="1"/>
            <p:nvPr/>
          </p:nvSpPr>
          <p:spPr>
            <a:xfrm>
              <a:off x="3458356" y="1269835"/>
              <a:ext cx="2836893" cy="25338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5700" lIns="35700" spcFirstLastPara="1" rIns="35700" wrap="square" tIns="3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69"/>
                <a:buFont typeface="Arial"/>
                <a:buNone/>
              </a:pPr>
              <a:r>
                <a:rPr b="0" i="0" lang="en-SG" sz="1969" u="sng" cap="none" strike="noStrike">
                  <a:solidFill>
                    <a:srgbClr val="1395FC"/>
                  </a:solidFill>
                  <a:latin typeface="Times"/>
                  <a:ea typeface="Times"/>
                  <a:cs typeface="Times"/>
                  <a:sym typeface="Times"/>
                </a:rPr>
                <a:t>Clear flow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28"/>
                <a:buFont typeface="Arial"/>
                <a:buNone/>
              </a:pPr>
              <a:r>
                <a:rPr b="0" i="0" lang="en-SG" sz="1828" u="none" cap="none" strike="noStrike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With a good visual hierarchy, users are clear the sequence they should look at in a page.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5" name="Google Shape;125;p30"/>
          <p:cNvSpPr txBox="1"/>
          <p:nvPr/>
        </p:nvSpPr>
        <p:spPr>
          <a:xfrm>
            <a:off x="281866" y="2313772"/>
            <a:ext cx="3643065" cy="2041201"/>
          </a:xfrm>
          <a:prstGeom prst="rect">
            <a:avLst/>
          </a:prstGeom>
          <a:noFill/>
          <a:ln>
            <a:noFill/>
          </a:ln>
        </p:spPr>
        <p:txBody>
          <a:bodyPr anchorCtr="0" anchor="t" bIns="35700" lIns="35700" spcFirstLastPara="1" rIns="35700" wrap="square" tIns="3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28"/>
              <a:buFont typeface="Arial"/>
              <a:buNone/>
            </a:pPr>
            <a:r>
              <a:rPr b="0" i="0" lang="en-SG" sz="1828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Why is visual hierarchy important? Quick scanning. A good visual hierarchy allows users to find what they want quickly. Clear flow. With a good visual hierarchy, users are clear the sequence they should look at in a page.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30"/>
          <p:cNvSpPr txBox="1"/>
          <p:nvPr/>
        </p:nvSpPr>
        <p:spPr>
          <a:xfrm>
            <a:off x="301989" y="388545"/>
            <a:ext cx="8272649" cy="797078"/>
          </a:xfrm>
          <a:prstGeom prst="rect">
            <a:avLst/>
          </a:prstGeom>
          <a:noFill/>
          <a:ln>
            <a:noFill/>
          </a:ln>
        </p:spPr>
        <p:txBody>
          <a:bodyPr anchorCtr="0" anchor="ctr" bIns="35700" lIns="35700" spcFirstLastPara="1" rIns="35700" wrap="square" tIns="3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42"/>
              <a:buFont typeface="Arial"/>
              <a:buNone/>
            </a:pPr>
            <a:r>
              <a:rPr b="0" i="0" lang="en-SG" sz="2742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Using</a:t>
            </a:r>
            <a:r>
              <a:rPr b="0" i="0" lang="en-SG" sz="4711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="0" i="0" lang="en-SG" sz="4711" u="sng" cap="none" strike="noStrike">
                <a:solidFill>
                  <a:srgbClr val="E8A32E"/>
                </a:solidFill>
                <a:latin typeface="Open Sans"/>
                <a:ea typeface="Open Sans"/>
                <a:cs typeface="Open Sans"/>
                <a:sym typeface="Open Sans"/>
              </a:rPr>
              <a:t>visual hierarchy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creen Shot 2017-10-25 at 10.21.20 AM.png" id="131" name="Google Shape;131;p31"/>
          <p:cNvPicPr preferRelativeResize="0"/>
          <p:nvPr/>
        </p:nvPicPr>
        <p:blipFill rotWithShape="1">
          <a:blip r:embed="rId3">
            <a:alphaModFix/>
          </a:blip>
          <a:srcRect b="0" l="1236" r="0" t="497"/>
          <a:stretch/>
        </p:blipFill>
        <p:spPr>
          <a:xfrm>
            <a:off x="532386" y="283564"/>
            <a:ext cx="8277094" cy="43249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creen Shot 2017-10-25 at 10.21.25 AM.png" id="132" name="Google Shape;132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2386" y="4811416"/>
            <a:ext cx="8337034" cy="123666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31"/>
          <p:cNvSpPr txBox="1"/>
          <p:nvPr/>
        </p:nvSpPr>
        <p:spPr>
          <a:xfrm>
            <a:off x="6727572" y="5445135"/>
            <a:ext cx="961700" cy="37959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B8FF"/>
              </a:buClr>
              <a:buSzPts val="1800"/>
              <a:buFont typeface="Helvetica Neue Light"/>
              <a:buNone/>
            </a:pPr>
            <a:r>
              <a:rPr b="0" i="0" lang="en-SG" sz="1800" u="none" cap="none" strike="noStrike">
                <a:solidFill>
                  <a:srgbClr val="30B8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Cancel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3"/>
          <p:cNvSpPr txBox="1"/>
          <p:nvPr>
            <p:ph type="title"/>
          </p:nvPr>
        </p:nvSpPr>
        <p:spPr>
          <a:xfrm>
            <a:off x="0" y="0"/>
            <a:ext cx="9144001" cy="1468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DB45"/>
              </a:buClr>
              <a:buSzPts val="4800"/>
              <a:buFont typeface="Open Sans Light"/>
              <a:buNone/>
            </a:pPr>
            <a:br>
              <a:rPr lang="en-SG" sz="4800">
                <a:solidFill>
                  <a:srgbClr val="7BDB45"/>
                </a:solidFill>
                <a:latin typeface="Open Sans Light"/>
                <a:ea typeface="Open Sans Light"/>
                <a:cs typeface="Open Sans Light"/>
                <a:sym typeface="Open Sans Light"/>
              </a:rPr>
            </a:br>
            <a:br>
              <a:rPr lang="en-SG" sz="4800">
                <a:solidFill>
                  <a:srgbClr val="7BDB45"/>
                </a:solidFill>
              </a:rPr>
            </a:br>
            <a:endParaRPr sz="4800">
              <a:solidFill>
                <a:srgbClr val="7BDB45"/>
              </a:solidFill>
            </a:endParaRPr>
          </a:p>
        </p:txBody>
      </p:sp>
      <p:sp>
        <p:nvSpPr>
          <p:cNvPr id="139" name="Google Shape;139;p33"/>
          <p:cNvSpPr txBox="1"/>
          <p:nvPr>
            <p:ph idx="1" type="body"/>
          </p:nvPr>
        </p:nvSpPr>
        <p:spPr>
          <a:xfrm>
            <a:off x="428859" y="2304856"/>
            <a:ext cx="4188477" cy="67147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-266723" lvl="0" marL="269993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BDB45"/>
              </a:buClr>
              <a:buSzPct val="100000"/>
              <a:buFont typeface="Arial"/>
              <a:buChar char="•"/>
            </a:pPr>
            <a:r>
              <a:rPr b="1" lang="en-SG">
                <a:solidFill>
                  <a:srgbClr val="7BDB45"/>
                </a:solidFill>
              </a:rPr>
              <a:t>Using consistent design patterns</a:t>
            </a:r>
            <a:r>
              <a:rPr lang="en-SG"/>
              <a:t> </a:t>
            </a:r>
            <a:endParaRPr/>
          </a:p>
        </p:txBody>
      </p:sp>
      <p:sp>
        <p:nvSpPr>
          <p:cNvPr id="140" name="Google Shape;140;p33"/>
          <p:cNvSpPr txBox="1"/>
          <p:nvPr/>
        </p:nvSpPr>
        <p:spPr>
          <a:xfrm>
            <a:off x="506177" y="230142"/>
            <a:ext cx="72200" cy="1154098"/>
          </a:xfrm>
          <a:prstGeom prst="rect">
            <a:avLst/>
          </a:prstGeom>
          <a:noFill/>
          <a:ln>
            <a:noFill/>
          </a:ln>
        </p:spPr>
        <p:txBody>
          <a:bodyPr anchorCtr="0" anchor="ctr" bIns="35700" lIns="35700" spcFirstLastPara="1" rIns="35700" wrap="square" tIns="3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31"/>
              <a:buFont typeface="Arial"/>
              <a:buNone/>
            </a:pPr>
            <a:r>
              <a:t/>
            </a:r>
            <a:endParaRPr b="0" i="0" sz="7031" u="none" cap="none" strike="noStrike">
              <a:solidFill>
                <a:srgbClr val="E8A32E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1" name="Google Shape;141;p33"/>
          <p:cNvSpPr txBox="1"/>
          <p:nvPr/>
        </p:nvSpPr>
        <p:spPr>
          <a:xfrm>
            <a:off x="685800" y="106548"/>
            <a:ext cx="7772400" cy="154639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DB45"/>
              </a:buClr>
              <a:buSzPts val="6000"/>
              <a:buFont typeface="Open Sans"/>
              <a:buNone/>
            </a:pPr>
            <a:r>
              <a:rPr b="0" i="0" lang="en-SG" sz="6000" u="none" cap="none" strike="noStrike">
                <a:solidFill>
                  <a:srgbClr val="7BDB45"/>
                </a:solidFill>
                <a:latin typeface="Open Sans"/>
                <a:ea typeface="Open Sans"/>
                <a:cs typeface="Open Sans"/>
                <a:sym typeface="Open Sans"/>
              </a:rPr>
              <a:t>Consistency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33"/>
          <p:cNvSpPr txBox="1"/>
          <p:nvPr/>
        </p:nvSpPr>
        <p:spPr>
          <a:xfrm>
            <a:off x="351541" y="1238143"/>
            <a:ext cx="8440917" cy="10463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b="0" i="0" lang="en-SG" sz="34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 system should look, act and operate the same throughout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3377" lvl="0" marL="269993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3" name="Google Shape;143;p33"/>
          <p:cNvGrpSpPr/>
          <p:nvPr/>
        </p:nvGrpSpPr>
        <p:grpSpPr>
          <a:xfrm>
            <a:off x="141401" y="3141288"/>
            <a:ext cx="4553253" cy="2820463"/>
            <a:chOff x="141401" y="3141288"/>
            <a:chExt cx="4553253" cy="2820463"/>
          </a:xfrm>
        </p:grpSpPr>
        <p:pic>
          <p:nvPicPr>
            <p:cNvPr id="144" name="Google Shape;144;p3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41401" y="3141288"/>
              <a:ext cx="4553253" cy="274288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5" name="Google Shape;145;p33"/>
            <p:cNvSpPr/>
            <p:nvPr/>
          </p:nvSpPr>
          <p:spPr>
            <a:xfrm>
              <a:off x="141401" y="3393649"/>
              <a:ext cx="1414022" cy="584462"/>
            </a:xfrm>
            <a:prstGeom prst="rect">
              <a:avLst/>
            </a:prstGeom>
            <a:noFill/>
            <a:ln cap="flat" cmpd="sng" w="2540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33"/>
            <p:cNvSpPr/>
            <p:nvPr/>
          </p:nvSpPr>
          <p:spPr>
            <a:xfrm>
              <a:off x="239718" y="4319325"/>
              <a:ext cx="1081384" cy="1642426"/>
            </a:xfrm>
            <a:prstGeom prst="rect">
              <a:avLst/>
            </a:prstGeom>
            <a:noFill/>
            <a:ln cap="flat" cmpd="sng" w="2540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7" name="Google Shape;147;p33"/>
          <p:cNvGrpSpPr/>
          <p:nvPr/>
        </p:nvGrpSpPr>
        <p:grpSpPr>
          <a:xfrm>
            <a:off x="3248219" y="4129262"/>
            <a:ext cx="5895781" cy="2255860"/>
            <a:chOff x="2500802" y="4308049"/>
            <a:chExt cx="6468290" cy="2443402"/>
          </a:xfrm>
        </p:grpSpPr>
        <p:pic>
          <p:nvPicPr>
            <p:cNvPr id="148" name="Google Shape;148;p3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500802" y="4512731"/>
              <a:ext cx="6468290" cy="213988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9" name="Google Shape;149;p33"/>
            <p:cNvSpPr/>
            <p:nvPr/>
          </p:nvSpPr>
          <p:spPr>
            <a:xfrm>
              <a:off x="7555070" y="4308049"/>
              <a:ext cx="1414022" cy="584462"/>
            </a:xfrm>
            <a:prstGeom prst="rect">
              <a:avLst/>
            </a:prstGeom>
            <a:noFill/>
            <a:ln cap="flat" cmpd="sng" w="2540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33"/>
            <p:cNvSpPr/>
            <p:nvPr/>
          </p:nvSpPr>
          <p:spPr>
            <a:xfrm>
              <a:off x="2500802" y="5702524"/>
              <a:ext cx="1081384" cy="1048927"/>
            </a:xfrm>
            <a:prstGeom prst="rect">
              <a:avLst/>
            </a:prstGeom>
            <a:noFill/>
            <a:ln cap="flat" cmpd="sng" w="2540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1" name="Google Shape;151;p33"/>
          <p:cNvGrpSpPr/>
          <p:nvPr/>
        </p:nvGrpSpPr>
        <p:grpSpPr>
          <a:xfrm>
            <a:off x="4694654" y="2104886"/>
            <a:ext cx="4332282" cy="1319978"/>
            <a:chOff x="4694654" y="2104886"/>
            <a:chExt cx="4332282" cy="1319978"/>
          </a:xfrm>
        </p:grpSpPr>
        <p:pic>
          <p:nvPicPr>
            <p:cNvPr id="152" name="Google Shape;152;p3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694654" y="2172823"/>
              <a:ext cx="4332282" cy="12520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3" name="Google Shape;153;p33"/>
            <p:cNvSpPr/>
            <p:nvPr/>
          </p:nvSpPr>
          <p:spPr>
            <a:xfrm>
              <a:off x="5865043" y="2104886"/>
              <a:ext cx="1968842" cy="399940"/>
            </a:xfrm>
            <a:prstGeom prst="rect">
              <a:avLst/>
            </a:prstGeom>
            <a:noFill/>
            <a:ln cap="flat" cmpd="sng" w="25400">
              <a:solidFill>
                <a:srgbClr val="00B0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7BDB4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4" name="Google Shape;154;p33"/>
          <p:cNvGrpSpPr/>
          <p:nvPr/>
        </p:nvGrpSpPr>
        <p:grpSpPr>
          <a:xfrm>
            <a:off x="5165991" y="3584384"/>
            <a:ext cx="3045908" cy="2255860"/>
            <a:chOff x="5991859" y="3225245"/>
            <a:chExt cx="3045908" cy="2255860"/>
          </a:xfrm>
        </p:grpSpPr>
        <p:pic>
          <p:nvPicPr>
            <p:cNvPr id="155" name="Google Shape;155;p3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991859" y="3225245"/>
              <a:ext cx="3045908" cy="22558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6" name="Google Shape;156;p33"/>
            <p:cNvSpPr/>
            <p:nvPr/>
          </p:nvSpPr>
          <p:spPr>
            <a:xfrm>
              <a:off x="6129386" y="5010659"/>
              <a:ext cx="2770854" cy="399940"/>
            </a:xfrm>
            <a:prstGeom prst="rect">
              <a:avLst/>
            </a:prstGeom>
            <a:noFill/>
            <a:ln cap="flat" cmpd="sng" w="25400">
              <a:solidFill>
                <a:srgbClr val="00B0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7BDB4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4"/>
          <p:cNvSpPr txBox="1"/>
          <p:nvPr>
            <p:ph type="title"/>
          </p:nvPr>
        </p:nvSpPr>
        <p:spPr>
          <a:xfrm>
            <a:off x="0" y="0"/>
            <a:ext cx="9144001" cy="1468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DB45"/>
              </a:buClr>
              <a:buSzPts val="4800"/>
              <a:buFont typeface="Open Sans Light"/>
              <a:buNone/>
            </a:pPr>
            <a:br>
              <a:rPr lang="en-SG" sz="4800">
                <a:solidFill>
                  <a:srgbClr val="7BDB45"/>
                </a:solidFill>
                <a:latin typeface="Open Sans Light"/>
                <a:ea typeface="Open Sans Light"/>
                <a:cs typeface="Open Sans Light"/>
                <a:sym typeface="Open Sans Light"/>
              </a:rPr>
            </a:br>
            <a:br>
              <a:rPr lang="en-SG" sz="4800">
                <a:solidFill>
                  <a:srgbClr val="7BDB45"/>
                </a:solidFill>
              </a:rPr>
            </a:br>
            <a:endParaRPr sz="4800">
              <a:solidFill>
                <a:srgbClr val="7BDB45"/>
              </a:solidFill>
            </a:endParaRPr>
          </a:p>
        </p:txBody>
      </p:sp>
      <p:sp>
        <p:nvSpPr>
          <p:cNvPr id="162" name="Google Shape;162;p34"/>
          <p:cNvSpPr txBox="1"/>
          <p:nvPr>
            <p:ph idx="1" type="body"/>
          </p:nvPr>
        </p:nvSpPr>
        <p:spPr>
          <a:xfrm>
            <a:off x="989604" y="2272948"/>
            <a:ext cx="4666268" cy="141691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-266755" lvl="0" marL="269993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BDB45"/>
              </a:buClr>
              <a:buSzPct val="100000"/>
              <a:buFont typeface="Arial"/>
              <a:buChar char="•"/>
            </a:pPr>
            <a:r>
              <a:rPr b="1" lang="en-SG">
                <a:solidFill>
                  <a:srgbClr val="7BDB45"/>
                </a:solidFill>
              </a:rPr>
              <a:t>Using mental models /metaphors</a:t>
            </a:r>
            <a:endParaRPr/>
          </a:p>
          <a:p>
            <a:pPr indent="-257230" lvl="1" marL="539987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─"/>
            </a:pPr>
            <a:r>
              <a:rPr lang="en-SG"/>
              <a:t> familiar concepts relating to real life</a:t>
            </a:r>
            <a:endParaRPr/>
          </a:p>
        </p:txBody>
      </p:sp>
      <p:sp>
        <p:nvSpPr>
          <p:cNvPr id="163" name="Google Shape;163;p34"/>
          <p:cNvSpPr txBox="1"/>
          <p:nvPr/>
        </p:nvSpPr>
        <p:spPr>
          <a:xfrm>
            <a:off x="506177" y="230142"/>
            <a:ext cx="72200" cy="1154098"/>
          </a:xfrm>
          <a:prstGeom prst="rect">
            <a:avLst/>
          </a:prstGeom>
          <a:noFill/>
          <a:ln>
            <a:noFill/>
          </a:ln>
        </p:spPr>
        <p:txBody>
          <a:bodyPr anchorCtr="0" anchor="ctr" bIns="35700" lIns="35700" spcFirstLastPara="1" rIns="35700" wrap="square" tIns="3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31"/>
              <a:buFont typeface="Arial"/>
              <a:buNone/>
            </a:pPr>
            <a:r>
              <a:t/>
            </a:r>
            <a:endParaRPr b="0" i="0" sz="7031" u="none" cap="none" strike="noStrike">
              <a:solidFill>
                <a:srgbClr val="E8A32E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4" name="Google Shape;164;p34"/>
          <p:cNvSpPr txBox="1"/>
          <p:nvPr/>
        </p:nvSpPr>
        <p:spPr>
          <a:xfrm>
            <a:off x="685800" y="106548"/>
            <a:ext cx="7772400" cy="154639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DB45"/>
              </a:buClr>
              <a:buSzPts val="6000"/>
              <a:buFont typeface="Open Sans"/>
              <a:buNone/>
            </a:pPr>
            <a:r>
              <a:rPr b="0" i="0" lang="en-SG" sz="6000" u="none" cap="none" strike="noStrike">
                <a:solidFill>
                  <a:srgbClr val="7BDB45"/>
                </a:solidFill>
                <a:latin typeface="Open Sans"/>
                <a:ea typeface="Open Sans"/>
                <a:cs typeface="Open Sans"/>
                <a:sym typeface="Open Sans"/>
              </a:rPr>
              <a:t>Consistency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34"/>
          <p:cNvSpPr txBox="1"/>
          <p:nvPr/>
        </p:nvSpPr>
        <p:spPr>
          <a:xfrm>
            <a:off x="351541" y="1238143"/>
            <a:ext cx="8440917" cy="10463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b="0" i="0" lang="en-SG" sz="34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 system should look, act and operate the same throughout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3377" lvl="0" marL="269993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6" name="Google Shape;166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5420" y="3845175"/>
            <a:ext cx="1286456" cy="14169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font awesome icons" id="167" name="Google Shape;167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60801" y="3602115"/>
            <a:ext cx="4666268" cy="2449791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34"/>
          <p:cNvSpPr/>
          <p:nvPr/>
        </p:nvSpPr>
        <p:spPr>
          <a:xfrm>
            <a:off x="989603" y="6198870"/>
            <a:ext cx="6502241" cy="646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SG" sz="3600" u="sng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https://fontawesome.com/start</a:t>
            </a:r>
            <a:endParaRPr b="0" i="0" sz="3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5"/>
          <p:cNvSpPr txBox="1"/>
          <p:nvPr>
            <p:ph type="title"/>
          </p:nvPr>
        </p:nvSpPr>
        <p:spPr>
          <a:xfrm>
            <a:off x="-3" y="0"/>
            <a:ext cx="9144001" cy="11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D050"/>
              </a:buClr>
              <a:buSzPts val="6000"/>
              <a:buFont typeface="Open Sans Light"/>
              <a:buNone/>
            </a:pPr>
            <a:r>
              <a:rPr lang="en-SG" sz="6000">
                <a:solidFill>
                  <a:srgbClr val="92D05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Affordance</a:t>
            </a:r>
            <a:endParaRPr/>
          </a:p>
        </p:txBody>
      </p:sp>
      <p:sp>
        <p:nvSpPr>
          <p:cNvPr id="174" name="Google Shape;174;p35"/>
          <p:cNvSpPr txBox="1"/>
          <p:nvPr/>
        </p:nvSpPr>
        <p:spPr>
          <a:xfrm>
            <a:off x="465841" y="912233"/>
            <a:ext cx="8252709" cy="53556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b="0" i="0" lang="en-SG" sz="24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giving clues or restrictions to the user on how it works</a:t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35"/>
          <p:cNvSpPr txBox="1"/>
          <p:nvPr>
            <p:ph idx="1" type="body"/>
          </p:nvPr>
        </p:nvSpPr>
        <p:spPr>
          <a:xfrm>
            <a:off x="2734269" y="4506968"/>
            <a:ext cx="3675459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330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8108"/>
              <a:buNone/>
            </a:pPr>
            <a:r>
              <a:rPr lang="en-SG">
                <a:latin typeface="Open Sans"/>
                <a:ea typeface="Open Sans"/>
                <a:cs typeface="Open Sans"/>
                <a:sym typeface="Open Sans"/>
              </a:rPr>
              <a:t>How do you open the door ?</a:t>
            </a:r>
            <a:endParaRPr/>
          </a:p>
        </p:txBody>
      </p:sp>
      <p:pic>
        <p:nvPicPr>
          <p:cNvPr id="176" name="Google Shape;176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0136" y="1531882"/>
            <a:ext cx="2035313" cy="30881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6"/>
          <p:cNvSpPr txBox="1"/>
          <p:nvPr>
            <p:ph type="title"/>
          </p:nvPr>
        </p:nvSpPr>
        <p:spPr>
          <a:xfrm>
            <a:off x="2" y="0"/>
            <a:ext cx="9144001" cy="11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D050"/>
              </a:buClr>
              <a:buSzPts val="6000"/>
              <a:buFont typeface="Open Sans Light"/>
              <a:buNone/>
            </a:pPr>
            <a:r>
              <a:rPr lang="en-SG" sz="6000">
                <a:solidFill>
                  <a:srgbClr val="92D05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Affordance</a:t>
            </a:r>
            <a:endParaRPr/>
          </a:p>
        </p:txBody>
      </p:sp>
      <p:sp>
        <p:nvSpPr>
          <p:cNvPr id="182" name="Google Shape;182;p36"/>
          <p:cNvSpPr txBox="1"/>
          <p:nvPr/>
        </p:nvSpPr>
        <p:spPr>
          <a:xfrm>
            <a:off x="465841" y="912233"/>
            <a:ext cx="8252709" cy="53556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b="0" i="0" lang="en-SG" sz="24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giving clues or restrictions to the user on how it works</a:t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3" name="Google Shape;183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21844" y="2221593"/>
            <a:ext cx="4651829" cy="34888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648198" y="2221593"/>
            <a:ext cx="4651831" cy="34888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8"/>
          <p:cNvSpPr txBox="1"/>
          <p:nvPr>
            <p:ph type="title"/>
          </p:nvPr>
        </p:nvSpPr>
        <p:spPr>
          <a:xfrm>
            <a:off x="2" y="0"/>
            <a:ext cx="9144001" cy="11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D050"/>
              </a:buClr>
              <a:buSzPts val="6000"/>
              <a:buFont typeface="Open Sans Light"/>
              <a:buNone/>
            </a:pPr>
            <a:r>
              <a:rPr lang="en-SG" sz="6000">
                <a:solidFill>
                  <a:srgbClr val="92D05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Affordance</a:t>
            </a:r>
            <a:endParaRPr/>
          </a:p>
        </p:txBody>
      </p:sp>
      <p:pic>
        <p:nvPicPr>
          <p:cNvPr id="190" name="Google Shape;19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5753" y="2494655"/>
            <a:ext cx="2295525" cy="22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38"/>
          <p:cNvSpPr txBox="1"/>
          <p:nvPr/>
        </p:nvSpPr>
        <p:spPr>
          <a:xfrm>
            <a:off x="665753" y="1695015"/>
            <a:ext cx="5115921" cy="69857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66692" lvl="0" marL="269993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BDB45"/>
              </a:buClr>
              <a:buSzPts val="2100"/>
              <a:buFont typeface="Arial"/>
              <a:buChar char="•"/>
            </a:pPr>
            <a:r>
              <a:rPr b="1" i="0" lang="en-SG" sz="2100" u="none" cap="none" strike="noStrike">
                <a:solidFill>
                  <a:srgbClr val="7BDB45"/>
                </a:solidFill>
                <a:latin typeface="Arial"/>
                <a:ea typeface="Arial"/>
                <a:cs typeface="Arial"/>
                <a:sym typeface="Arial"/>
              </a:rPr>
              <a:t>Using appropriate input elements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3818" lvl="1" marL="539987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2" name="Google Shape;192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77451" y="2465353"/>
            <a:ext cx="5726009" cy="1981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49455" y="4518319"/>
            <a:ext cx="2305050" cy="1981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38"/>
          <p:cNvSpPr txBox="1"/>
          <p:nvPr/>
        </p:nvSpPr>
        <p:spPr>
          <a:xfrm>
            <a:off x="465841" y="912233"/>
            <a:ext cx="8252709" cy="53556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b="0" i="0" lang="en-SG" sz="24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giving clues or restrictions to the user on how it works</a:t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9"/>
          <p:cNvSpPr txBox="1"/>
          <p:nvPr>
            <p:ph type="title"/>
          </p:nvPr>
        </p:nvSpPr>
        <p:spPr>
          <a:xfrm>
            <a:off x="2" y="0"/>
            <a:ext cx="9144001" cy="11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D050"/>
              </a:buClr>
              <a:buSzPts val="6000"/>
              <a:buFont typeface="Open Sans Light"/>
              <a:buNone/>
            </a:pPr>
            <a:r>
              <a:rPr lang="en-SG" sz="6000">
                <a:solidFill>
                  <a:srgbClr val="92D05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Affordance</a:t>
            </a:r>
            <a:endParaRPr/>
          </a:p>
        </p:txBody>
      </p:sp>
      <p:pic>
        <p:nvPicPr>
          <p:cNvPr descr="Image result for examples of form error message" id="200" name="Google Shape;200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5972" y="2133601"/>
            <a:ext cx="8701588" cy="3015342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39"/>
          <p:cNvSpPr txBox="1"/>
          <p:nvPr/>
        </p:nvSpPr>
        <p:spPr>
          <a:xfrm>
            <a:off x="465841" y="912233"/>
            <a:ext cx="8252709" cy="53556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b="0" i="0" lang="en-SG" sz="24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giving clues or restrictions to the user on how it works</a:t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0"/>
          <p:cNvSpPr txBox="1"/>
          <p:nvPr>
            <p:ph type="title"/>
          </p:nvPr>
        </p:nvSpPr>
        <p:spPr>
          <a:xfrm>
            <a:off x="2" y="0"/>
            <a:ext cx="9144001" cy="11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DB45"/>
              </a:buClr>
              <a:buSzPts val="6000"/>
              <a:buFont typeface="Open Sans Light"/>
              <a:buNone/>
            </a:pPr>
            <a:r>
              <a:rPr lang="en-SG" sz="6000">
                <a:solidFill>
                  <a:srgbClr val="7BDB45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Responsive Web Design </a:t>
            </a:r>
            <a:endParaRPr/>
          </a:p>
        </p:txBody>
      </p:sp>
      <p:sp>
        <p:nvSpPr>
          <p:cNvPr id="207" name="Google Shape;207;p40"/>
          <p:cNvSpPr txBox="1"/>
          <p:nvPr/>
        </p:nvSpPr>
        <p:spPr>
          <a:xfrm>
            <a:off x="465841" y="912232"/>
            <a:ext cx="8440917" cy="10463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40"/>
          <p:cNvSpPr txBox="1"/>
          <p:nvPr/>
        </p:nvSpPr>
        <p:spPr>
          <a:xfrm>
            <a:off x="618241" y="1064632"/>
            <a:ext cx="8440917" cy="10463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b="0" i="0" lang="en-SG" sz="24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to render contents according to the client device form factor</a:t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9" name="Google Shape;209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1958631"/>
            <a:ext cx="7620000" cy="33909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40"/>
          <p:cNvSpPr txBox="1"/>
          <p:nvPr/>
        </p:nvSpPr>
        <p:spPr>
          <a:xfrm>
            <a:off x="952500" y="5470202"/>
            <a:ext cx="85151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SG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Smart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SG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Phone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40"/>
          <p:cNvSpPr txBox="1"/>
          <p:nvPr/>
        </p:nvSpPr>
        <p:spPr>
          <a:xfrm>
            <a:off x="2781299" y="5608701"/>
            <a:ext cx="103105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SG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Tablet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40"/>
          <p:cNvSpPr txBox="1"/>
          <p:nvPr/>
        </p:nvSpPr>
        <p:spPr>
          <a:xfrm>
            <a:off x="5934075" y="5608701"/>
            <a:ext cx="103105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SG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Desktop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41"/>
          <p:cNvSpPr txBox="1"/>
          <p:nvPr>
            <p:ph type="title"/>
          </p:nvPr>
        </p:nvSpPr>
        <p:spPr>
          <a:xfrm>
            <a:off x="2" y="0"/>
            <a:ext cx="9144001" cy="11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DB45"/>
              </a:buClr>
              <a:buSzPts val="6000"/>
              <a:buFont typeface="Open Sans Light"/>
              <a:buNone/>
            </a:pPr>
            <a:r>
              <a:rPr lang="en-SG" sz="6000">
                <a:solidFill>
                  <a:srgbClr val="7BDB45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Responsive Design </a:t>
            </a:r>
            <a:endParaRPr/>
          </a:p>
        </p:txBody>
      </p:sp>
      <p:sp>
        <p:nvSpPr>
          <p:cNvPr id="218" name="Google Shape;218;p41"/>
          <p:cNvSpPr txBox="1"/>
          <p:nvPr/>
        </p:nvSpPr>
        <p:spPr>
          <a:xfrm>
            <a:off x="465841" y="912232"/>
            <a:ext cx="8440917" cy="10463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41"/>
          <p:cNvSpPr txBox="1"/>
          <p:nvPr/>
        </p:nvSpPr>
        <p:spPr>
          <a:xfrm>
            <a:off x="618241" y="1064632"/>
            <a:ext cx="8440917" cy="10463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b="0" i="0" lang="en-SG" sz="24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to render contents according to the client device form factor</a:t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0" name="Google Shape;220;p41"/>
          <p:cNvGrpSpPr/>
          <p:nvPr/>
        </p:nvGrpSpPr>
        <p:grpSpPr>
          <a:xfrm>
            <a:off x="422536" y="1678814"/>
            <a:ext cx="8551781" cy="2308324"/>
            <a:chOff x="422536" y="1678814"/>
            <a:chExt cx="8551781" cy="2308324"/>
          </a:xfrm>
        </p:grpSpPr>
        <p:sp>
          <p:nvSpPr>
            <p:cNvPr id="221" name="Google Shape;221;p41"/>
            <p:cNvSpPr/>
            <p:nvPr/>
          </p:nvSpPr>
          <p:spPr>
            <a:xfrm>
              <a:off x="422536" y="1678814"/>
              <a:ext cx="8440917" cy="2308324"/>
            </a:xfrm>
            <a:prstGeom prst="rect">
              <a:avLst/>
            </a:prstGeom>
            <a:solidFill>
              <a:srgbClr val="3E3E3E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SG" sz="1800" u="none" cap="none" strike="noStrike">
                  <a:solidFill>
                    <a:schemeClr val="lt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&lt;html lang="en" &gt;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SG" sz="1800" u="none" cap="none" strike="noStrike">
                  <a:solidFill>
                    <a:schemeClr val="lt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&lt;head&gt;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SG" sz="1800" u="none" cap="none" strike="noStrike">
                  <a:solidFill>
                    <a:schemeClr val="lt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&lt;meta charset="utf-8" /&gt;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SG" sz="1800" u="none" cap="none" strike="noStrike">
                  <a:solidFill>
                    <a:schemeClr val="lt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&lt;meta name="viewport" content="width=device-width" /&gt;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SG" sz="1800" u="none" cap="none" strike="noStrike">
                  <a:solidFill>
                    <a:schemeClr val="lt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&lt;title&gt;&lt;/title&gt;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SG" sz="1800" u="none" cap="none" strike="noStrike">
                  <a:solidFill>
                    <a:schemeClr val="lt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&lt;link rel="stylesheet" href="products.css" type="text/css" /&gt;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SG" sz="1800" u="none" cap="none" strike="noStrike">
                  <a:solidFill>
                    <a:schemeClr val="lt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&lt;/head&gt;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41"/>
            <p:cNvSpPr/>
            <p:nvPr/>
          </p:nvSpPr>
          <p:spPr>
            <a:xfrm>
              <a:off x="533400" y="2505075"/>
              <a:ext cx="8440917" cy="365788"/>
            </a:xfrm>
            <a:prstGeom prst="rect">
              <a:avLst/>
            </a:prstGeom>
            <a:noFill/>
            <a:ln cap="flat" cmpd="sng" w="254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3" name="Google Shape;223;p41"/>
          <p:cNvGrpSpPr/>
          <p:nvPr/>
        </p:nvGrpSpPr>
        <p:grpSpPr>
          <a:xfrm>
            <a:off x="280548" y="4099360"/>
            <a:ext cx="8582905" cy="2632858"/>
            <a:chOff x="280548" y="4099360"/>
            <a:chExt cx="8582905" cy="2632858"/>
          </a:xfrm>
        </p:grpSpPr>
        <p:sp>
          <p:nvSpPr>
            <p:cNvPr id="224" name="Google Shape;224;p41"/>
            <p:cNvSpPr/>
            <p:nvPr/>
          </p:nvSpPr>
          <p:spPr>
            <a:xfrm>
              <a:off x="422536" y="4146895"/>
              <a:ext cx="8440917" cy="2585323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SG" sz="1800" u="none" cap="none" strike="noStrike">
                  <a:solidFill>
                    <a:schemeClr val="lt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@media</a:t>
              </a:r>
              <a:r>
                <a:rPr b="0" i="0" lang="en-SG" sz="1800" u="none" cap="none" strike="noStrike">
                  <a:solidFill>
                    <a:schemeClr val="lt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only screen and (max-width: 600px) 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SG" sz="1800" u="none" cap="none" strike="noStrike">
                  <a:solidFill>
                    <a:schemeClr val="lt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.row</a:t>
              </a:r>
              <a:r>
                <a:rPr b="0" i="0" lang="en-SG" sz="1800" u="none" cap="none" strike="noStrike">
                  <a:solidFill>
                    <a:schemeClr val="lt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SG" sz="1800" u="none" cap="none" strike="noStrike">
                  <a:solidFill>
                    <a:schemeClr val="lt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flex-direction: column;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SG" sz="1800" u="none" cap="none" strike="noStrike">
                  <a:solidFill>
                    <a:schemeClr val="lt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SG" sz="1800" u="none" cap="none" strike="noStrike">
                  <a:solidFill>
                    <a:schemeClr val="lt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.product</a:t>
              </a:r>
              <a:r>
                <a:rPr b="0" i="0" lang="en-SG" sz="1800" u="none" cap="none" strike="noStrike">
                  <a:solidFill>
                    <a:schemeClr val="lt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SG" sz="1800" u="none" cap="none" strike="noStrike">
                  <a:solidFill>
                    <a:schemeClr val="lt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width:100%;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SG" sz="1800" u="none" cap="none" strike="noStrike">
                  <a:solidFill>
                    <a:schemeClr val="lt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SG" sz="1800" u="none" cap="none" strike="noStrike">
                  <a:solidFill>
                    <a:schemeClr val="lt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225" name="Google Shape;225;p41"/>
            <p:cNvSpPr/>
            <p:nvPr/>
          </p:nvSpPr>
          <p:spPr>
            <a:xfrm>
              <a:off x="280548" y="4099360"/>
              <a:ext cx="5844028" cy="365788"/>
            </a:xfrm>
            <a:prstGeom prst="rect">
              <a:avLst/>
            </a:prstGeom>
            <a:noFill/>
            <a:ln cap="flat" cmpd="sng" w="254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42"/>
          <p:cNvSpPr txBox="1"/>
          <p:nvPr/>
        </p:nvSpPr>
        <p:spPr>
          <a:xfrm>
            <a:off x="281046" y="1760973"/>
            <a:ext cx="8857332" cy="2236061"/>
          </a:xfrm>
          <a:prstGeom prst="rect">
            <a:avLst/>
          </a:prstGeom>
          <a:noFill/>
          <a:ln>
            <a:noFill/>
          </a:ln>
        </p:spPr>
        <p:txBody>
          <a:bodyPr anchorCtr="0" anchor="ctr" bIns="35700" lIns="35700" spcFirstLastPara="1" rIns="35700" wrap="square" tIns="3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31"/>
              <a:buFont typeface="Arial"/>
              <a:buNone/>
            </a:pPr>
            <a:r>
              <a:rPr b="0" i="0" lang="en-SG" sz="7031" u="none" cap="none" strike="noStrike">
                <a:solidFill>
                  <a:srgbClr val="D2D7D7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putting in to practice…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" name="Google Shape;235;p43"/>
          <p:cNvGrpSpPr/>
          <p:nvPr/>
        </p:nvGrpSpPr>
        <p:grpSpPr>
          <a:xfrm>
            <a:off x="3869609" y="-314167"/>
            <a:ext cx="5213280" cy="7486335"/>
            <a:chOff x="0" y="0"/>
            <a:chExt cx="7414441" cy="10647230"/>
          </a:xfrm>
        </p:grpSpPr>
        <p:sp>
          <p:nvSpPr>
            <p:cNvPr id="236" name="Google Shape;236;p43"/>
            <p:cNvSpPr/>
            <p:nvPr/>
          </p:nvSpPr>
          <p:spPr>
            <a:xfrm>
              <a:off x="0" y="0"/>
              <a:ext cx="7414441" cy="1064723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35700" lIns="35700" spcFirstLastPara="1" rIns="35700" wrap="square" tIns="3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28"/>
                <a:buFont typeface="Arial"/>
                <a:buNone/>
              </a:pPr>
              <a:r>
                <a:t/>
              </a:r>
              <a:endParaRPr b="0" i="0" sz="182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37" name="Google Shape;237;p43"/>
            <p:cNvGrpSpPr/>
            <p:nvPr/>
          </p:nvGrpSpPr>
          <p:grpSpPr>
            <a:xfrm>
              <a:off x="590836" y="603143"/>
              <a:ext cx="6125724" cy="9753601"/>
              <a:chOff x="0" y="0"/>
              <a:chExt cx="6125723" cy="9753600"/>
            </a:xfrm>
          </p:grpSpPr>
          <p:pic>
            <p:nvPicPr>
              <p:cNvPr descr="Screen Shot 2015-10-19 at 10.29.04 am.png" id="238" name="Google Shape;238;p43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93666" y="3538961"/>
                <a:ext cx="6021470" cy="367053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Screen Shot 2015-10-19 at 10.28.59 am.png" id="239" name="Google Shape;239;p43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4253" y="0"/>
                <a:ext cx="6021470" cy="357019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Screen Shot 2015-10-19 at 10.29.10 am.png" id="240" name="Google Shape;240;p43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0" y="6567213"/>
                <a:ext cx="6021469" cy="318638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241" name="Google Shape;241;p43"/>
          <p:cNvSpPr txBox="1"/>
          <p:nvPr/>
        </p:nvSpPr>
        <p:spPr>
          <a:xfrm>
            <a:off x="325272" y="848405"/>
            <a:ext cx="3444797" cy="1846724"/>
          </a:xfrm>
          <a:prstGeom prst="rect">
            <a:avLst/>
          </a:prstGeom>
          <a:noFill/>
          <a:ln>
            <a:noFill/>
          </a:ln>
        </p:spPr>
        <p:txBody>
          <a:bodyPr anchorCtr="0" anchor="ctr" bIns="35700" lIns="35700" spcFirstLastPara="1" rIns="35700" wrap="square" tIns="3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3"/>
              <a:buFont typeface="Arial"/>
              <a:buNone/>
            </a:pPr>
            <a:r>
              <a:rPr b="0" i="0" lang="en-SG" sz="2883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With your partner/group, </a:t>
            </a:r>
            <a:r>
              <a:rPr b="0" i="0" lang="en-SG" sz="2883" u="none" cap="none" strike="noStrike">
                <a:solidFill>
                  <a:srgbClr val="A88C8C"/>
                </a:solidFill>
                <a:latin typeface="Open Sans"/>
                <a:ea typeface="Open Sans"/>
                <a:cs typeface="Open Sans"/>
                <a:sym typeface="Open Sans"/>
              </a:rPr>
              <a:t>critique</a:t>
            </a:r>
            <a:r>
              <a:rPr b="0" i="0" lang="en-SG" sz="2883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this web form (pg 3).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43"/>
          <p:cNvSpPr txBox="1"/>
          <p:nvPr/>
        </p:nvSpPr>
        <p:spPr>
          <a:xfrm>
            <a:off x="325272" y="2861005"/>
            <a:ext cx="3444797" cy="764633"/>
          </a:xfrm>
          <a:prstGeom prst="rect">
            <a:avLst/>
          </a:prstGeom>
          <a:noFill/>
          <a:ln>
            <a:noFill/>
          </a:ln>
        </p:spPr>
        <p:txBody>
          <a:bodyPr anchorCtr="0" anchor="ctr" bIns="35700" lIns="35700" spcFirstLastPara="1" rIns="35700" wrap="square" tIns="35700">
            <a:spAutoFit/>
          </a:bodyPr>
          <a:lstStyle/>
          <a:p>
            <a:pPr indent="-263181" lvl="0" marL="26318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88"/>
              <a:buFont typeface="Open Sans"/>
              <a:buChar char="-"/>
            </a:pPr>
            <a:r>
              <a:rPr b="0" i="0" lang="en-SG" sz="225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What’s not done well?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3181" lvl="0" marL="26318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88"/>
              <a:buFont typeface="Open Sans"/>
              <a:buChar char="-"/>
            </a:pPr>
            <a:r>
              <a:rPr b="0" i="0" lang="en-SG" sz="225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How to improve it?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43"/>
          <p:cNvSpPr txBox="1"/>
          <p:nvPr/>
        </p:nvSpPr>
        <p:spPr>
          <a:xfrm>
            <a:off x="143334" y="28899"/>
            <a:ext cx="8857332" cy="1154098"/>
          </a:xfrm>
          <a:prstGeom prst="rect">
            <a:avLst/>
          </a:prstGeom>
          <a:noFill/>
          <a:ln>
            <a:noFill/>
          </a:ln>
        </p:spPr>
        <p:txBody>
          <a:bodyPr anchorCtr="0" anchor="ctr" bIns="35700" lIns="35700" spcFirstLastPara="1" rIns="35700" wrap="square" tIns="3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31"/>
              <a:buFont typeface="Arial"/>
              <a:buNone/>
            </a:pPr>
            <a:r>
              <a:rPr b="0" i="0" lang="en-SG" sz="7031" u="none" cap="none" strike="noStrike">
                <a:solidFill>
                  <a:srgbClr val="D2D7D7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critique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43"/>
          <p:cNvSpPr txBox="1"/>
          <p:nvPr/>
        </p:nvSpPr>
        <p:spPr>
          <a:xfrm>
            <a:off x="325272" y="4083233"/>
            <a:ext cx="3444797" cy="1370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700" lIns="35700" spcFirstLastPara="1" rIns="35700" wrap="square" tIns="3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9"/>
              <a:buFont typeface="Arial"/>
              <a:buNone/>
            </a:pPr>
            <a:r>
              <a:rPr b="0" i="0" lang="en-SG" sz="2109" u="none" cap="none" strike="noStrike">
                <a:solidFill>
                  <a:srgbClr val="A88C8C"/>
                </a:solidFill>
                <a:latin typeface="Open Sans"/>
                <a:ea typeface="Open Sans"/>
                <a:cs typeface="Open Sans"/>
                <a:sym typeface="Open Sans"/>
              </a:rPr>
              <a:t>Annotate on your paper.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9"/>
              <a:buFont typeface="Arial"/>
              <a:buNone/>
            </a:pPr>
            <a:r>
              <a:t/>
            </a:r>
            <a:endParaRPr b="0" i="0" sz="2109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9"/>
              <a:buFont typeface="Arial"/>
              <a:buNone/>
            </a:pPr>
            <a:r>
              <a:rPr b="0" i="0" lang="en-SG" sz="2109" u="none" cap="none" strike="noStrike">
                <a:solidFill>
                  <a:srgbClr val="A88C8C"/>
                </a:solidFill>
                <a:latin typeface="Open Sans"/>
                <a:ea typeface="Open Sans"/>
                <a:cs typeface="Open Sans"/>
                <a:sym typeface="Open Sans"/>
              </a:rPr>
              <a:t>Try using the terms &amp; principles learnt (pg 1 &amp; 2)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7108" y="135417"/>
            <a:ext cx="5849783" cy="31520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89952" y="4048874"/>
            <a:ext cx="5984484" cy="198181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1" name="Google Shape;251;p44"/>
          <p:cNvCxnSpPr/>
          <p:nvPr/>
        </p:nvCxnSpPr>
        <p:spPr>
          <a:xfrm>
            <a:off x="0" y="3611810"/>
            <a:ext cx="9144000" cy="0"/>
          </a:xfrm>
          <a:prstGeom prst="straightConnector1">
            <a:avLst/>
          </a:prstGeom>
          <a:noFill/>
          <a:ln cap="flat" cmpd="sng" w="2540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</p:spTree>
  </p:cSld>
  <p:clrMapOvr>
    <a:masterClrMapping/>
  </p:clrMapOvr>
  <p:transition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Google Shape;256;p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353" y="563810"/>
            <a:ext cx="7798182" cy="28651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8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3353" y="3611810"/>
            <a:ext cx="7434590" cy="301471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8" name="Google Shape;258;p85"/>
          <p:cNvCxnSpPr/>
          <p:nvPr/>
        </p:nvCxnSpPr>
        <p:spPr>
          <a:xfrm>
            <a:off x="0" y="3611810"/>
            <a:ext cx="9144000" cy="0"/>
          </a:xfrm>
          <a:prstGeom prst="straightConnector1">
            <a:avLst/>
          </a:prstGeom>
          <a:noFill/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35530" y="142347"/>
            <a:ext cx="5072940" cy="29491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8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35530" y="3456991"/>
            <a:ext cx="5554101" cy="340100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5" name="Google Shape;265;p86"/>
          <p:cNvCxnSpPr/>
          <p:nvPr/>
        </p:nvCxnSpPr>
        <p:spPr>
          <a:xfrm>
            <a:off x="0" y="3426748"/>
            <a:ext cx="9144000" cy="0"/>
          </a:xfrm>
          <a:prstGeom prst="straightConnector1">
            <a:avLst/>
          </a:prstGeom>
          <a:noFill/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0" name="Google Shape;270;p58"/>
          <p:cNvGrpSpPr/>
          <p:nvPr/>
        </p:nvGrpSpPr>
        <p:grpSpPr>
          <a:xfrm>
            <a:off x="4663483" y="71970"/>
            <a:ext cx="4528731" cy="6503315"/>
            <a:chOff x="0" y="0"/>
            <a:chExt cx="6440861" cy="9249157"/>
          </a:xfrm>
        </p:grpSpPr>
        <p:grpSp>
          <p:nvGrpSpPr>
            <p:cNvPr id="271" name="Google Shape;271;p58"/>
            <p:cNvGrpSpPr/>
            <p:nvPr/>
          </p:nvGrpSpPr>
          <p:grpSpPr>
            <a:xfrm>
              <a:off x="0" y="0"/>
              <a:ext cx="6440861" cy="9249157"/>
              <a:chOff x="0" y="0"/>
              <a:chExt cx="6440860" cy="9249156"/>
            </a:xfrm>
          </p:grpSpPr>
          <p:sp>
            <p:nvSpPr>
              <p:cNvPr id="272" name="Google Shape;272;p58"/>
              <p:cNvSpPr/>
              <p:nvPr/>
            </p:nvSpPr>
            <p:spPr>
              <a:xfrm>
                <a:off x="0" y="0"/>
                <a:ext cx="6440860" cy="924915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35700" lIns="35700" spcFirstLastPara="1" rIns="35700" wrap="square" tIns="3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28"/>
                  <a:buFont typeface="Arial"/>
                  <a:buNone/>
                </a:pPr>
                <a:r>
                  <a:t/>
                </a:r>
                <a:endParaRPr b="0" i="0" sz="1828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273" name="Google Shape;273;p58"/>
              <p:cNvGrpSpPr/>
              <p:nvPr/>
            </p:nvGrpSpPr>
            <p:grpSpPr>
              <a:xfrm>
                <a:off x="513254" y="523945"/>
                <a:ext cx="5321362" cy="8472869"/>
                <a:chOff x="0" y="0"/>
                <a:chExt cx="5321361" cy="8472867"/>
              </a:xfrm>
            </p:grpSpPr>
            <p:pic>
              <p:nvPicPr>
                <p:cNvPr descr="Screen Shot 2015-10-19 at 10.29.04 am.png" id="274" name="Google Shape;274;p58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>
                  <a:off x="81367" y="3074264"/>
                  <a:ext cx="5230798" cy="3188562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creen Shot 2015-10-19 at 10.28.59 am.png" id="275" name="Google Shape;275;p58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>
                  <a:off x="90564" y="0"/>
                  <a:ext cx="5230797" cy="310139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creen Shot 2015-10-19 at 10.29.10 am.png" id="276" name="Google Shape;276;p58"/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 b="0" l="0" r="0" t="0"/>
                <a:stretch/>
              </p:blipFill>
              <p:spPr>
                <a:xfrm>
                  <a:off x="0" y="5704881"/>
                  <a:ext cx="5230797" cy="276798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sp>
          <p:nvSpPr>
            <p:cNvPr id="277" name="Google Shape;277;p58"/>
            <p:cNvSpPr/>
            <p:nvPr/>
          </p:nvSpPr>
          <p:spPr>
            <a:xfrm>
              <a:off x="593266" y="1627793"/>
              <a:ext cx="4950941" cy="201107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35700" lIns="35700" spcFirstLastPara="1" rIns="35700" wrap="square" tIns="3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28"/>
                <a:buFont typeface="Arial"/>
                <a:buNone/>
              </a:pPr>
              <a:r>
                <a:t/>
              </a:r>
              <a:endParaRPr b="0" i="0" sz="182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Screen Shot 2015-10-19 at 10.44.08 am.png" id="278" name="Google Shape;278;p5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863234" y="2698474"/>
              <a:ext cx="912187" cy="3040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Screen Shot 2015-10-19 at 10.44.06 am.png" id="279" name="Google Shape;279;p58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392210" y="2352763"/>
              <a:ext cx="749032" cy="2150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Screen Shot 2015-10-19 at 10.44.05 am.png" id="280" name="Google Shape;280;p58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576055" y="2698474"/>
              <a:ext cx="541380" cy="3040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Screen Shot 2015-10-19 at 10.43.58 am.png" id="281" name="Google Shape;281;p58"/>
            <p:cNvPicPr preferRelativeResize="0"/>
            <p:nvPr/>
          </p:nvPicPr>
          <p:blipFill rotWithShape="1">
            <a:blip r:embed="rId9">
              <a:alphaModFix/>
            </a:blip>
            <a:srcRect b="0" l="0" r="8455" t="0"/>
            <a:stretch/>
          </p:blipFill>
          <p:spPr>
            <a:xfrm>
              <a:off x="411277" y="2278584"/>
              <a:ext cx="739992" cy="36339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Screen Shot 2015-10-19 at 10.45.23 am.png" id="282" name="Google Shape;282;p58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3264652" y="2218740"/>
              <a:ext cx="2298874" cy="453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Screen Shot 2015-10-19 at 10.45.04 am.png" id="283" name="Google Shape;283;p58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1135374" y="2305538"/>
              <a:ext cx="2147673" cy="30951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Screen Shot 2015-10-19 at 10.19.41 am.png" id="284" name="Google Shape;284;p58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3262777" y="2259841"/>
              <a:ext cx="2516517" cy="3883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Screen Shot 2015-10-19 at 10.47.53 am.png" id="285" name="Google Shape;285;p58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2900313" y="2635861"/>
              <a:ext cx="1498058" cy="4427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Screen Shot 2015-10-19 at 10.47.49 am.png" id="286" name="Google Shape;286;p58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636744" y="2660947"/>
              <a:ext cx="1170296" cy="3766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Screen Shot 2015-10-19 at 10.49.12 am.png" id="287" name="Google Shape;287;p58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797246" y="1963764"/>
              <a:ext cx="5496522" cy="2583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Screen Shot 2015-10-19 at 10.50.44 am.png" id="288" name="Google Shape;288;p58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854637" y="3643654"/>
              <a:ext cx="5191254" cy="2894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Screen Shot 2015-10-19 at 10.51.33 am.png" id="289" name="Google Shape;289;p58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690073" y="6378575"/>
              <a:ext cx="4091023" cy="20948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Screen Shot 2015-10-19 at 10.51.24 am.png" id="290" name="Google Shape;290;p58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669795" y="5650247"/>
              <a:ext cx="3453319" cy="17819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Screen Shot 2015-10-19 at 10.51.22 am.png" id="291" name="Google Shape;291;p58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569679" y="3966791"/>
              <a:ext cx="1917859" cy="2777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Screen Shot 2015-10-19 at 10.53.02 am.png" id="292" name="Google Shape;292;p58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843870" y="4261992"/>
              <a:ext cx="2147673" cy="113102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3" name="Google Shape;293;p58"/>
            <p:cNvSpPr/>
            <p:nvPr/>
          </p:nvSpPr>
          <p:spPr>
            <a:xfrm>
              <a:off x="4046149" y="5479674"/>
              <a:ext cx="1498058" cy="51934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35700" lIns="35700" spcFirstLastPara="1" rIns="35700" wrap="square" tIns="3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28"/>
                <a:buFont typeface="Arial"/>
                <a:buNone/>
              </a:pPr>
              <a:r>
                <a:t/>
              </a:r>
              <a:endParaRPr b="0" i="0" sz="182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Screen Shot 2015-10-19 at 10.53.53 am.png" id="294" name="Google Shape;294;p58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869081" y="5859264"/>
              <a:ext cx="4574506" cy="4884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Screen Shot 2015-10-19 at 10.54.22 am.png" id="295" name="Google Shape;295;p58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723701" y="6618875"/>
              <a:ext cx="5191254" cy="86938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96" name="Google Shape;296;p58"/>
          <p:cNvGrpSpPr/>
          <p:nvPr/>
        </p:nvGrpSpPr>
        <p:grpSpPr>
          <a:xfrm>
            <a:off x="-12063" y="15799"/>
            <a:ext cx="4606963" cy="6615656"/>
            <a:chOff x="0" y="0"/>
            <a:chExt cx="6552123" cy="9408931"/>
          </a:xfrm>
        </p:grpSpPr>
        <p:sp>
          <p:nvSpPr>
            <p:cNvPr id="297" name="Google Shape;297;p58"/>
            <p:cNvSpPr/>
            <p:nvPr/>
          </p:nvSpPr>
          <p:spPr>
            <a:xfrm>
              <a:off x="0" y="0"/>
              <a:ext cx="6552123" cy="940893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35700" lIns="35700" spcFirstLastPara="1" rIns="35700" wrap="square" tIns="3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28"/>
                <a:buFont typeface="Arial"/>
                <a:buNone/>
              </a:pPr>
              <a:r>
                <a:t/>
              </a:r>
              <a:endParaRPr b="0" i="0" sz="182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98" name="Google Shape;298;p58"/>
            <p:cNvGrpSpPr/>
            <p:nvPr/>
          </p:nvGrpSpPr>
          <p:grpSpPr>
            <a:xfrm>
              <a:off x="522120" y="532996"/>
              <a:ext cx="5413287" cy="8619233"/>
              <a:chOff x="0" y="0"/>
              <a:chExt cx="5413286" cy="8619232"/>
            </a:xfrm>
          </p:grpSpPr>
          <p:pic>
            <p:nvPicPr>
              <p:cNvPr descr="Screen Shot 2015-10-19 at 10.29.04 am.png" id="299" name="Google Shape;299;p58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82773" y="3127371"/>
                <a:ext cx="5321157" cy="324364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Screen Shot 2015-10-19 at 10.28.59 am.png" id="300" name="Google Shape;300;p58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92128" y="0"/>
                <a:ext cx="5321158" cy="315497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Screen Shot 2015-10-19 at 10.29.10 am.png" id="301" name="Google Shape;301;p58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0" y="5803430"/>
                <a:ext cx="5321157" cy="281580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302" name="Google Shape;302;p58"/>
          <p:cNvSpPr/>
          <p:nvPr/>
        </p:nvSpPr>
        <p:spPr>
          <a:xfrm>
            <a:off x="8114816" y="5930432"/>
            <a:ext cx="880875" cy="38811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SG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Submit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87"/>
          <p:cNvSpPr txBox="1"/>
          <p:nvPr>
            <p:ph type="ctrTitle"/>
          </p:nvPr>
        </p:nvSpPr>
        <p:spPr>
          <a:xfrm>
            <a:off x="772886" y="3152528"/>
            <a:ext cx="7772400" cy="154639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Walter Turncoat"/>
              <a:buNone/>
            </a:pPr>
            <a:r>
              <a:rPr lang="en-SG"/>
              <a:t>Does it mean that having a WebApp with Great UI will make it a Great APP ?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"/>
          <p:cNvSpPr txBox="1"/>
          <p:nvPr>
            <p:ph type="ctrTitle"/>
          </p:nvPr>
        </p:nvSpPr>
        <p:spPr>
          <a:xfrm>
            <a:off x="685800" y="106548"/>
            <a:ext cx="7772400" cy="154639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DB45"/>
              </a:buClr>
              <a:buSzPts val="6000"/>
              <a:buFont typeface="Open Sans"/>
              <a:buNone/>
            </a:pPr>
            <a:r>
              <a:rPr lang="en-SG" sz="6000">
                <a:solidFill>
                  <a:srgbClr val="7BDB45"/>
                </a:solidFill>
                <a:latin typeface="Open Sans"/>
                <a:ea typeface="Open Sans"/>
                <a:cs typeface="Open Sans"/>
                <a:sym typeface="Open Sans"/>
              </a:rPr>
              <a:t>Web App Usability</a:t>
            </a:r>
            <a:endParaRPr/>
          </a:p>
        </p:txBody>
      </p:sp>
      <p:sp>
        <p:nvSpPr>
          <p:cNvPr id="313" name="Google Shape;313;p1"/>
          <p:cNvSpPr txBox="1"/>
          <p:nvPr>
            <p:ph idx="1" type="subTitle"/>
          </p:nvPr>
        </p:nvSpPr>
        <p:spPr>
          <a:xfrm>
            <a:off x="351541" y="1238143"/>
            <a:ext cx="8440917" cy="10463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-175577" lvl="0" marL="34290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SG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 goal of every web app is to achieve its business or functional  objectives</a:t>
            </a:r>
            <a:endParaRPr sz="2000"/>
          </a:p>
          <a:p>
            <a:pPr indent="-175577" lvl="0" marL="34290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Walter Turncoat"/>
              <a:buNone/>
            </a:pPr>
            <a:r>
              <a:t/>
            </a:r>
            <a:endParaRPr sz="3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Walter Turncoat"/>
              <a:buNone/>
            </a:pPr>
            <a:r>
              <a:t/>
            </a:r>
            <a:endParaRPr/>
          </a:p>
        </p:txBody>
      </p:sp>
      <p:sp>
        <p:nvSpPr>
          <p:cNvPr id="314" name="Google Shape;314;p1"/>
          <p:cNvSpPr/>
          <p:nvPr/>
        </p:nvSpPr>
        <p:spPr>
          <a:xfrm>
            <a:off x="5176662" y="5242236"/>
            <a:ext cx="2835224" cy="1376278"/>
          </a:xfrm>
          <a:prstGeom prst="wedgeEllipseCallout">
            <a:avLst>
              <a:gd fmla="val -51628" name="adj1"/>
              <a:gd fmla="val -106902" name="adj2"/>
            </a:avLst>
          </a:prstGeom>
          <a:solidFill>
            <a:schemeClr val="dk1"/>
          </a:solidFill>
          <a:ln cap="flat" cmpd="sng" w="25400">
            <a:solidFill>
              <a:srgbClr val="A1A1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SG" sz="1800" u="none" cap="none" strike="noStrike">
                <a:solidFill>
                  <a:srgbClr val="7BDB45"/>
                </a:solidFill>
                <a:latin typeface="Open Sans"/>
                <a:ea typeface="Open Sans"/>
                <a:cs typeface="Open Sans"/>
                <a:sym typeface="Open Sans"/>
              </a:rPr>
              <a:t>Allow teachers to grade assignments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1"/>
          <p:cNvSpPr/>
          <p:nvPr/>
        </p:nvSpPr>
        <p:spPr>
          <a:xfrm>
            <a:off x="946945" y="5223293"/>
            <a:ext cx="2575088" cy="1509216"/>
          </a:xfrm>
          <a:prstGeom prst="wedgeEllipseCallout">
            <a:avLst>
              <a:gd fmla="val 48218" name="adj1"/>
              <a:gd fmla="val -98372" name="adj2"/>
            </a:avLst>
          </a:prstGeom>
          <a:solidFill>
            <a:schemeClr val="dk1"/>
          </a:solidFill>
          <a:ln cap="flat" cmpd="sng" w="25400">
            <a:solidFill>
              <a:srgbClr val="A1A1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SG" sz="18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Allow students to submit assignments and read feedbacks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6" name="Google Shape;31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39570" y="2325099"/>
            <a:ext cx="3720838" cy="20933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88"/>
          <p:cNvSpPr txBox="1"/>
          <p:nvPr>
            <p:ph idx="1" type="body"/>
          </p:nvPr>
        </p:nvSpPr>
        <p:spPr>
          <a:xfrm>
            <a:off x="1161764" y="1692235"/>
            <a:ext cx="6539561" cy="438199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-228600" lvl="0" marL="45720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93167"/>
              <a:buFont typeface="Walter Turncoat"/>
              <a:buNone/>
            </a:pPr>
            <a:r>
              <a:rPr b="1" i="0" lang="en-SG" sz="4600">
                <a:solidFill>
                  <a:srgbClr val="ECECEC"/>
                </a:solidFill>
                <a:highlight>
                  <a:srgbClr val="212121"/>
                </a:highlight>
                <a:latin typeface="Arial"/>
                <a:ea typeface="Arial"/>
                <a:cs typeface="Arial"/>
                <a:sym typeface="Arial"/>
              </a:rPr>
              <a:t>User Experience </a:t>
            </a:r>
            <a:r>
              <a:rPr b="1" i="0" lang="en-SG" sz="4600">
                <a:solidFill>
                  <a:srgbClr val="ECECEC"/>
                </a:solidFill>
                <a:highlight>
                  <a:srgbClr val="212121"/>
                </a:highlight>
                <a:latin typeface="Abril Fatface"/>
                <a:ea typeface="Abril Fatface"/>
                <a:cs typeface="Abril Fatface"/>
                <a:sym typeface="Abril Fatface"/>
              </a:rPr>
              <a:t>UX</a:t>
            </a:r>
            <a:endParaRPr/>
          </a:p>
          <a:p>
            <a:pPr indent="-228600" lvl="0" marL="45720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42857"/>
              <a:buFont typeface="Walter Turncoat"/>
              <a:buNone/>
            </a:pPr>
            <a:r>
              <a:rPr b="0" i="0" lang="en-SG">
                <a:solidFill>
                  <a:srgbClr val="ECECEC"/>
                </a:solidFill>
                <a:highlight>
                  <a:srgbClr val="212121"/>
                </a:highlight>
                <a:latin typeface="Arial"/>
                <a:ea typeface="Arial"/>
                <a:cs typeface="Arial"/>
                <a:sym typeface="Arial"/>
              </a:rPr>
              <a:t>User experience (UX) in web design refers to the </a:t>
            </a:r>
            <a:r>
              <a:rPr b="1" i="0" lang="en-SG">
                <a:solidFill>
                  <a:srgbClr val="ECECEC"/>
                </a:solidFill>
                <a:highlight>
                  <a:srgbClr val="212121"/>
                </a:highlight>
                <a:latin typeface="Arial"/>
                <a:ea typeface="Arial"/>
                <a:cs typeface="Arial"/>
                <a:sym typeface="Arial"/>
              </a:rPr>
              <a:t>overall experience a person has when interacting with a website</a:t>
            </a:r>
            <a:r>
              <a:rPr b="0" i="0" lang="en-SG">
                <a:solidFill>
                  <a:srgbClr val="ECECEC"/>
                </a:solidFill>
                <a:highlight>
                  <a:srgbClr val="212121"/>
                </a:highlight>
                <a:latin typeface="Arial"/>
                <a:ea typeface="Arial"/>
                <a:cs typeface="Arial"/>
                <a:sym typeface="Arial"/>
              </a:rPr>
              <a:t>. It encompasses all aspects of the end-user's interaction with the company, its services, and its products via the website. The primary goal of UX design is to create a site that is efficient, enjoyable, and easy to use, thereby meeting the specific needs of the user without fuss or bother.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ircle" id="326" name="Google Shape;32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23994" y="1229504"/>
            <a:ext cx="4779603" cy="4779603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25"/>
          <p:cNvSpPr txBox="1"/>
          <p:nvPr/>
        </p:nvSpPr>
        <p:spPr>
          <a:xfrm>
            <a:off x="235886" y="337035"/>
            <a:ext cx="8199513" cy="810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35700" lIns="35700" spcFirstLastPara="1" rIns="35700" wrap="square" tIns="3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SG" sz="4800" u="none" cap="none" strike="noStrike">
                <a:solidFill>
                  <a:srgbClr val="7ADB42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what is UI and UX?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25"/>
          <p:cNvSpPr txBox="1"/>
          <p:nvPr/>
        </p:nvSpPr>
        <p:spPr>
          <a:xfrm>
            <a:off x="1346003" y="1478806"/>
            <a:ext cx="931345" cy="1154098"/>
          </a:xfrm>
          <a:prstGeom prst="rect">
            <a:avLst/>
          </a:prstGeom>
          <a:noFill/>
          <a:ln>
            <a:noFill/>
          </a:ln>
        </p:spPr>
        <p:txBody>
          <a:bodyPr anchorCtr="0" anchor="ctr" bIns="35700" lIns="35700" spcFirstLastPara="1" rIns="35700" wrap="square" tIns="3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31"/>
              <a:buFont typeface="Arial"/>
              <a:buNone/>
            </a:pPr>
            <a:r>
              <a:rPr b="0" i="0" lang="en-SG" sz="7031" u="none" cap="none" strike="noStrike">
                <a:solidFill>
                  <a:srgbClr val="E8A32E"/>
                </a:solidFill>
                <a:latin typeface="Open Sans"/>
                <a:ea typeface="Open Sans"/>
                <a:cs typeface="Open Sans"/>
                <a:sym typeface="Open Sans"/>
              </a:rPr>
              <a:t>UI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25"/>
          <p:cNvSpPr txBox="1"/>
          <p:nvPr/>
        </p:nvSpPr>
        <p:spPr>
          <a:xfrm>
            <a:off x="5672118" y="1478806"/>
            <a:ext cx="1223092" cy="1154098"/>
          </a:xfrm>
          <a:prstGeom prst="rect">
            <a:avLst/>
          </a:prstGeom>
          <a:noFill/>
          <a:ln>
            <a:noFill/>
          </a:ln>
        </p:spPr>
        <p:txBody>
          <a:bodyPr anchorCtr="0" anchor="ctr" bIns="35700" lIns="35700" spcFirstLastPara="1" rIns="35700" wrap="square" tIns="3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31"/>
              <a:buFont typeface="Arial"/>
              <a:buNone/>
            </a:pPr>
            <a:r>
              <a:rPr b="0" i="0" lang="en-SG" sz="7031" u="none" cap="none" strike="noStrike">
                <a:solidFill>
                  <a:srgbClr val="0FDAE2"/>
                </a:solidFill>
                <a:latin typeface="Open Sans"/>
                <a:ea typeface="Open Sans"/>
                <a:cs typeface="Open Sans"/>
                <a:sym typeface="Open Sans"/>
              </a:rPr>
              <a:t>UX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25"/>
          <p:cNvSpPr txBox="1"/>
          <p:nvPr/>
        </p:nvSpPr>
        <p:spPr>
          <a:xfrm>
            <a:off x="2354239" y="1749264"/>
            <a:ext cx="1394614" cy="6131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5700" lIns="35700" spcFirstLastPara="1" rIns="35700" wrap="square" tIns="3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16"/>
              <a:buFont typeface="Arial"/>
              <a:buNone/>
            </a:pPr>
            <a:r>
              <a:rPr b="0" i="0" lang="en-SG" sz="3516" u="none" cap="none" strike="noStrike">
                <a:solidFill>
                  <a:srgbClr val="E8A32E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design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25"/>
          <p:cNvSpPr txBox="1"/>
          <p:nvPr/>
        </p:nvSpPr>
        <p:spPr>
          <a:xfrm>
            <a:off x="6846734" y="1749264"/>
            <a:ext cx="1394614" cy="6131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5700" lIns="35700" spcFirstLastPara="1" rIns="35700" wrap="square" tIns="3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16"/>
              <a:buFont typeface="Arial"/>
              <a:buNone/>
            </a:pPr>
            <a:r>
              <a:rPr b="0" i="0" lang="en-SG" sz="3516" u="none" cap="none" strike="noStrike">
                <a:solidFill>
                  <a:srgbClr val="0FDAE2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design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25"/>
          <p:cNvSpPr txBox="1"/>
          <p:nvPr/>
        </p:nvSpPr>
        <p:spPr>
          <a:xfrm>
            <a:off x="743601" y="4203383"/>
            <a:ext cx="3564506" cy="721288"/>
          </a:xfrm>
          <a:prstGeom prst="rect">
            <a:avLst/>
          </a:prstGeom>
          <a:noFill/>
          <a:ln>
            <a:noFill/>
          </a:ln>
        </p:spPr>
        <p:txBody>
          <a:bodyPr anchorCtr="0" anchor="t" bIns="35700" lIns="35700" spcFirstLastPara="1" rIns="35700" wrap="square" tIns="3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9"/>
              <a:buFont typeface="Arial"/>
              <a:buNone/>
            </a:pPr>
            <a:r>
              <a:rPr b="0" i="0" lang="en-SG" sz="210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Minimise errors, </a:t>
            </a:r>
            <a:br>
              <a:rPr b="0" i="0" lang="en-SG" sz="210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0" i="0" lang="en-SG" sz="210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maximise right inputs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25"/>
          <p:cNvSpPr txBox="1"/>
          <p:nvPr/>
        </p:nvSpPr>
        <p:spPr>
          <a:xfrm>
            <a:off x="4821211" y="4020324"/>
            <a:ext cx="3977459" cy="1695016"/>
          </a:xfrm>
          <a:prstGeom prst="rect">
            <a:avLst/>
          </a:prstGeom>
          <a:noFill/>
          <a:ln>
            <a:noFill/>
          </a:ln>
        </p:spPr>
        <p:txBody>
          <a:bodyPr anchorCtr="0" anchor="t" bIns="35700" lIns="35700" spcFirstLastPara="1" rIns="35700" wrap="square" tIns="3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9"/>
              <a:buFont typeface="Arial"/>
              <a:buNone/>
            </a:pPr>
            <a:r>
              <a:rPr b="0" i="0" lang="en-SG" sz="2109" u="sng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Aligned with product strategy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9"/>
              <a:buFont typeface="Arial"/>
              <a:buNone/>
            </a:pPr>
            <a:r>
              <a:rPr b="0" i="0" lang="en-SG" sz="210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Address user needs,</a:t>
            </a:r>
            <a:br>
              <a:rPr b="0" i="0" lang="en-SG" sz="210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0" i="0" lang="en-SG" sz="210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build loyalty,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9"/>
              <a:buFont typeface="Arial"/>
              <a:buNone/>
            </a:pPr>
            <a:r>
              <a:rPr b="0" i="0" lang="en-SG" sz="210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engage user’s </a:t>
            </a:r>
            <a:br>
              <a:rPr b="0" i="0" lang="en-SG" sz="210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0" i="0" lang="en-SG" sz="210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emotions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25"/>
          <p:cNvSpPr txBox="1"/>
          <p:nvPr/>
        </p:nvSpPr>
        <p:spPr>
          <a:xfrm>
            <a:off x="595281" y="2689852"/>
            <a:ext cx="3864567" cy="1218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700" lIns="35700" spcFirstLastPara="1" rIns="35700" wrap="square" tIns="3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25"/>
              <a:buFont typeface="Arial"/>
              <a:buNone/>
            </a:pPr>
            <a:r>
              <a:rPr b="0" i="1" lang="en-SG" sz="3725" u="none" cap="none" strike="noStrike">
                <a:solidFill>
                  <a:srgbClr val="E8A32E"/>
                </a:solidFill>
                <a:latin typeface="Times"/>
                <a:ea typeface="Times"/>
                <a:cs typeface="Times"/>
                <a:sym typeface="Times"/>
              </a:rPr>
              <a:t>Visual clarity &amp; aesthetics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ircle" id="335" name="Google Shape;335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7763" y="1229504"/>
            <a:ext cx="4779603" cy="4779603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25"/>
          <p:cNvSpPr txBox="1"/>
          <p:nvPr/>
        </p:nvSpPr>
        <p:spPr>
          <a:xfrm>
            <a:off x="4781518" y="2689852"/>
            <a:ext cx="3864568" cy="1218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700" lIns="35700" spcFirstLastPara="1" rIns="35700" wrap="square" tIns="3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25"/>
              <a:buFont typeface="Arial"/>
              <a:buNone/>
            </a:pPr>
            <a:r>
              <a:rPr b="0" i="1" lang="en-SG" sz="3725" u="none" cap="none" strike="noStrike">
                <a:solidFill>
                  <a:srgbClr val="0FDAE2"/>
                </a:solidFill>
                <a:latin typeface="Times"/>
                <a:ea typeface="Times"/>
                <a:cs typeface="Times"/>
                <a:sym typeface="Times"/>
              </a:rPr>
              <a:t>Delightful experience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25"/>
          <p:cNvSpPr txBox="1"/>
          <p:nvPr/>
        </p:nvSpPr>
        <p:spPr>
          <a:xfrm>
            <a:off x="935182" y="6048991"/>
            <a:ext cx="2813671" cy="718145"/>
          </a:xfrm>
          <a:prstGeom prst="rect">
            <a:avLst/>
          </a:prstGeom>
          <a:solidFill>
            <a:srgbClr val="141617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Arial"/>
              <a:buNone/>
            </a:pPr>
            <a:r>
              <a:rPr b="0" i="0" lang="en-SG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MICRO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25"/>
          <p:cNvSpPr txBox="1"/>
          <p:nvPr/>
        </p:nvSpPr>
        <p:spPr>
          <a:xfrm>
            <a:off x="5064481" y="6003371"/>
            <a:ext cx="3564505" cy="718145"/>
          </a:xfrm>
          <a:prstGeom prst="rect">
            <a:avLst/>
          </a:prstGeom>
          <a:solidFill>
            <a:srgbClr val="141617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Arial"/>
              <a:buNone/>
            </a:pPr>
            <a:r>
              <a:rPr b="0" i="0" lang="en-SG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MACRO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6"/>
          <p:cNvSpPr txBox="1"/>
          <p:nvPr/>
        </p:nvSpPr>
        <p:spPr>
          <a:xfrm>
            <a:off x="472244" y="165385"/>
            <a:ext cx="8199513" cy="1154098"/>
          </a:xfrm>
          <a:prstGeom prst="rect">
            <a:avLst/>
          </a:prstGeom>
          <a:noFill/>
          <a:ln>
            <a:noFill/>
          </a:ln>
        </p:spPr>
        <p:txBody>
          <a:bodyPr anchorCtr="0" anchor="ctr" bIns="35700" lIns="35700" spcFirstLastPara="1" rIns="35700" wrap="square" tIns="3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31"/>
              <a:buFont typeface="Arial"/>
              <a:buNone/>
            </a:pPr>
            <a:r>
              <a:rPr b="0" i="0" lang="en-SG" sz="7031" u="none" cap="none" strike="noStrike">
                <a:solidFill>
                  <a:srgbClr val="7ADB42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why UI/UX?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26"/>
          <p:cNvSpPr txBox="1"/>
          <p:nvPr/>
        </p:nvSpPr>
        <p:spPr>
          <a:xfrm>
            <a:off x="1265636" y="1478806"/>
            <a:ext cx="931345" cy="1154098"/>
          </a:xfrm>
          <a:prstGeom prst="rect">
            <a:avLst/>
          </a:prstGeom>
          <a:noFill/>
          <a:ln>
            <a:noFill/>
          </a:ln>
        </p:spPr>
        <p:txBody>
          <a:bodyPr anchorCtr="0" anchor="ctr" bIns="35700" lIns="35700" spcFirstLastPara="1" rIns="35700" wrap="square" tIns="3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31"/>
              <a:buFont typeface="Arial"/>
              <a:buNone/>
            </a:pPr>
            <a:r>
              <a:rPr b="0" i="0" lang="en-SG" sz="7031" u="none" cap="none" strike="noStrike">
                <a:solidFill>
                  <a:srgbClr val="E8A32E"/>
                </a:solidFill>
                <a:latin typeface="Open Sans"/>
                <a:ea typeface="Open Sans"/>
                <a:cs typeface="Open Sans"/>
                <a:sym typeface="Open Sans"/>
              </a:rPr>
              <a:t>UI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26"/>
          <p:cNvSpPr txBox="1"/>
          <p:nvPr/>
        </p:nvSpPr>
        <p:spPr>
          <a:xfrm>
            <a:off x="5591751" y="1478806"/>
            <a:ext cx="1223092" cy="1154098"/>
          </a:xfrm>
          <a:prstGeom prst="rect">
            <a:avLst/>
          </a:prstGeom>
          <a:noFill/>
          <a:ln>
            <a:noFill/>
          </a:ln>
        </p:spPr>
        <p:txBody>
          <a:bodyPr anchorCtr="0" anchor="ctr" bIns="35700" lIns="35700" spcFirstLastPara="1" rIns="35700" wrap="square" tIns="3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31"/>
              <a:buFont typeface="Arial"/>
              <a:buNone/>
            </a:pPr>
            <a:r>
              <a:rPr b="0" i="0" lang="en-SG" sz="7031" u="none" cap="none" strike="noStrike">
                <a:solidFill>
                  <a:srgbClr val="0FDAE2"/>
                </a:solidFill>
                <a:latin typeface="Open Sans"/>
                <a:ea typeface="Open Sans"/>
                <a:cs typeface="Open Sans"/>
                <a:sym typeface="Open Sans"/>
              </a:rPr>
              <a:t>UX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26"/>
          <p:cNvSpPr txBox="1"/>
          <p:nvPr/>
        </p:nvSpPr>
        <p:spPr>
          <a:xfrm>
            <a:off x="2273872" y="1749264"/>
            <a:ext cx="1394614" cy="6131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5700" lIns="35700" spcFirstLastPara="1" rIns="35700" wrap="square" tIns="3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16"/>
              <a:buFont typeface="Arial"/>
              <a:buNone/>
            </a:pPr>
            <a:r>
              <a:rPr b="0" i="0" lang="en-SG" sz="3516" u="none" cap="none" strike="noStrike">
                <a:solidFill>
                  <a:srgbClr val="E8A32E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design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26"/>
          <p:cNvSpPr txBox="1"/>
          <p:nvPr/>
        </p:nvSpPr>
        <p:spPr>
          <a:xfrm>
            <a:off x="6766367" y="1749264"/>
            <a:ext cx="1394614" cy="6131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5700" lIns="35700" spcFirstLastPara="1" rIns="35700" wrap="square" tIns="3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16"/>
              <a:buFont typeface="Arial"/>
              <a:buNone/>
            </a:pPr>
            <a:r>
              <a:rPr b="0" i="0" lang="en-SG" sz="3516" u="none" cap="none" strike="noStrike">
                <a:solidFill>
                  <a:srgbClr val="0FDAE2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design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26"/>
          <p:cNvSpPr txBox="1"/>
          <p:nvPr/>
        </p:nvSpPr>
        <p:spPr>
          <a:xfrm>
            <a:off x="514914" y="2689852"/>
            <a:ext cx="3864567" cy="1218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700" lIns="35700" spcFirstLastPara="1" rIns="35700" wrap="square" tIns="3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25"/>
              <a:buFont typeface="Arial"/>
              <a:buNone/>
            </a:pPr>
            <a:r>
              <a:rPr b="0" i="1" lang="en-SG" sz="3725" u="none" cap="none" strike="noStrike">
                <a:solidFill>
                  <a:srgbClr val="E8A32E"/>
                </a:solidFill>
                <a:latin typeface="Times"/>
                <a:ea typeface="Times"/>
                <a:cs typeface="Times"/>
                <a:sym typeface="Times"/>
              </a:rPr>
              <a:t>Visual clarity &amp; aesthetics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ircle" id="349" name="Google Shape;34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396" y="1229504"/>
            <a:ext cx="4779603" cy="47796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ircle" id="350" name="Google Shape;350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65052" y="1229504"/>
            <a:ext cx="4779603" cy="4779603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26"/>
          <p:cNvSpPr txBox="1"/>
          <p:nvPr/>
        </p:nvSpPr>
        <p:spPr>
          <a:xfrm>
            <a:off x="4701151" y="2689852"/>
            <a:ext cx="3864568" cy="1218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700" lIns="35700" spcFirstLastPara="1" rIns="35700" wrap="square" tIns="3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25"/>
              <a:buFont typeface="Arial"/>
              <a:buNone/>
            </a:pPr>
            <a:r>
              <a:rPr b="0" i="1" lang="en-SG" sz="3725" u="none" cap="none" strike="noStrike">
                <a:solidFill>
                  <a:srgbClr val="0FDAE2"/>
                </a:solidFill>
                <a:latin typeface="Times"/>
                <a:ea typeface="Times"/>
                <a:cs typeface="Times"/>
                <a:sym typeface="Times"/>
              </a:rPr>
              <a:t>Delightful experience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26"/>
          <p:cNvSpPr/>
          <p:nvPr/>
        </p:nvSpPr>
        <p:spPr>
          <a:xfrm>
            <a:off x="3699596" y="1694843"/>
            <a:ext cx="1757270" cy="892969"/>
          </a:xfrm>
          <a:custGeom>
            <a:rect b="b" l="l" r="r" t="t"/>
            <a:pathLst>
              <a:path extrusionOk="0" h="21600" w="21600">
                <a:moveTo>
                  <a:pt x="7025" y="16630"/>
                </a:moveTo>
                <a:lnTo>
                  <a:pt x="7025" y="21600"/>
                </a:lnTo>
                <a:lnTo>
                  <a:pt x="0" y="10800"/>
                </a:lnTo>
                <a:lnTo>
                  <a:pt x="7025" y="0"/>
                </a:lnTo>
                <a:lnTo>
                  <a:pt x="7025" y="4970"/>
                </a:lnTo>
                <a:lnTo>
                  <a:pt x="21600" y="4970"/>
                </a:lnTo>
                <a:lnTo>
                  <a:pt x="21600" y="16630"/>
                </a:lnTo>
                <a:close/>
              </a:path>
            </a:pathLst>
          </a:custGeom>
          <a:solidFill>
            <a:srgbClr val="005B5F"/>
          </a:solidFill>
          <a:ln>
            <a:noFill/>
          </a:ln>
        </p:spPr>
        <p:txBody>
          <a:bodyPr anchorCtr="0" anchor="ctr" bIns="35700" lIns="35700" spcFirstLastPara="1" rIns="35700" wrap="square" tIns="3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28"/>
              <a:buFont typeface="Arial"/>
              <a:buNone/>
            </a:pPr>
            <a:r>
              <a:rPr b="0" i="0" lang="en-SG" sz="1828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Determines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26"/>
          <p:cNvSpPr/>
          <p:nvPr/>
        </p:nvSpPr>
        <p:spPr>
          <a:xfrm rot="-18008">
            <a:off x="3607916" y="3271829"/>
            <a:ext cx="1929459" cy="913086"/>
          </a:xfrm>
          <a:prstGeom prst="rightArrow">
            <a:avLst>
              <a:gd fmla="val 53981" name="adj1"/>
              <a:gd fmla="val 6259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35700" lIns="35700" spcFirstLastPara="1" rIns="35700" wrap="square" tIns="3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28"/>
              <a:buFont typeface="Arial"/>
              <a:buNone/>
            </a:pPr>
            <a:r>
              <a:rPr b="0" i="0" lang="en-SG" sz="1828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Helps achieve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26"/>
          <p:cNvSpPr txBox="1"/>
          <p:nvPr/>
        </p:nvSpPr>
        <p:spPr>
          <a:xfrm>
            <a:off x="743601" y="4203382"/>
            <a:ext cx="3564506" cy="721288"/>
          </a:xfrm>
          <a:prstGeom prst="rect">
            <a:avLst/>
          </a:prstGeom>
          <a:noFill/>
          <a:ln>
            <a:noFill/>
          </a:ln>
        </p:spPr>
        <p:txBody>
          <a:bodyPr anchorCtr="0" anchor="t" bIns="35700" lIns="35700" spcFirstLastPara="1" rIns="35700" wrap="square" tIns="3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9"/>
              <a:buFont typeface="Arial"/>
              <a:buNone/>
            </a:pPr>
            <a:r>
              <a:rPr b="0" i="0" lang="en-SG" sz="210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Minimise errors, maximise right inputs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26"/>
          <p:cNvSpPr txBox="1"/>
          <p:nvPr/>
        </p:nvSpPr>
        <p:spPr>
          <a:xfrm>
            <a:off x="5159469" y="4203383"/>
            <a:ext cx="3348567" cy="721288"/>
          </a:xfrm>
          <a:prstGeom prst="rect">
            <a:avLst/>
          </a:prstGeom>
          <a:noFill/>
          <a:ln>
            <a:noFill/>
          </a:ln>
        </p:spPr>
        <p:txBody>
          <a:bodyPr anchorCtr="0" anchor="t" bIns="35700" lIns="35700" spcFirstLastPara="1" rIns="35700" wrap="square" tIns="3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9"/>
              <a:buFont typeface="Arial"/>
              <a:buNone/>
            </a:pPr>
            <a:r>
              <a:rPr b="0" i="0" lang="en-SG" sz="210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Build loyalty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9"/>
              <a:buFont typeface="Arial"/>
              <a:buNone/>
            </a:pPr>
            <a:r>
              <a:rPr b="0" i="0" lang="en-SG" sz="210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Engage user’s emotions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7"/>
          <p:cNvSpPr txBox="1"/>
          <p:nvPr>
            <p:ph type="title"/>
          </p:nvPr>
        </p:nvSpPr>
        <p:spPr>
          <a:xfrm>
            <a:off x="669727" y="178594"/>
            <a:ext cx="7804547" cy="1518047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DB45"/>
              </a:buClr>
              <a:buSzPts val="6000"/>
              <a:buFont typeface="Open Sans Light"/>
              <a:buNone/>
            </a:pPr>
            <a:r>
              <a:rPr lang="en-SG" sz="6000">
                <a:solidFill>
                  <a:srgbClr val="7BDB45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Usability</a:t>
            </a:r>
            <a:r>
              <a:rPr lang="en-SG">
                <a:solidFill>
                  <a:srgbClr val="7BDB45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 Design </a:t>
            </a:r>
            <a:endParaRPr/>
          </a:p>
        </p:txBody>
      </p:sp>
      <p:sp>
        <p:nvSpPr>
          <p:cNvPr id="361" name="Google Shape;361;p27"/>
          <p:cNvSpPr txBox="1"/>
          <p:nvPr>
            <p:ph idx="1" type="body"/>
          </p:nvPr>
        </p:nvSpPr>
        <p:spPr>
          <a:xfrm>
            <a:off x="669727" y="1821656"/>
            <a:ext cx="7804547" cy="442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/>
          <a:p>
            <a:pPr indent="-312528" lvl="0" marL="312528" rtl="0" algn="l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Helvetica Neue Light"/>
              <a:buChar char="•"/>
            </a:pPr>
            <a:r>
              <a:rPr lang="en-SG"/>
              <a:t>Without taking UX into consideration, it is difficult to design a user-friendly UI that delights the user.</a:t>
            </a:r>
            <a:endParaRPr/>
          </a:p>
          <a:p>
            <a:pPr indent="-312528" lvl="0" marL="312528" rtl="0" algn="l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Helvetica Neue Light"/>
              <a:buChar char="•"/>
            </a:pPr>
            <a:r>
              <a:rPr lang="en-SG"/>
              <a:t>Without a good UI, the designed UX cannot be achieved. </a:t>
            </a:r>
            <a:endParaRPr/>
          </a:p>
          <a:p>
            <a:pPr indent="-185273" lvl="0" marL="312528" rtl="0" algn="l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>
                <a:srgbClr val="FFFFFF"/>
              </a:buClr>
              <a:buSzPts val="2004"/>
              <a:buFont typeface="Helvetica Neue Light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Ursula template">
  <a:themeElements>
    <a:clrScheme name="Grayscale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Black">
  <a:themeElements>
    <a:clrScheme name="Black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065C1"/>
      </a:accent1>
      <a:accent2>
        <a:srgbClr val="00A6AC"/>
      </a:accent2>
      <a:accent3>
        <a:srgbClr val="308B16"/>
      </a:accent3>
      <a:accent4>
        <a:srgbClr val="BC8027"/>
      </a:accent4>
      <a:accent5>
        <a:srgbClr val="971817"/>
      </a:accent5>
      <a:accent6>
        <a:srgbClr val="5747C1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2017-09-05T01:35:20Z</dcterms:created>
  <dc:creator>khar woh leong</dc:creator>
</cp:coreProperties>
</file>