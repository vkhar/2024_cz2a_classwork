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6858000" cy="9144000"/>
  <p:embeddedFontLst>
    <p:embeddedFont>
      <p:font typeface="Constantia"/>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hACwhOUzrgxjR/Xd8GsKFo867l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53A1D7A-49EA-40B2-876A-82D48BBF74E8}">
  <a:tblStyle styleId="{C53A1D7A-49EA-40B2-876A-82D48BBF74E8}"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E3494947-02DD-47BE-AB0E-54938D84FBBA}" styleName="Table_1">
    <a:wholeTbl>
      <a:tcTxStyle b="off" i="off">
        <a:font>
          <a:latin typeface="Myriad Pro"/>
          <a:ea typeface="Myriad Pro"/>
          <a:cs typeface="Myriad Pro"/>
        </a:font>
        <a:schemeClr val="lt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BE71C378-0D89-462E-B42C-0A8507E415FD}" styleName="Table_2">
    <a:wholeTbl>
      <a:tcTxStyle b="off" i="off">
        <a:font>
          <a:latin typeface="Myriad Pro"/>
          <a:ea typeface="Myriad Pro"/>
          <a:cs typeface="Myriad Pro"/>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Myriad Pro"/>
          <a:ea typeface="Myriad Pro"/>
          <a:cs typeface="Myriad Pro"/>
        </a:font>
        <a:schemeClr val="lt1"/>
      </a:tcTxStyle>
      <a:tcStyle>
        <a:fill>
          <a:solidFill>
            <a:schemeClr val="accent1"/>
          </a:solidFill>
        </a:fill>
      </a:tcStyle>
    </a:lastCol>
    <a:firstCol>
      <a:tcTxStyle b="on" i="off">
        <a:font>
          <a:latin typeface="Myriad Pro"/>
          <a:ea typeface="Myriad Pro"/>
          <a:cs typeface="Myriad Pro"/>
        </a:font>
        <a:schemeClr val="lt1"/>
      </a:tcTxStyle>
      <a:tcStyle>
        <a:fill>
          <a:solidFill>
            <a:schemeClr val="accent1"/>
          </a:solidFill>
        </a:fill>
      </a:tcStyle>
    </a:firstCol>
    <a:lastRow>
      <a:tcTxStyle b="on" i="off">
        <a:font>
          <a:latin typeface="Myriad Pro"/>
          <a:ea typeface="Myriad Pro"/>
          <a:cs typeface="Myriad Pro"/>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Myriad Pro"/>
          <a:ea typeface="Myriad Pro"/>
          <a:cs typeface="Myriad Pro"/>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Constantia-regular.fntdata"/><Relationship Id="rId25" Type="http://schemas.openxmlformats.org/officeDocument/2006/relationships/slide" Target="slides/slide19.xml"/><Relationship Id="rId28" Type="http://schemas.openxmlformats.org/officeDocument/2006/relationships/font" Target="fonts/Constantia-italic.fntdata"/><Relationship Id="rId27" Type="http://schemas.openxmlformats.org/officeDocument/2006/relationships/font" Target="fonts/Constantia-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nstantia-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SG"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 name="Google Shape;17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b="1" i="0" lang="en-SG">
                <a:solidFill>
                  <a:srgbClr val="111111"/>
                </a:solidFill>
                <a:latin typeface="Georgia"/>
                <a:ea typeface="Georgia"/>
                <a:cs typeface="Georgia"/>
                <a:sym typeface="Georgia"/>
              </a:rPr>
              <a:t>SQL vs NoSQL: High-Level Differences</a:t>
            </a:r>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SQL databases are primarily called as Relational Databases (RDBMS); whereas NoSQL database are primarily called as non-relational or distributed database.</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SQL databases are table based databases whereas NoSQL databases are document based, key-value pairs, graph databases or wide-column stores. This means that SQL databases represent data in form of tables which consists of n number of rows of data whereas NoSQL databases are the collection of key-value pair, documents, graph databases or wide-column stores which do not have standard schema definitions which it needs to adhered to.</a:t>
            </a:r>
            <a:endParaRPr/>
          </a:p>
          <a:p>
            <a:pPr indent="0" lvl="0" marL="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SQL databases have predefined schema whereas NoSQL databases have dynamic schema for unstructured data.</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SQL databases are vertically scalable whereas the NoSQL databases are horizontally scalable. SQL databases are scaled by increasing the horse-power of the hardware. NoSQL databases are scaled by increasing the databases servers in the pool of resources to reduce the load.</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SQL databases uses SQL ( structured query language ) for defining and manipulating the data, which is very powerful. In NoSQL database, queries are focused on collection of documents. Sometimes it is also called as UnQL (Unstructured Query Language). The syntax of using UnQL varies from database to database.</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SQL database examples: MySql, Oracle, Sqlite, Postgres and MS-SQL. NoSQL database examples: MongoDB, BigTable, Redis, RavenDb, Cassandra, Hbase, Neo4j and CouchDb</a:t>
            </a:r>
            <a:endParaRPr b="0" i="0">
              <a:solidFill>
                <a:srgbClr val="111111"/>
              </a:solidFill>
              <a:latin typeface="Georgia"/>
              <a:ea typeface="Georgia"/>
              <a:cs typeface="Georgia"/>
              <a:sym typeface="Georgia"/>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complex queries: SQL databases are good fit for the complex query intensive environment whereas NoSQL databases are not good fit for complex queries. On a high-level, NoSQL don’t have standard interfaces to perform complex queries, and the queries themselves in NoSQL are not as powerful as SQL query language.</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the type of data to be stored: SQL databases are not best fit for hierarchical data storage. But, NoSQL database fits better for the hierarchical data storage as it follows the key-value pair way of storing data similar to JSON data. NoSQL database are highly preferred for large data set (i.e for big data). Hbase is an example for this purpose.</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scalability: In most typical situations, SQL databases are vertically scalable. You can manage increasing load by increasing the CPU, RAM, SSD, etc, on a single server. On the other hand, NoSQL databases are horizontally scalable. You can just add few more servers easily in your NoSQL database infrastructure to handle the large traffic.</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high transactional based application: SQL databases are best fit for heavy duty transactional type applications, as it is more stable and promises the atomicity as well as integrity of the data. While you can use NoSQL for transactions purpose, it is still not comparable and sable enough in high load and for complex transactional applications.</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support: Excellent support are available for all SQL database from their vendors. There are also lot of independent consultations who can help you with SQL database for a very large scale deployments. For some NoSQL database you still have to rely on community support, and only limited outside experts are available for you to setup and deploy your large scale NoSQL deployments.</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properties: SQL databases emphasizes on ACID properties ( Atomicity, Consistency, Isolation and Durability) whereas the NoSQL database follows the Brewers CAP theorem ( Consistency, Availability and Partition tolerance )</a:t>
            </a:r>
            <a:endParaRPr/>
          </a:p>
          <a:p>
            <a:pPr indent="-95250" lvl="0" marL="171450" rtl="0" algn="l">
              <a:lnSpc>
                <a:spcPct val="100000"/>
              </a:lnSpc>
              <a:spcBef>
                <a:spcPts val="0"/>
              </a:spcBef>
              <a:spcAft>
                <a:spcPts val="0"/>
              </a:spcAft>
              <a:buClr>
                <a:schemeClr val="dk1"/>
              </a:buClr>
              <a:buSzPts val="1200"/>
              <a:buFont typeface="Arial"/>
              <a:buNone/>
            </a:pPr>
            <a:r>
              <a:t/>
            </a:r>
            <a:endParaRPr b="0" i="0">
              <a:solidFill>
                <a:srgbClr val="111111"/>
              </a:solidFill>
              <a:latin typeface="Georgia"/>
              <a:ea typeface="Georgia"/>
              <a:cs typeface="Georgia"/>
              <a:sym typeface="Georgia"/>
            </a:endParaRPr>
          </a:p>
          <a:p>
            <a:pPr indent="-171450" lvl="0" marL="171450" rtl="0" algn="l">
              <a:lnSpc>
                <a:spcPct val="100000"/>
              </a:lnSpc>
              <a:spcBef>
                <a:spcPts val="0"/>
              </a:spcBef>
              <a:spcAft>
                <a:spcPts val="0"/>
              </a:spcAft>
              <a:buClr>
                <a:srgbClr val="111111"/>
              </a:buClr>
              <a:buSzPts val="1200"/>
              <a:buFont typeface="Arial"/>
              <a:buChar char="•"/>
            </a:pPr>
            <a:r>
              <a:rPr b="0" i="0" lang="en-SG">
                <a:solidFill>
                  <a:srgbClr val="111111"/>
                </a:solidFill>
                <a:latin typeface="Georgia"/>
                <a:ea typeface="Georgia"/>
                <a:cs typeface="Georgia"/>
                <a:sym typeface="Georgia"/>
              </a:rPr>
              <a:t>For DB types: On a high-level, we can classify SQL databases as either open-source or close-sourced from commercial vendors. NoSQL databases can be classified on the basis of way of storing data as graph databases, key-value store databases, document store databases, column store database and XML databases.</a:t>
            </a:r>
            <a:endParaRPr/>
          </a:p>
          <a:p>
            <a:pPr indent="0" lvl="0" marL="0" rtl="0" algn="l">
              <a:lnSpc>
                <a:spcPct val="100000"/>
              </a:lnSpc>
              <a:spcBef>
                <a:spcPts val="0"/>
              </a:spcBef>
              <a:spcAft>
                <a:spcPts val="0"/>
              </a:spcAft>
              <a:buSzPts val="1400"/>
              <a:buNone/>
            </a:pPr>
            <a:r>
              <a:t/>
            </a:r>
            <a:endParaRPr/>
          </a:p>
        </p:txBody>
      </p:sp>
      <p:sp>
        <p:nvSpPr>
          <p:cNvPr id="180" name="Google Shape;18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6" name="Google Shape;18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SG"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8" name="Google Shape;21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5" name="Google Shape;225;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7" name="Google Shape;23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8" name="Google Shape;258;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SG"/>
              <a:t>to update nested element </a:t>
            </a:r>
            <a:endParaRPr/>
          </a:p>
          <a:p>
            <a:pPr indent="0" lvl="0" marL="0" rtl="0" algn="l">
              <a:lnSpc>
                <a:spcPct val="100000"/>
              </a:lnSpc>
              <a:spcBef>
                <a:spcPts val="0"/>
              </a:spcBef>
              <a:spcAft>
                <a:spcPts val="0"/>
              </a:spcAft>
              <a:buSzPts val="1400"/>
              <a:buNone/>
            </a:pPr>
            <a:r>
              <a:rPr lang="en-SG"/>
              <a:t>db.person.find({"PM.name":"Chan"}, {"$set":{"PM.age":21}  }</a:t>
            </a:r>
            <a:endParaRPr/>
          </a:p>
        </p:txBody>
      </p:sp>
      <p:sp>
        <p:nvSpPr>
          <p:cNvPr id="272" name="Google Shape;27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1" name="Google Shape;28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SG"/>
              <a:t>to update nested element </a:t>
            </a:r>
            <a:endParaRPr/>
          </a:p>
          <a:p>
            <a:pPr indent="0" lvl="0" marL="0" rtl="0" algn="l">
              <a:lnSpc>
                <a:spcPct val="100000"/>
              </a:lnSpc>
              <a:spcBef>
                <a:spcPts val="0"/>
              </a:spcBef>
              <a:spcAft>
                <a:spcPts val="0"/>
              </a:spcAft>
              <a:buSzPts val="1400"/>
              <a:buNone/>
            </a:pPr>
            <a:r>
              <a:rPr lang="en-SG"/>
              <a:t>db.person.find({"PM.name":"Chan"}, {"$set":{"PM.age":21}  }</a:t>
            </a:r>
            <a:endParaRPr/>
          </a:p>
        </p:txBody>
      </p:sp>
      <p:sp>
        <p:nvSpPr>
          <p:cNvPr id="282" name="Google Shape;28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SG"/>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8" name="Google Shape;308;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7" name="Google Shape;317;p2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lt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lt1"/>
              </a:buClr>
              <a:buSzPts val="2400"/>
              <a:buNone/>
              <a:defRPr sz="24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18" name="Google Shape;18;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24" name="Google Shape;24;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0" name="Google Shape;30;p2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31" name="Google Shape;31;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4" name="Shape 34"/>
        <p:cNvGrpSpPr/>
        <p:nvPr/>
      </p:nvGrpSpPr>
      <p:grpSpPr>
        <a:xfrm>
          <a:off x="0" y="0"/>
          <a:ext cx="0" cy="0"/>
          <a:chOff x="0" y="0"/>
          <a:chExt cx="0" cy="0"/>
        </a:xfrm>
      </p:grpSpPr>
      <p:sp>
        <p:nvSpPr>
          <p:cNvPr id="35" name="Google Shape;35;p30"/>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6000"/>
              <a:buFont typeface="Open San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0"/>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sz="2400">
                <a:solidFill>
                  <a:schemeClr val="lt1"/>
                </a:solidFill>
              </a:defRPr>
            </a:lvl1pPr>
            <a:lvl2pPr indent="-228600" lvl="1" marL="914400" algn="l">
              <a:lnSpc>
                <a:spcPct val="90000"/>
              </a:lnSpc>
              <a:spcBef>
                <a:spcPts val="500"/>
              </a:spcBef>
              <a:spcAft>
                <a:spcPts val="0"/>
              </a:spcAft>
              <a:buClr>
                <a:schemeClr val="lt1"/>
              </a:buClr>
              <a:buSzPts val="2000"/>
              <a:buNone/>
              <a:defRPr sz="2000">
                <a:solidFill>
                  <a:schemeClr val="lt1"/>
                </a:solidFill>
              </a:defRPr>
            </a:lvl2pPr>
            <a:lvl3pPr indent="-228600" lvl="2" marL="1371600" algn="l">
              <a:lnSpc>
                <a:spcPct val="90000"/>
              </a:lnSpc>
              <a:spcBef>
                <a:spcPts val="500"/>
              </a:spcBef>
              <a:spcAft>
                <a:spcPts val="0"/>
              </a:spcAft>
              <a:buClr>
                <a:schemeClr val="lt1"/>
              </a:buClr>
              <a:buSzPts val="1800"/>
              <a:buNone/>
              <a:defRPr sz="1800">
                <a:solidFill>
                  <a:schemeClr val="lt1"/>
                </a:solidFill>
              </a:defRPr>
            </a:lvl3pPr>
            <a:lvl4pPr indent="-228600" lvl="3" marL="1828800" algn="l">
              <a:lnSpc>
                <a:spcPct val="90000"/>
              </a:lnSpc>
              <a:spcBef>
                <a:spcPts val="500"/>
              </a:spcBef>
              <a:spcAft>
                <a:spcPts val="0"/>
              </a:spcAft>
              <a:buClr>
                <a:schemeClr val="lt1"/>
              </a:buClr>
              <a:buSzPts val="1600"/>
              <a:buNone/>
              <a:defRPr sz="1600">
                <a:solidFill>
                  <a:schemeClr val="lt1"/>
                </a:solidFill>
              </a:defRPr>
            </a:lvl4pPr>
            <a:lvl5pPr indent="-228600" lvl="4" marL="2286000" algn="l">
              <a:lnSpc>
                <a:spcPct val="90000"/>
              </a:lnSpc>
              <a:spcBef>
                <a:spcPts val="500"/>
              </a:spcBef>
              <a:spcAft>
                <a:spcPts val="0"/>
              </a:spcAft>
              <a:buClr>
                <a:schemeClr val="lt1"/>
              </a:buClr>
              <a:buSzPts val="1600"/>
              <a:buNone/>
              <a:defRPr sz="1600">
                <a:solidFill>
                  <a:schemeClr val="lt1"/>
                </a:solidFill>
              </a:defRPr>
            </a:lvl5pPr>
            <a:lvl6pPr indent="-228600" lvl="5" marL="2743200" algn="l">
              <a:lnSpc>
                <a:spcPct val="90000"/>
              </a:lnSpc>
              <a:spcBef>
                <a:spcPts val="500"/>
              </a:spcBef>
              <a:spcAft>
                <a:spcPts val="0"/>
              </a:spcAft>
              <a:buClr>
                <a:schemeClr val="lt1"/>
              </a:buClr>
              <a:buSzPts val="1600"/>
              <a:buNone/>
              <a:defRPr sz="1600">
                <a:solidFill>
                  <a:schemeClr val="lt1"/>
                </a:solidFill>
              </a:defRPr>
            </a:lvl6pPr>
            <a:lvl7pPr indent="-228600" lvl="6" marL="3200400" algn="l">
              <a:lnSpc>
                <a:spcPct val="90000"/>
              </a:lnSpc>
              <a:spcBef>
                <a:spcPts val="500"/>
              </a:spcBef>
              <a:spcAft>
                <a:spcPts val="0"/>
              </a:spcAft>
              <a:buClr>
                <a:schemeClr val="lt1"/>
              </a:buClr>
              <a:buSzPts val="1600"/>
              <a:buNone/>
              <a:defRPr sz="1600">
                <a:solidFill>
                  <a:schemeClr val="lt1"/>
                </a:solidFill>
              </a:defRPr>
            </a:lvl7pPr>
            <a:lvl8pPr indent="-228600" lvl="7" marL="3657600" algn="l">
              <a:lnSpc>
                <a:spcPct val="90000"/>
              </a:lnSpc>
              <a:spcBef>
                <a:spcPts val="500"/>
              </a:spcBef>
              <a:spcAft>
                <a:spcPts val="0"/>
              </a:spcAft>
              <a:buClr>
                <a:schemeClr val="lt1"/>
              </a:buClr>
              <a:buSzPts val="1600"/>
              <a:buNone/>
              <a:defRPr sz="1600">
                <a:solidFill>
                  <a:schemeClr val="lt1"/>
                </a:solidFill>
              </a:defRPr>
            </a:lvl8pPr>
            <a:lvl9pPr indent="-228600" lvl="8" marL="4114800" algn="l">
              <a:lnSpc>
                <a:spcPct val="90000"/>
              </a:lnSpc>
              <a:spcBef>
                <a:spcPts val="500"/>
              </a:spcBef>
              <a:spcAft>
                <a:spcPts val="0"/>
              </a:spcAft>
              <a:buClr>
                <a:schemeClr val="lt1"/>
              </a:buClr>
              <a:buSzPts val="1600"/>
              <a:buNone/>
              <a:defRPr sz="1600">
                <a:solidFill>
                  <a:schemeClr val="lt1"/>
                </a:solidFill>
              </a:defRPr>
            </a:lvl9pPr>
          </a:lstStyle>
          <a:p/>
        </p:txBody>
      </p:sp>
      <p:sp>
        <p:nvSpPr>
          <p:cNvPr id="37" name="Google Shape;37;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1"/>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3" name="Google Shape;43;p31"/>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4" name="Google Shape;44;p31"/>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2400"/>
              <a:buNone/>
              <a:defRPr b="1" sz="2400"/>
            </a:lvl1pPr>
            <a:lvl2pPr indent="-228600" lvl="1" marL="914400" algn="l">
              <a:lnSpc>
                <a:spcPct val="90000"/>
              </a:lnSpc>
              <a:spcBef>
                <a:spcPts val="500"/>
              </a:spcBef>
              <a:spcAft>
                <a:spcPts val="0"/>
              </a:spcAft>
              <a:buClr>
                <a:schemeClr val="lt1"/>
              </a:buClr>
              <a:buSzPts val="2000"/>
              <a:buNone/>
              <a:defRPr b="1" sz="2000"/>
            </a:lvl2pPr>
            <a:lvl3pPr indent="-228600" lvl="2" marL="1371600" algn="l">
              <a:lnSpc>
                <a:spcPct val="90000"/>
              </a:lnSpc>
              <a:spcBef>
                <a:spcPts val="500"/>
              </a:spcBef>
              <a:spcAft>
                <a:spcPts val="0"/>
              </a:spcAft>
              <a:buClr>
                <a:schemeClr val="lt1"/>
              </a:buClr>
              <a:buSzPts val="1800"/>
              <a:buNone/>
              <a:defRPr b="1" sz="1800"/>
            </a:lvl3pPr>
            <a:lvl4pPr indent="-228600" lvl="3" marL="1828800" algn="l">
              <a:lnSpc>
                <a:spcPct val="90000"/>
              </a:lnSpc>
              <a:spcBef>
                <a:spcPts val="500"/>
              </a:spcBef>
              <a:spcAft>
                <a:spcPts val="0"/>
              </a:spcAft>
              <a:buClr>
                <a:schemeClr val="lt1"/>
              </a:buClr>
              <a:buSzPts val="1600"/>
              <a:buNone/>
              <a:defRPr b="1" sz="1600"/>
            </a:lvl4pPr>
            <a:lvl5pPr indent="-228600" lvl="4" marL="2286000" algn="l">
              <a:lnSpc>
                <a:spcPct val="90000"/>
              </a:lnSpc>
              <a:spcBef>
                <a:spcPts val="500"/>
              </a:spcBef>
              <a:spcAft>
                <a:spcPts val="0"/>
              </a:spcAft>
              <a:buClr>
                <a:schemeClr val="lt1"/>
              </a:buClr>
              <a:buSzPts val="1600"/>
              <a:buNone/>
              <a:defRPr b="1" sz="1600"/>
            </a:lvl5pPr>
            <a:lvl6pPr indent="-228600" lvl="5" marL="2743200" algn="l">
              <a:lnSpc>
                <a:spcPct val="90000"/>
              </a:lnSpc>
              <a:spcBef>
                <a:spcPts val="500"/>
              </a:spcBef>
              <a:spcAft>
                <a:spcPts val="0"/>
              </a:spcAft>
              <a:buClr>
                <a:schemeClr val="lt1"/>
              </a:buClr>
              <a:buSzPts val="1600"/>
              <a:buNone/>
              <a:defRPr b="1" sz="1600"/>
            </a:lvl6pPr>
            <a:lvl7pPr indent="-228600" lvl="6" marL="3200400" algn="l">
              <a:lnSpc>
                <a:spcPct val="90000"/>
              </a:lnSpc>
              <a:spcBef>
                <a:spcPts val="500"/>
              </a:spcBef>
              <a:spcAft>
                <a:spcPts val="0"/>
              </a:spcAft>
              <a:buClr>
                <a:schemeClr val="lt1"/>
              </a:buClr>
              <a:buSzPts val="1600"/>
              <a:buNone/>
              <a:defRPr b="1" sz="1600"/>
            </a:lvl7pPr>
            <a:lvl8pPr indent="-228600" lvl="7" marL="3657600" algn="l">
              <a:lnSpc>
                <a:spcPct val="90000"/>
              </a:lnSpc>
              <a:spcBef>
                <a:spcPts val="500"/>
              </a:spcBef>
              <a:spcAft>
                <a:spcPts val="0"/>
              </a:spcAft>
              <a:buClr>
                <a:schemeClr val="lt1"/>
              </a:buClr>
              <a:buSzPts val="1600"/>
              <a:buNone/>
              <a:defRPr b="1" sz="1600"/>
            </a:lvl8pPr>
            <a:lvl9pPr indent="-228600" lvl="8" marL="4114800" algn="l">
              <a:lnSpc>
                <a:spcPct val="90000"/>
              </a:lnSpc>
              <a:spcBef>
                <a:spcPts val="500"/>
              </a:spcBef>
              <a:spcAft>
                <a:spcPts val="0"/>
              </a:spcAft>
              <a:buClr>
                <a:schemeClr val="lt1"/>
              </a:buClr>
              <a:buSzPts val="1600"/>
              <a:buNone/>
              <a:defRPr b="1" sz="1600"/>
            </a:lvl9pPr>
          </a:lstStyle>
          <a:p/>
        </p:txBody>
      </p:sp>
      <p:sp>
        <p:nvSpPr>
          <p:cNvPr id="45" name="Google Shape;45;p31"/>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46" name="Google Shape;46;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Open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lt1"/>
              </a:buClr>
              <a:buSzPts val="3200"/>
              <a:buChar char="•"/>
              <a:defRPr sz="3200"/>
            </a:lvl1pPr>
            <a:lvl2pPr indent="-406400" lvl="1" marL="914400" algn="l">
              <a:lnSpc>
                <a:spcPct val="90000"/>
              </a:lnSpc>
              <a:spcBef>
                <a:spcPts val="500"/>
              </a:spcBef>
              <a:spcAft>
                <a:spcPts val="0"/>
              </a:spcAft>
              <a:buClr>
                <a:schemeClr val="lt1"/>
              </a:buClr>
              <a:buSzPts val="2800"/>
              <a:buChar char="•"/>
              <a:defRPr sz="2800"/>
            </a:lvl2pPr>
            <a:lvl3pPr indent="-381000" lvl="2" marL="1371600" algn="l">
              <a:lnSpc>
                <a:spcPct val="90000"/>
              </a:lnSpc>
              <a:spcBef>
                <a:spcPts val="500"/>
              </a:spcBef>
              <a:spcAft>
                <a:spcPts val="0"/>
              </a:spcAft>
              <a:buClr>
                <a:schemeClr val="lt1"/>
              </a:buClr>
              <a:buSzPts val="2400"/>
              <a:buChar char="•"/>
              <a:defRPr sz="2400"/>
            </a:lvl3pPr>
            <a:lvl4pPr indent="-355600" lvl="3" marL="1828800" algn="l">
              <a:lnSpc>
                <a:spcPct val="90000"/>
              </a:lnSpc>
              <a:spcBef>
                <a:spcPts val="500"/>
              </a:spcBef>
              <a:spcAft>
                <a:spcPts val="0"/>
              </a:spcAft>
              <a:buClr>
                <a:schemeClr val="lt1"/>
              </a:buClr>
              <a:buSzPts val="2000"/>
              <a:buChar char="•"/>
              <a:defRPr sz="2000"/>
            </a:lvl4pPr>
            <a:lvl5pPr indent="-355600" lvl="4" marL="2286000" algn="l">
              <a:lnSpc>
                <a:spcPct val="90000"/>
              </a:lnSpc>
              <a:spcBef>
                <a:spcPts val="500"/>
              </a:spcBef>
              <a:spcAft>
                <a:spcPts val="0"/>
              </a:spcAft>
              <a:buClr>
                <a:schemeClr val="lt1"/>
              </a:buClr>
              <a:buSzPts val="2000"/>
              <a:buChar char="•"/>
              <a:defRPr sz="2000"/>
            </a:lvl5pPr>
            <a:lvl6pPr indent="-355600" lvl="5" marL="2743200" algn="l">
              <a:lnSpc>
                <a:spcPct val="90000"/>
              </a:lnSpc>
              <a:spcBef>
                <a:spcPts val="500"/>
              </a:spcBef>
              <a:spcAft>
                <a:spcPts val="0"/>
              </a:spcAft>
              <a:buClr>
                <a:schemeClr val="lt1"/>
              </a:buClr>
              <a:buSzPts val="2000"/>
              <a:buChar char="•"/>
              <a:defRPr sz="2000"/>
            </a:lvl6pPr>
            <a:lvl7pPr indent="-355600" lvl="6" marL="3200400" algn="l">
              <a:lnSpc>
                <a:spcPct val="90000"/>
              </a:lnSpc>
              <a:spcBef>
                <a:spcPts val="500"/>
              </a:spcBef>
              <a:spcAft>
                <a:spcPts val="0"/>
              </a:spcAft>
              <a:buClr>
                <a:schemeClr val="lt1"/>
              </a:buClr>
              <a:buSzPts val="2000"/>
              <a:buChar char="•"/>
              <a:defRPr sz="2000"/>
            </a:lvl7pPr>
            <a:lvl8pPr indent="-355600" lvl="7" marL="3657600" algn="l">
              <a:lnSpc>
                <a:spcPct val="90000"/>
              </a:lnSpc>
              <a:spcBef>
                <a:spcPts val="500"/>
              </a:spcBef>
              <a:spcAft>
                <a:spcPts val="0"/>
              </a:spcAft>
              <a:buClr>
                <a:schemeClr val="lt1"/>
              </a:buClr>
              <a:buSzPts val="2000"/>
              <a:buChar char="•"/>
              <a:defRPr sz="2000"/>
            </a:lvl8pPr>
            <a:lvl9pPr indent="-355600" lvl="8" marL="4114800" algn="l">
              <a:lnSpc>
                <a:spcPct val="90000"/>
              </a:lnSpc>
              <a:spcBef>
                <a:spcPts val="500"/>
              </a:spcBef>
              <a:spcAft>
                <a:spcPts val="0"/>
              </a:spcAft>
              <a:buClr>
                <a:schemeClr val="lt1"/>
              </a:buClr>
              <a:buSzPts val="2000"/>
              <a:buChar char="•"/>
              <a:defRPr sz="2000"/>
            </a:lvl9pPr>
          </a:lstStyle>
          <a:p/>
        </p:txBody>
      </p:sp>
      <p:sp>
        <p:nvSpPr>
          <p:cNvPr id="61" name="Google Shape;61;p3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2" name="Google Shape;62;p3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5"/>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200"/>
              <a:buFont typeface="Open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5"/>
          <p:cNvSpPr/>
          <p:nvPr>
            <p:ph idx="2" type="pic"/>
          </p:nvPr>
        </p:nvSpPr>
        <p:spPr>
          <a:xfrm>
            <a:off x="3887391" y="987426"/>
            <a:ext cx="4629150" cy="4873625"/>
          </a:xfrm>
          <a:prstGeom prst="rect">
            <a:avLst/>
          </a:prstGeom>
          <a:noFill/>
          <a:ln>
            <a:noFill/>
          </a:ln>
        </p:spPr>
      </p:sp>
      <p:sp>
        <p:nvSpPr>
          <p:cNvPr id="68" name="Google Shape;68;p35"/>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lt1"/>
              </a:buClr>
              <a:buSzPts val="1600"/>
              <a:buNone/>
              <a:defRPr sz="1600"/>
            </a:lvl1pPr>
            <a:lvl2pPr indent="-228600" lvl="1" marL="914400" algn="l">
              <a:lnSpc>
                <a:spcPct val="90000"/>
              </a:lnSpc>
              <a:spcBef>
                <a:spcPts val="500"/>
              </a:spcBef>
              <a:spcAft>
                <a:spcPts val="0"/>
              </a:spcAft>
              <a:buClr>
                <a:schemeClr val="lt1"/>
              </a:buClr>
              <a:buSzPts val="1400"/>
              <a:buNone/>
              <a:defRPr sz="1400"/>
            </a:lvl2pPr>
            <a:lvl3pPr indent="-228600" lvl="2" marL="1371600" algn="l">
              <a:lnSpc>
                <a:spcPct val="90000"/>
              </a:lnSpc>
              <a:spcBef>
                <a:spcPts val="500"/>
              </a:spcBef>
              <a:spcAft>
                <a:spcPts val="0"/>
              </a:spcAft>
              <a:buClr>
                <a:schemeClr val="lt1"/>
              </a:buClr>
              <a:buSzPts val="1200"/>
              <a:buNone/>
              <a:defRPr sz="1200"/>
            </a:lvl3pPr>
            <a:lvl4pPr indent="-228600" lvl="3" marL="1828800" algn="l">
              <a:lnSpc>
                <a:spcPct val="90000"/>
              </a:lnSpc>
              <a:spcBef>
                <a:spcPts val="500"/>
              </a:spcBef>
              <a:spcAft>
                <a:spcPts val="0"/>
              </a:spcAft>
              <a:buClr>
                <a:schemeClr val="lt1"/>
              </a:buClr>
              <a:buSzPts val="1000"/>
              <a:buNone/>
              <a:defRPr sz="1000"/>
            </a:lvl4pPr>
            <a:lvl5pPr indent="-228600" lvl="4" marL="2286000" algn="l">
              <a:lnSpc>
                <a:spcPct val="90000"/>
              </a:lnSpc>
              <a:spcBef>
                <a:spcPts val="500"/>
              </a:spcBef>
              <a:spcAft>
                <a:spcPts val="0"/>
              </a:spcAft>
              <a:buClr>
                <a:schemeClr val="lt1"/>
              </a:buClr>
              <a:buSzPts val="1000"/>
              <a:buNone/>
              <a:defRPr sz="1000"/>
            </a:lvl5pPr>
            <a:lvl6pPr indent="-228600" lvl="5" marL="2743200" algn="l">
              <a:lnSpc>
                <a:spcPct val="90000"/>
              </a:lnSpc>
              <a:spcBef>
                <a:spcPts val="500"/>
              </a:spcBef>
              <a:spcAft>
                <a:spcPts val="0"/>
              </a:spcAft>
              <a:buClr>
                <a:schemeClr val="lt1"/>
              </a:buClr>
              <a:buSzPts val="1000"/>
              <a:buNone/>
              <a:defRPr sz="1000"/>
            </a:lvl6pPr>
            <a:lvl7pPr indent="-228600" lvl="6" marL="3200400" algn="l">
              <a:lnSpc>
                <a:spcPct val="90000"/>
              </a:lnSpc>
              <a:spcBef>
                <a:spcPts val="500"/>
              </a:spcBef>
              <a:spcAft>
                <a:spcPts val="0"/>
              </a:spcAft>
              <a:buClr>
                <a:schemeClr val="lt1"/>
              </a:buClr>
              <a:buSzPts val="1000"/>
              <a:buNone/>
              <a:defRPr sz="1000"/>
            </a:lvl7pPr>
            <a:lvl8pPr indent="-228600" lvl="7" marL="3657600" algn="l">
              <a:lnSpc>
                <a:spcPct val="90000"/>
              </a:lnSpc>
              <a:spcBef>
                <a:spcPts val="500"/>
              </a:spcBef>
              <a:spcAft>
                <a:spcPts val="0"/>
              </a:spcAft>
              <a:buClr>
                <a:schemeClr val="lt1"/>
              </a:buClr>
              <a:buSzPts val="1000"/>
              <a:buNone/>
              <a:defRPr sz="1000"/>
            </a:lvl8pPr>
            <a:lvl9pPr indent="-228600" lvl="8" marL="4114800" algn="l">
              <a:lnSpc>
                <a:spcPct val="90000"/>
              </a:lnSpc>
              <a:spcBef>
                <a:spcPts val="500"/>
              </a:spcBef>
              <a:spcAft>
                <a:spcPts val="0"/>
              </a:spcAft>
              <a:buClr>
                <a:schemeClr val="lt1"/>
              </a:buClr>
              <a:buSzPts val="1000"/>
              <a:buNone/>
              <a:defRPr sz="1000"/>
            </a:lvl9pPr>
          </a:lstStyle>
          <a:p/>
        </p:txBody>
      </p:sp>
      <p:sp>
        <p:nvSpPr>
          <p:cNvPr id="69" name="Google Shape;69;p3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6"/>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75" name="Google Shape;75;p3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7"/>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7"/>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lt1"/>
              </a:buClr>
              <a:buSzPts val="1800"/>
              <a:buChar char="•"/>
              <a:defRPr/>
            </a:lvl1pPr>
            <a:lvl2pPr indent="-342900" lvl="1" marL="914400" algn="l">
              <a:lnSpc>
                <a:spcPct val="90000"/>
              </a:lnSpc>
              <a:spcBef>
                <a:spcPts val="500"/>
              </a:spcBef>
              <a:spcAft>
                <a:spcPts val="0"/>
              </a:spcAft>
              <a:buClr>
                <a:schemeClr val="lt1"/>
              </a:buClr>
              <a:buSzPts val="1800"/>
              <a:buChar char="•"/>
              <a:defRPr/>
            </a:lvl2pPr>
            <a:lvl3pPr indent="-342900" lvl="2" marL="1371600" algn="l">
              <a:lnSpc>
                <a:spcPct val="90000"/>
              </a:lnSpc>
              <a:spcBef>
                <a:spcPts val="500"/>
              </a:spcBef>
              <a:spcAft>
                <a:spcPts val="0"/>
              </a:spcAft>
              <a:buClr>
                <a:schemeClr val="lt1"/>
              </a:buClr>
              <a:buSzPts val="1800"/>
              <a:buChar char="•"/>
              <a:defRPr/>
            </a:lvl3pPr>
            <a:lvl4pPr indent="-342900" lvl="3" marL="1828800" algn="l">
              <a:lnSpc>
                <a:spcPct val="90000"/>
              </a:lnSpc>
              <a:spcBef>
                <a:spcPts val="500"/>
              </a:spcBef>
              <a:spcAft>
                <a:spcPts val="0"/>
              </a:spcAft>
              <a:buClr>
                <a:schemeClr val="lt1"/>
              </a:buClr>
              <a:buSzPts val="1800"/>
              <a:buChar char="•"/>
              <a:defRPr/>
            </a:lvl4pPr>
            <a:lvl5pPr indent="-342900" lvl="4" marL="2286000" algn="l">
              <a:lnSpc>
                <a:spcPct val="90000"/>
              </a:lnSpc>
              <a:spcBef>
                <a:spcPts val="500"/>
              </a:spcBef>
              <a:spcAft>
                <a:spcPts val="0"/>
              </a:spcAft>
              <a:buClr>
                <a:schemeClr val="lt1"/>
              </a:buClr>
              <a:buSzPts val="1800"/>
              <a:buChar char="•"/>
              <a:defRPr/>
            </a:lvl5pPr>
            <a:lvl6pPr indent="-342900" lvl="5" marL="2743200" algn="l">
              <a:lnSpc>
                <a:spcPct val="90000"/>
              </a:lnSpc>
              <a:spcBef>
                <a:spcPts val="500"/>
              </a:spcBef>
              <a:spcAft>
                <a:spcPts val="0"/>
              </a:spcAft>
              <a:buClr>
                <a:schemeClr val="lt1"/>
              </a:buClr>
              <a:buSzPts val="1800"/>
              <a:buChar char="•"/>
              <a:defRPr/>
            </a:lvl6pPr>
            <a:lvl7pPr indent="-342900" lvl="6" marL="3200400" algn="l">
              <a:lnSpc>
                <a:spcPct val="90000"/>
              </a:lnSpc>
              <a:spcBef>
                <a:spcPts val="500"/>
              </a:spcBef>
              <a:spcAft>
                <a:spcPts val="0"/>
              </a:spcAft>
              <a:buClr>
                <a:schemeClr val="lt1"/>
              </a:buClr>
              <a:buSzPts val="1800"/>
              <a:buChar char="•"/>
              <a:defRPr/>
            </a:lvl7pPr>
            <a:lvl8pPr indent="-342900" lvl="7" marL="3657600" algn="l">
              <a:lnSpc>
                <a:spcPct val="90000"/>
              </a:lnSpc>
              <a:spcBef>
                <a:spcPts val="500"/>
              </a:spcBef>
              <a:spcAft>
                <a:spcPts val="0"/>
              </a:spcAft>
              <a:buClr>
                <a:schemeClr val="lt1"/>
              </a:buClr>
              <a:buSzPts val="1800"/>
              <a:buChar char="•"/>
              <a:defRPr/>
            </a:lvl8pPr>
            <a:lvl9pPr indent="-342900" lvl="8" marL="4114800" algn="l">
              <a:lnSpc>
                <a:spcPct val="90000"/>
              </a:lnSpc>
              <a:spcBef>
                <a:spcPts val="500"/>
              </a:spcBef>
              <a:spcAft>
                <a:spcPts val="0"/>
              </a:spcAft>
              <a:buClr>
                <a:schemeClr val="lt1"/>
              </a:buClr>
              <a:buSzPts val="1800"/>
              <a:buChar char="•"/>
              <a:defRPr/>
            </a:lvl9pPr>
          </a:lstStyle>
          <a:p/>
        </p:txBody>
      </p:sp>
      <p:sp>
        <p:nvSpPr>
          <p:cNvPr id="81" name="Google Shape;81;p3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5" name="Shape 95"/>
        <p:cNvGrpSpPr/>
        <p:nvPr/>
      </p:nvGrpSpPr>
      <p:grpSpPr>
        <a:xfrm>
          <a:off x="0" y="0"/>
          <a:ext cx="0" cy="0"/>
          <a:chOff x="0" y="0"/>
          <a:chExt cx="0" cy="0"/>
        </a:xfrm>
      </p:grpSpPr>
      <p:sp>
        <p:nvSpPr>
          <p:cNvPr id="96" name="Google Shape;96;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98" name="Shape 98"/>
        <p:cNvGrpSpPr/>
        <p:nvPr/>
      </p:nvGrpSpPr>
      <p:grpSpPr>
        <a:xfrm>
          <a:off x="0" y="0"/>
          <a:ext cx="0" cy="0"/>
          <a:chOff x="0" y="0"/>
          <a:chExt cx="0" cy="0"/>
        </a:xfrm>
      </p:grpSpPr>
      <p:sp>
        <p:nvSpPr>
          <p:cNvPr id="99" name="Google Shape;99;p38"/>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lnSpc>
                <a:spcPct val="100000"/>
              </a:lnSpc>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38"/>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lnSpc>
                <a:spcPct val="100000"/>
              </a:lnSpc>
              <a:spcBef>
                <a:spcPts val="520"/>
              </a:spcBef>
              <a:spcAft>
                <a:spcPts val="0"/>
              </a:spcAft>
              <a:buSzPts val="2470"/>
              <a:buNone/>
              <a:defRPr>
                <a:solidFill>
                  <a:schemeClr val="lt1"/>
                </a:solidFill>
              </a:defRPr>
            </a:lvl1pPr>
            <a:lvl2pPr lvl="1" algn="ctr">
              <a:lnSpc>
                <a:spcPct val="100000"/>
              </a:lnSpc>
              <a:spcBef>
                <a:spcPts val="360"/>
              </a:spcBef>
              <a:spcAft>
                <a:spcPts val="0"/>
              </a:spcAft>
              <a:buSzPts val="1530"/>
              <a:buNone/>
              <a:defRPr/>
            </a:lvl2pPr>
            <a:lvl3pPr lvl="2" algn="ctr">
              <a:lnSpc>
                <a:spcPct val="100000"/>
              </a:lnSpc>
              <a:spcBef>
                <a:spcPts val="360"/>
              </a:spcBef>
              <a:spcAft>
                <a:spcPts val="0"/>
              </a:spcAft>
              <a:buSzPts val="1260"/>
              <a:buNone/>
              <a:defRPr/>
            </a:lvl3pPr>
            <a:lvl4pPr lvl="3" algn="ctr">
              <a:lnSpc>
                <a:spcPct val="100000"/>
              </a:lnSpc>
              <a:spcBef>
                <a:spcPts val="360"/>
              </a:spcBef>
              <a:spcAft>
                <a:spcPts val="0"/>
              </a:spcAft>
              <a:buSzPts val="1170"/>
              <a:buNone/>
              <a:defRPr/>
            </a:lvl4pPr>
            <a:lvl5pPr lvl="4" algn="ctr">
              <a:lnSpc>
                <a:spcPct val="100000"/>
              </a:lnSpc>
              <a:spcBef>
                <a:spcPts val="360"/>
              </a:spcBef>
              <a:spcAft>
                <a:spcPts val="0"/>
              </a:spcAft>
              <a:buSzPts val="1170"/>
              <a:buNone/>
              <a:defRPr/>
            </a:lvl5pPr>
            <a:lvl6pPr lvl="5" algn="ctr">
              <a:lnSpc>
                <a:spcPct val="100000"/>
              </a:lnSpc>
              <a:spcBef>
                <a:spcPts val="360"/>
              </a:spcBef>
              <a:spcAft>
                <a:spcPts val="0"/>
              </a:spcAft>
              <a:buSzPts val="1440"/>
              <a:buNone/>
              <a:defRPr/>
            </a:lvl6pPr>
            <a:lvl7pPr lvl="6" algn="ctr">
              <a:lnSpc>
                <a:spcPct val="100000"/>
              </a:lnSpc>
              <a:spcBef>
                <a:spcPts val="360"/>
              </a:spcBef>
              <a:spcAft>
                <a:spcPts val="0"/>
              </a:spcAft>
              <a:buSzPts val="1440"/>
              <a:buNone/>
              <a:defRPr/>
            </a:lvl7pPr>
            <a:lvl8pPr lvl="7" algn="ctr">
              <a:lnSpc>
                <a:spcPct val="100000"/>
              </a:lnSpc>
              <a:spcBef>
                <a:spcPts val="360"/>
              </a:spcBef>
              <a:spcAft>
                <a:spcPts val="0"/>
              </a:spcAft>
              <a:buSzPts val="1800"/>
              <a:buNone/>
              <a:defRPr/>
            </a:lvl8pPr>
            <a:lvl9pPr lvl="8" algn="ctr">
              <a:lnSpc>
                <a:spcPct val="100000"/>
              </a:lnSpc>
              <a:spcBef>
                <a:spcPts val="360"/>
              </a:spcBef>
              <a:spcAft>
                <a:spcPts val="0"/>
              </a:spcAft>
              <a:buSzPts val="1800"/>
              <a:buNone/>
              <a:defRPr/>
            </a:lvl9pPr>
          </a:lstStyle>
          <a:p/>
        </p:txBody>
      </p:sp>
      <p:sp>
        <p:nvSpPr>
          <p:cNvPr id="101" name="Google Shape;101;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3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104" name="Shape 104"/>
        <p:cNvGrpSpPr/>
        <p:nvPr/>
      </p:nvGrpSpPr>
      <p:grpSpPr>
        <a:xfrm>
          <a:off x="0" y="0"/>
          <a:ext cx="0" cy="0"/>
          <a:chOff x="0" y="0"/>
          <a:chExt cx="0" cy="0"/>
        </a:xfrm>
      </p:grpSpPr>
      <p:sp>
        <p:nvSpPr>
          <p:cNvPr id="105" name="Google Shape;105;p39"/>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39"/>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440"/>
              </a:spcBef>
              <a:spcAft>
                <a:spcPts val="0"/>
              </a:spcAft>
              <a:buSzPts val="2090"/>
              <a:buNone/>
              <a:defRPr sz="2200">
                <a:solidFill>
                  <a:schemeClr val="lt1"/>
                </a:solidFill>
              </a:defRPr>
            </a:lvl1pPr>
            <a:lvl2pPr indent="-228600" lvl="1" marL="914400" algn="l">
              <a:lnSpc>
                <a:spcPct val="100000"/>
              </a:lnSpc>
              <a:spcBef>
                <a:spcPts val="360"/>
              </a:spcBef>
              <a:spcAft>
                <a:spcPts val="0"/>
              </a:spcAft>
              <a:buSzPts val="1530"/>
              <a:buNone/>
              <a:defRPr sz="1800">
                <a:solidFill>
                  <a:schemeClr val="lt1"/>
                </a:solidFill>
              </a:defRPr>
            </a:lvl2pPr>
            <a:lvl3pPr indent="-228600" lvl="2" marL="1371600" algn="l">
              <a:lnSpc>
                <a:spcPct val="100000"/>
              </a:lnSpc>
              <a:spcBef>
                <a:spcPts val="320"/>
              </a:spcBef>
              <a:spcAft>
                <a:spcPts val="0"/>
              </a:spcAft>
              <a:buSzPts val="1120"/>
              <a:buNone/>
              <a:defRPr sz="1600">
                <a:solidFill>
                  <a:schemeClr val="lt1"/>
                </a:solidFill>
              </a:defRPr>
            </a:lvl3pPr>
            <a:lvl4pPr indent="-228600" lvl="3" marL="1828800" algn="l">
              <a:lnSpc>
                <a:spcPct val="100000"/>
              </a:lnSpc>
              <a:spcBef>
                <a:spcPts val="280"/>
              </a:spcBef>
              <a:spcAft>
                <a:spcPts val="0"/>
              </a:spcAft>
              <a:buSzPts val="910"/>
              <a:buNone/>
              <a:defRPr sz="1400">
                <a:solidFill>
                  <a:schemeClr val="lt1"/>
                </a:solidFill>
              </a:defRPr>
            </a:lvl4pPr>
            <a:lvl5pPr indent="-228600" lvl="4" marL="2286000" algn="l">
              <a:lnSpc>
                <a:spcPct val="100000"/>
              </a:lnSpc>
              <a:spcBef>
                <a:spcPts val="280"/>
              </a:spcBef>
              <a:spcAft>
                <a:spcPts val="0"/>
              </a:spcAft>
              <a:buSzPts val="910"/>
              <a:buNone/>
              <a:defRPr sz="1400">
                <a:solidFill>
                  <a:schemeClr val="lt1"/>
                </a:solidFill>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7" name="Google Shape;107;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4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40"/>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4"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3" name="Google Shape;113;p40"/>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4"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4" name="Google Shape;114;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4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41"/>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0" name="Google Shape;120;p41"/>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1" name="Google Shape;121;p41"/>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39" lvl="3" marL="1828800" algn="l">
              <a:lnSpc>
                <a:spcPct val="100000"/>
              </a:lnSpc>
              <a:spcBef>
                <a:spcPts val="320"/>
              </a:spcBef>
              <a:spcAft>
                <a:spcPts val="0"/>
              </a:spcAft>
              <a:buSzPts val="1040"/>
              <a:buChar char="⚫"/>
              <a:defRPr sz="1600"/>
            </a:lvl4pPr>
            <a:lvl5pPr indent="-294639" lvl="4" marL="2286000" algn="l">
              <a:lnSpc>
                <a:spcPct val="100000"/>
              </a:lnSpc>
              <a:spcBef>
                <a:spcPts val="320"/>
              </a:spcBef>
              <a:spcAft>
                <a:spcPts val="0"/>
              </a:spcAft>
              <a:buSzPts val="1040"/>
              <a:buChar char="⚫"/>
              <a:defRPr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2" name="Google Shape;122;p41"/>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39" lvl="3" marL="1828800" algn="l">
              <a:lnSpc>
                <a:spcPct val="100000"/>
              </a:lnSpc>
              <a:spcBef>
                <a:spcPts val="320"/>
              </a:spcBef>
              <a:spcAft>
                <a:spcPts val="0"/>
              </a:spcAft>
              <a:buSzPts val="1040"/>
              <a:buChar char="⚫"/>
              <a:defRPr sz="1600"/>
            </a:lvl4pPr>
            <a:lvl5pPr indent="-294639" lvl="4" marL="2286000" algn="l">
              <a:lnSpc>
                <a:spcPct val="100000"/>
              </a:lnSpc>
              <a:spcBef>
                <a:spcPts val="320"/>
              </a:spcBef>
              <a:spcAft>
                <a:spcPts val="0"/>
              </a:spcAft>
              <a:buSzPts val="1040"/>
              <a:buChar char="⚫"/>
              <a:defRPr sz="16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23" name="Google Shape;123;p4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4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42"/>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4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4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4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4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4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44"/>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4"/>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lnSpc>
                <a:spcPct val="100000"/>
              </a:lnSpc>
              <a:spcBef>
                <a:spcPts val="280"/>
              </a:spcBef>
              <a:spcAft>
                <a:spcPts val="0"/>
              </a:spcAft>
              <a:buSzPts val="1330"/>
              <a:buNone/>
              <a:defRPr sz="1400"/>
            </a:lvl1pPr>
            <a:lvl2pPr indent="-228600" lvl="1" marL="914400" algn="l">
              <a:lnSpc>
                <a:spcPct val="100000"/>
              </a:lnSpc>
              <a:spcBef>
                <a:spcPts val="240"/>
              </a:spcBef>
              <a:spcAft>
                <a:spcPts val="0"/>
              </a:spcAft>
              <a:buSzPts val="1020"/>
              <a:buNone/>
              <a:defRPr sz="1200"/>
            </a:lvl2pPr>
            <a:lvl3pPr indent="-228600" lvl="2" marL="1371600" algn="l">
              <a:lnSpc>
                <a:spcPct val="100000"/>
              </a:lnSpc>
              <a:spcBef>
                <a:spcPts val="200"/>
              </a:spcBef>
              <a:spcAft>
                <a:spcPts val="0"/>
              </a:spcAft>
              <a:buSzPts val="700"/>
              <a:buNone/>
              <a:defRPr sz="1000"/>
            </a:lvl3pPr>
            <a:lvl4pPr indent="-228600" lvl="3" marL="1828800" algn="l">
              <a:lnSpc>
                <a:spcPct val="100000"/>
              </a:lnSpc>
              <a:spcBef>
                <a:spcPts val="180"/>
              </a:spcBef>
              <a:spcAft>
                <a:spcPts val="0"/>
              </a:spcAft>
              <a:buSzPts val="585"/>
              <a:buNone/>
              <a:defRPr sz="900"/>
            </a:lvl4pPr>
            <a:lvl5pPr indent="-228600" lvl="4" marL="2286000" algn="l">
              <a:lnSpc>
                <a:spcPct val="100000"/>
              </a:lnSpc>
              <a:spcBef>
                <a:spcPts val="180"/>
              </a:spcBef>
              <a:spcAft>
                <a:spcPts val="0"/>
              </a:spcAft>
              <a:buSzPts val="585"/>
              <a:buNone/>
              <a:defRPr sz="9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38" name="Google Shape;138;p44"/>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39" name="Google Shape;139;p4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p4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4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42" name="Shape 142"/>
        <p:cNvGrpSpPr/>
        <p:nvPr/>
      </p:nvGrpSpPr>
      <p:grpSpPr>
        <a:xfrm>
          <a:off x="0" y="0"/>
          <a:ext cx="0" cy="0"/>
          <a:chOff x="0" y="0"/>
          <a:chExt cx="0" cy="0"/>
        </a:xfrm>
      </p:grpSpPr>
      <p:sp>
        <p:nvSpPr>
          <p:cNvPr id="143" name="Google Shape;143;p45"/>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313"/>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44" name="Google Shape;144;p45"/>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274"/>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45" name="Google Shape;145;p45"/>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chemeClr val="dk2"/>
              </a:buClr>
              <a:buSzPts val="2000"/>
              <a:buFont typeface="Calibri"/>
              <a:buNone/>
              <a:defRPr b="1" sz="20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45"/>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lnSpc>
                <a:spcPct val="100000"/>
              </a:lnSpc>
              <a:spcBef>
                <a:spcPts val="250"/>
              </a:spcBef>
              <a:spcAft>
                <a:spcPts val="0"/>
              </a:spcAft>
              <a:buSzPts val="1235"/>
              <a:buFont typeface="Constantia"/>
              <a:buNone/>
              <a:defRPr sz="1300"/>
            </a:lvl1pPr>
            <a:lvl2pPr indent="-293369" lvl="1" marL="914400" algn="l">
              <a:lnSpc>
                <a:spcPct val="100000"/>
              </a:lnSpc>
              <a:spcBef>
                <a:spcPts val="240"/>
              </a:spcBef>
              <a:spcAft>
                <a:spcPts val="0"/>
              </a:spcAft>
              <a:buSzPts val="1020"/>
              <a:buChar char="⚫"/>
              <a:defRPr sz="1200"/>
            </a:lvl2pPr>
            <a:lvl3pPr indent="-273050" lvl="2" marL="1371600" algn="l">
              <a:lnSpc>
                <a:spcPct val="100000"/>
              </a:lnSpc>
              <a:spcBef>
                <a:spcPts val="200"/>
              </a:spcBef>
              <a:spcAft>
                <a:spcPts val="0"/>
              </a:spcAft>
              <a:buSzPts val="700"/>
              <a:buChar char="⚫"/>
              <a:defRPr sz="1000"/>
            </a:lvl3pPr>
            <a:lvl4pPr indent="-265747" lvl="3" marL="1828800" algn="l">
              <a:lnSpc>
                <a:spcPct val="100000"/>
              </a:lnSpc>
              <a:spcBef>
                <a:spcPts val="180"/>
              </a:spcBef>
              <a:spcAft>
                <a:spcPts val="0"/>
              </a:spcAft>
              <a:buSzPts val="585"/>
              <a:buChar char="⚫"/>
              <a:defRPr sz="900"/>
            </a:lvl4pPr>
            <a:lvl5pPr indent="-265747" lvl="4" marL="2286000" algn="l">
              <a:lnSpc>
                <a:spcPct val="100000"/>
              </a:lnSpc>
              <a:spcBef>
                <a:spcPts val="180"/>
              </a:spcBef>
              <a:spcAft>
                <a:spcPts val="0"/>
              </a:spcAft>
              <a:buSzPts val="585"/>
              <a:buChar char="⚫"/>
              <a:defRPr sz="900"/>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47" name="Google Shape;147;p4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4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45"/>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
        <p:nvSpPr>
          <p:cNvPr id="150" name="Google Shape;150;p45"/>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151" name="Google Shape;151;p45"/>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152" name="Google Shape;152;p45"/>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53" name="Shape 153"/>
        <p:cNvGrpSpPr/>
        <p:nvPr/>
      </p:nvGrpSpPr>
      <p:grpSpPr>
        <a:xfrm>
          <a:off x="0" y="0"/>
          <a:ext cx="0" cy="0"/>
          <a:chOff x="0" y="0"/>
          <a:chExt cx="0" cy="0"/>
        </a:xfrm>
      </p:grpSpPr>
      <p:sp>
        <p:nvSpPr>
          <p:cNvPr id="154" name="Google Shape;154;p4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46"/>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56" name="Google Shape;156;p4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p4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p4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9" name="Shape 159"/>
        <p:cNvGrpSpPr/>
        <p:nvPr/>
      </p:nvGrpSpPr>
      <p:grpSpPr>
        <a:xfrm>
          <a:off x="0" y="0"/>
          <a:ext cx="0" cy="0"/>
          <a:chOff x="0" y="0"/>
          <a:chExt cx="0" cy="0"/>
        </a:xfrm>
      </p:grpSpPr>
      <p:sp>
        <p:nvSpPr>
          <p:cNvPr id="160" name="Google Shape;160;p47"/>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1" name="Google Shape;161;p47"/>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4"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39" lvl="5" marL="2743200" algn="l">
              <a:lnSpc>
                <a:spcPct val="100000"/>
              </a:lnSpc>
              <a:spcBef>
                <a:spcPts val="360"/>
              </a:spcBef>
              <a:spcAft>
                <a:spcPts val="0"/>
              </a:spcAft>
              <a:buSzPts val="1440"/>
              <a:buChar char="⚫"/>
              <a:defRPr/>
            </a:lvl6pPr>
            <a:lvl7pPr indent="-320039"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62" name="Google Shape;162;p4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4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4" name="Google Shape;164;p4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iagram or Organization Chart" type="dgm">
  <p:cSld name="DIAGRAM">
    <p:spTree>
      <p:nvGrpSpPr>
        <p:cNvPr id="165" name="Shape 165"/>
        <p:cNvGrpSpPr/>
        <p:nvPr/>
      </p:nvGrpSpPr>
      <p:grpSpPr>
        <a:xfrm>
          <a:off x="0" y="0"/>
          <a:ext cx="0" cy="0"/>
          <a:chOff x="0" y="0"/>
          <a:chExt cx="0" cy="0"/>
        </a:xfrm>
      </p:grpSpPr>
      <p:sp>
        <p:nvSpPr>
          <p:cNvPr id="166" name="Google Shape;166;p48"/>
          <p:cNvSpPr txBox="1"/>
          <p:nvPr>
            <p:ph type="title"/>
          </p:nvPr>
        </p:nvSpPr>
        <p:spPr>
          <a:xfrm>
            <a:off x="457200" y="-228600"/>
            <a:ext cx="8229600" cy="11430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7" name="Google Shape;167;p48"/>
          <p:cNvSpPr/>
          <p:nvPr>
            <p:ph idx="2" type="dgm"/>
          </p:nvPr>
        </p:nvSpPr>
        <p:spPr>
          <a:xfrm>
            <a:off x="457200" y="990600"/>
            <a:ext cx="8229600" cy="5486400"/>
          </a:xfrm>
          <a:prstGeom prst="rect">
            <a:avLst/>
          </a:prstGeom>
          <a:noFill/>
          <a:ln>
            <a:noFill/>
          </a:ln>
        </p:spPr>
        <p:txBody>
          <a:bodyPr anchorCtr="0" anchor="t" bIns="45700" lIns="91425" spcFirstLastPara="1" rIns="91425" wrap="square" tIns="45700">
            <a:normAutofit/>
          </a:bodyPr>
          <a:lstStyle>
            <a:lvl1pPr lvl="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lvl="1"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68" name="Google Shape;168;p4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9" name="Google Shape;169;p4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0" name="Google Shape;170;p4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theme" Target="../theme/theme2.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lt1"/>
              </a:buClr>
              <a:buSzPts val="4400"/>
              <a:buFont typeface="Open Sans"/>
              <a:buNone/>
              <a:defRPr b="0" i="0" sz="4400" u="none" cap="none" strike="noStrike">
                <a:solidFill>
                  <a:schemeClr val="lt1"/>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lt1"/>
              </a:buClr>
              <a:buSzPts val="2800"/>
              <a:buFont typeface="Arial"/>
              <a:buChar char="•"/>
              <a:defRPr b="0" i="0" sz="2800" u="none" cap="none" strike="noStrike">
                <a:solidFill>
                  <a:schemeClr val="lt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Open Sans"/>
                <a:ea typeface="Open Sans"/>
                <a:cs typeface="Open Sans"/>
                <a:sym typeface="Open Sans"/>
              </a:defRPr>
            </a:lvl9pPr>
          </a:lstStyle>
          <a:p/>
        </p:txBody>
      </p:sp>
      <p:sp>
        <p:nvSpPr>
          <p:cNvPr id="12" name="Google Shape;12;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lt1"/>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9pPr>
          </a:lstStyle>
          <a:p/>
        </p:txBody>
      </p:sp>
      <p:sp>
        <p:nvSpPr>
          <p:cNvPr id="13" name="Google Shape;13;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chemeClr val="lt1"/>
                </a:solidFill>
                <a:latin typeface="Open Sans"/>
                <a:ea typeface="Open Sans"/>
                <a:cs typeface="Open Sans"/>
                <a:sym typeface="Open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Open Sans"/>
                <a:ea typeface="Open Sans"/>
                <a:cs typeface="Open Sans"/>
                <a:sym typeface="Open Sans"/>
              </a:defRPr>
            </a:lvl9pPr>
          </a:lstStyle>
          <a:p/>
        </p:txBody>
      </p:sp>
      <p:sp>
        <p:nvSpPr>
          <p:cNvPr id="14" name="Google Shape;14;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SG"/>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84" name="Shape 84"/>
        <p:cNvGrpSpPr/>
        <p:nvPr/>
      </p:nvGrpSpPr>
      <p:grpSpPr>
        <a:xfrm>
          <a:off x="0" y="0"/>
          <a:ext cx="0" cy="0"/>
          <a:chOff x="0" y="0"/>
          <a:chExt cx="0" cy="0"/>
        </a:xfrm>
      </p:grpSpPr>
      <p:sp>
        <p:nvSpPr>
          <p:cNvPr id="85" name="Google Shape;85;p2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313"/>
                </a:srgbClr>
              </a:gs>
              <a:gs pos="100000">
                <a:srgbClr val="00E9F7">
                  <a:alpha val="54509"/>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86" name="Google Shape;86;p2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411"/>
                </a:srgbClr>
              </a:gs>
              <a:gs pos="80000">
                <a:srgbClr val="0099E4">
                  <a:alpha val="44313"/>
                </a:srgbClr>
              </a:gs>
              <a:gs pos="100000">
                <a:srgbClr val="0099E4">
                  <a:alpha val="44313"/>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87" name="Google Shape;87;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lnSpc>
                <a:spcPct val="100000"/>
              </a:lnSpc>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8" name="Google Shape;88;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lnSpc>
                <a:spcPct val="100000"/>
              </a:lnSpc>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lnSpc>
                <a:spcPct val="100000"/>
              </a:lnSpc>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lnSpc>
                <a:spcPct val="100000"/>
              </a:lnSpc>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lnSpc>
                <a:spcPct val="100000"/>
              </a:lnSpc>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lnSpc>
                <a:spcPct val="100000"/>
              </a:lnSpc>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lnSpc>
                <a:spcPct val="100000"/>
              </a:lnSpc>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lnSpc>
                <a:spcPct val="100000"/>
              </a:lnSpc>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lnSpc>
                <a:spcPct val="100000"/>
              </a:lnSpc>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lnSpc>
                <a:spcPct val="100000"/>
              </a:lnSpc>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89" name="Google Shape;89;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90" name="Google Shape;90;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91" name="Google Shape;91;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SG"/>
              <a:t>‹#›</a:t>
            </a:fld>
            <a:endParaRPr/>
          </a:p>
        </p:txBody>
      </p:sp>
      <p:grpSp>
        <p:nvGrpSpPr>
          <p:cNvPr id="92" name="Google Shape;92;p27"/>
          <p:cNvGrpSpPr/>
          <p:nvPr/>
        </p:nvGrpSpPr>
        <p:grpSpPr>
          <a:xfrm>
            <a:off x="-29294" y="-16113"/>
            <a:ext cx="9198255" cy="1086266"/>
            <a:chOff x="-29322" y="-1971"/>
            <a:chExt cx="9198255" cy="1086266"/>
          </a:xfrm>
        </p:grpSpPr>
        <p:sp>
          <p:nvSpPr>
            <p:cNvPr id="93" name="Google Shape;93;p2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94" name="Google Shape;94;p2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Open Sans"/>
              <a:buNone/>
            </a:pPr>
            <a:r>
              <a:rPr lang="en-SG"/>
              <a:t>NoSQL</a:t>
            </a:r>
            <a:endParaRPr/>
          </a:p>
        </p:txBody>
      </p:sp>
      <p:sp>
        <p:nvSpPr>
          <p:cNvPr id="176" name="Google Shape;176;p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lt1"/>
              </a:buClr>
              <a:buSzPts val="2400"/>
              <a:buNone/>
            </a:pPr>
            <a:r>
              <a:rPr lang="en-SG"/>
              <a:t>Introduction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What is NoSQL</a:t>
            </a:r>
            <a:endParaRPr/>
          </a:p>
        </p:txBody>
      </p:sp>
      <p:sp>
        <p:nvSpPr>
          <p:cNvPr id="183" name="Google Shape;183;p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SG"/>
              <a:t>Databases can be divided in 2 types:</a:t>
            </a:r>
            <a:endParaRPr/>
          </a:p>
          <a:p>
            <a:pPr indent="-385763" lvl="1" marL="687515" rtl="0" algn="l">
              <a:lnSpc>
                <a:spcPct val="90000"/>
              </a:lnSpc>
              <a:spcBef>
                <a:spcPts val="500"/>
              </a:spcBef>
              <a:spcAft>
                <a:spcPts val="0"/>
              </a:spcAft>
              <a:buClr>
                <a:schemeClr val="lt1"/>
              </a:buClr>
              <a:buSzPts val="2400"/>
              <a:buFont typeface="Open Sans"/>
              <a:buAutoNum type="arabicPeriod"/>
            </a:pPr>
            <a:r>
              <a:rPr lang="en-SG"/>
              <a:t>RDBMS (Relational Database Management System)</a:t>
            </a:r>
            <a:endParaRPr/>
          </a:p>
          <a:p>
            <a:pPr indent="-385763" lvl="1" marL="687515" rtl="0" algn="l">
              <a:lnSpc>
                <a:spcPct val="90000"/>
              </a:lnSpc>
              <a:spcBef>
                <a:spcPts val="500"/>
              </a:spcBef>
              <a:spcAft>
                <a:spcPts val="0"/>
              </a:spcAft>
              <a:buClr>
                <a:schemeClr val="lt1"/>
              </a:buClr>
              <a:buSzPts val="2400"/>
              <a:buFont typeface="Open Sans"/>
              <a:buAutoNum type="arabicPeriod"/>
            </a:pPr>
            <a:r>
              <a:rPr lang="en-SG"/>
              <a:t>NoSQL </a:t>
            </a:r>
            <a:endParaRPr/>
          </a:p>
          <a:p>
            <a:pPr indent="-385763" lvl="2" marL="1144715" rtl="0" algn="l">
              <a:lnSpc>
                <a:spcPct val="90000"/>
              </a:lnSpc>
              <a:spcBef>
                <a:spcPts val="500"/>
              </a:spcBef>
              <a:spcAft>
                <a:spcPts val="0"/>
              </a:spcAft>
              <a:buClr>
                <a:schemeClr val="lt1"/>
              </a:buClr>
              <a:buSzPts val="2000"/>
              <a:buChar char="•"/>
            </a:pPr>
            <a:r>
              <a:rPr lang="en-SG"/>
              <a:t>key-value databases</a:t>
            </a:r>
            <a:endParaRPr/>
          </a:p>
          <a:p>
            <a:pPr indent="-385763" lvl="2" marL="1144715" rtl="0" algn="l">
              <a:lnSpc>
                <a:spcPct val="90000"/>
              </a:lnSpc>
              <a:spcBef>
                <a:spcPts val="500"/>
              </a:spcBef>
              <a:spcAft>
                <a:spcPts val="0"/>
              </a:spcAft>
              <a:buClr>
                <a:schemeClr val="lt1"/>
              </a:buClr>
              <a:buSzPts val="2000"/>
              <a:buChar char="•"/>
            </a:pPr>
            <a:r>
              <a:rPr lang="en-SG"/>
              <a:t>document databases</a:t>
            </a:r>
            <a:endParaRPr/>
          </a:p>
          <a:p>
            <a:pPr indent="-385763" lvl="2" marL="1144715" rtl="0" algn="l">
              <a:lnSpc>
                <a:spcPct val="90000"/>
              </a:lnSpc>
              <a:spcBef>
                <a:spcPts val="500"/>
              </a:spcBef>
              <a:spcAft>
                <a:spcPts val="0"/>
              </a:spcAft>
              <a:buClr>
                <a:schemeClr val="lt1"/>
              </a:buClr>
              <a:buSzPts val="2000"/>
              <a:buChar char="•"/>
            </a:pPr>
            <a:r>
              <a:rPr lang="en-SG"/>
              <a:t>wide-column databases </a:t>
            </a:r>
            <a:endParaRPr/>
          </a:p>
          <a:p>
            <a:pPr indent="-385763" lvl="2" marL="1144715" rtl="0" algn="l">
              <a:lnSpc>
                <a:spcPct val="90000"/>
              </a:lnSpc>
              <a:spcBef>
                <a:spcPts val="500"/>
              </a:spcBef>
              <a:spcAft>
                <a:spcPts val="0"/>
              </a:spcAft>
              <a:buClr>
                <a:schemeClr val="lt1"/>
              </a:buClr>
              <a:buSzPts val="2000"/>
              <a:buChar char="•"/>
            </a:pPr>
            <a:r>
              <a:rPr lang="en-SG"/>
              <a:t>graph databases</a:t>
            </a:r>
            <a:endParaRPr/>
          </a:p>
          <a:p>
            <a:pPr indent="-228600" lvl="0" marL="228600" rtl="0" algn="l">
              <a:lnSpc>
                <a:spcPct val="90000"/>
              </a:lnSpc>
              <a:spcBef>
                <a:spcPts val="1000"/>
              </a:spcBef>
              <a:spcAft>
                <a:spcPts val="0"/>
              </a:spcAft>
              <a:buClr>
                <a:schemeClr val="lt1"/>
              </a:buClr>
              <a:buSzPts val="2800"/>
              <a:buChar char="•"/>
            </a:pPr>
            <a:r>
              <a:rPr lang="en-SG"/>
              <a:t>NoSQL Database is also to refer a non-SQL or non relational database</a:t>
            </a:r>
            <a:endParaRPr/>
          </a:p>
          <a:p>
            <a:pPr indent="-228600" lvl="1" marL="685800" rtl="0" algn="l">
              <a:lnSpc>
                <a:spcPct val="90000"/>
              </a:lnSpc>
              <a:spcBef>
                <a:spcPts val="500"/>
              </a:spcBef>
              <a:spcAft>
                <a:spcPts val="0"/>
              </a:spcAft>
              <a:buClr>
                <a:schemeClr val="lt1"/>
              </a:buClr>
              <a:buSzPts val="2400"/>
              <a:buChar char="•"/>
            </a:pPr>
            <a:r>
              <a:rPr lang="en-SG"/>
              <a:t>CouchDB, MongoDB etc.</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
          <p:cNvSpPr txBox="1"/>
          <p:nvPr>
            <p:ph type="title"/>
          </p:nvPr>
        </p:nvSpPr>
        <p:spPr>
          <a:xfrm>
            <a:off x="457200" y="704088"/>
            <a:ext cx="8435280" cy="1143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2"/>
              </a:buClr>
              <a:buSzPts val="4000"/>
              <a:buFont typeface="Calibri"/>
              <a:buNone/>
            </a:pPr>
            <a:r>
              <a:rPr lang="en-SG" sz="4000"/>
              <a:t>Database, Database Application </a:t>
            </a:r>
            <a:br>
              <a:rPr lang="en-SG" sz="4000"/>
            </a:br>
            <a:r>
              <a:rPr lang="en-SG" sz="4000"/>
              <a:t>and DBMS</a:t>
            </a:r>
            <a:endParaRPr sz="4000"/>
          </a:p>
        </p:txBody>
      </p:sp>
      <p:sp>
        <p:nvSpPr>
          <p:cNvPr id="190" name="Google Shape;190;p3"/>
          <p:cNvSpPr txBox="1"/>
          <p:nvPr>
            <p:ph idx="4294967295" type="sldNum"/>
          </p:nvPr>
        </p:nvSpPr>
        <p:spPr>
          <a:xfrm>
            <a:off x="7924800" y="6356349"/>
            <a:ext cx="762000" cy="365125"/>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35C75"/>
              </a:buClr>
              <a:buSzPts val="1200"/>
              <a:buFont typeface="Constantia"/>
              <a:buNone/>
            </a:pPr>
            <a:fld id="{00000000-1234-1234-1234-123412341234}" type="slidenum">
              <a:rPr b="0" i="0" lang="en-SG" sz="1200" u="none" cap="none" strike="noStrike">
                <a:solidFill>
                  <a:srgbClr val="035C75"/>
                </a:solidFill>
                <a:latin typeface="Constantia"/>
                <a:ea typeface="Constantia"/>
                <a:cs typeface="Constantia"/>
                <a:sym typeface="Constantia"/>
              </a:rPr>
              <a:t>‹#›</a:t>
            </a:fld>
            <a:endParaRPr b="0" i="0" sz="1200" u="none" cap="none" strike="noStrike">
              <a:solidFill>
                <a:srgbClr val="035C75"/>
              </a:solidFill>
              <a:latin typeface="Constantia"/>
              <a:ea typeface="Constantia"/>
              <a:cs typeface="Constantia"/>
              <a:sym typeface="Constantia"/>
            </a:endParaRPr>
          </a:p>
        </p:txBody>
      </p:sp>
      <p:sp>
        <p:nvSpPr>
          <p:cNvPr id="191" name="Google Shape;191;p3"/>
          <p:cNvSpPr/>
          <p:nvPr/>
        </p:nvSpPr>
        <p:spPr>
          <a:xfrm>
            <a:off x="6052592" y="3354266"/>
            <a:ext cx="1872208" cy="1224136"/>
          </a:xfrm>
          <a:prstGeom prst="can">
            <a:avLst>
              <a:gd fmla="val 25000" name="adj"/>
            </a:avLst>
          </a:prstGeom>
          <a:solidFill>
            <a:schemeClr val="accent1"/>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2800"/>
              <a:buFont typeface="Constantia"/>
              <a:buNone/>
            </a:pPr>
            <a:r>
              <a:rPr b="0" i="0" lang="en-SG" sz="2800" u="none" cap="none" strike="noStrike">
                <a:solidFill>
                  <a:srgbClr val="FFFFFF"/>
                </a:solidFill>
                <a:latin typeface="Constantia"/>
                <a:ea typeface="Constantia"/>
                <a:cs typeface="Constantia"/>
                <a:sym typeface="Constantia"/>
              </a:rPr>
              <a:t>Database</a:t>
            </a:r>
            <a:endParaRPr b="0" i="0" sz="1400" u="none" cap="none" strike="noStrike">
              <a:solidFill>
                <a:srgbClr val="000000"/>
              </a:solidFill>
              <a:latin typeface="Arial"/>
              <a:ea typeface="Arial"/>
              <a:cs typeface="Arial"/>
              <a:sym typeface="Arial"/>
            </a:endParaRPr>
          </a:p>
        </p:txBody>
      </p:sp>
      <p:sp>
        <p:nvSpPr>
          <p:cNvPr id="192" name="Google Shape;192;p3"/>
          <p:cNvSpPr/>
          <p:nvPr/>
        </p:nvSpPr>
        <p:spPr>
          <a:xfrm>
            <a:off x="880765" y="3131675"/>
            <a:ext cx="2304256" cy="954107"/>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Constantia"/>
              <a:buNone/>
            </a:pPr>
            <a:r>
              <a:rPr b="0" i="0" lang="en-SG" sz="2800" u="none" cap="none" strike="noStrike">
                <a:solidFill>
                  <a:srgbClr val="000000"/>
                </a:solidFill>
                <a:latin typeface="Constantia"/>
                <a:ea typeface="Constantia"/>
                <a:cs typeface="Constantia"/>
                <a:sym typeface="Constantia"/>
              </a:rPr>
              <a:t>Database Application</a:t>
            </a:r>
            <a:endParaRPr b="0" i="0" sz="1400" u="none" cap="none" strike="noStrike">
              <a:solidFill>
                <a:srgbClr val="000000"/>
              </a:solidFill>
              <a:latin typeface="Arial"/>
              <a:ea typeface="Arial"/>
              <a:cs typeface="Arial"/>
              <a:sym typeface="Arial"/>
            </a:endParaRPr>
          </a:p>
        </p:txBody>
      </p:sp>
      <p:cxnSp>
        <p:nvCxnSpPr>
          <p:cNvPr id="193" name="Google Shape;193;p3"/>
          <p:cNvCxnSpPr/>
          <p:nvPr/>
        </p:nvCxnSpPr>
        <p:spPr>
          <a:xfrm>
            <a:off x="3185021" y="3520172"/>
            <a:ext cx="2107059" cy="0"/>
          </a:xfrm>
          <a:prstGeom prst="straightConnector1">
            <a:avLst/>
          </a:prstGeom>
          <a:noFill/>
          <a:ln cap="flat" cmpd="sng" w="28575">
            <a:solidFill>
              <a:srgbClr val="075192"/>
            </a:solidFill>
            <a:prstDash val="solid"/>
            <a:round/>
            <a:headEnd len="sm" w="sm" type="none"/>
            <a:tailEnd len="med" w="med" type="triangle"/>
          </a:ln>
        </p:spPr>
      </p:cxnSp>
      <p:sp>
        <p:nvSpPr>
          <p:cNvPr id="194" name="Google Shape;194;p3"/>
          <p:cNvSpPr txBox="1"/>
          <p:nvPr/>
        </p:nvSpPr>
        <p:spPr>
          <a:xfrm>
            <a:off x="3257029" y="2996952"/>
            <a:ext cx="196304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onstantia"/>
              <a:buNone/>
            </a:pPr>
            <a:r>
              <a:rPr b="0" i="0" lang="en-SG" sz="2800" u="none" cap="none" strike="noStrike">
                <a:solidFill>
                  <a:srgbClr val="000000"/>
                </a:solidFill>
                <a:latin typeface="Constantia"/>
                <a:ea typeface="Constantia"/>
                <a:cs typeface="Constantia"/>
                <a:sym typeface="Constantia"/>
              </a:rPr>
              <a:t>Commands </a:t>
            </a:r>
            <a:endParaRPr b="0" i="0" sz="1400" u="none" cap="none" strike="noStrike">
              <a:solidFill>
                <a:srgbClr val="000000"/>
              </a:solidFill>
              <a:latin typeface="Arial"/>
              <a:ea typeface="Arial"/>
              <a:cs typeface="Arial"/>
              <a:sym typeface="Arial"/>
            </a:endParaRPr>
          </a:p>
        </p:txBody>
      </p:sp>
      <p:cxnSp>
        <p:nvCxnSpPr>
          <p:cNvPr id="195" name="Google Shape;195;p3"/>
          <p:cNvCxnSpPr/>
          <p:nvPr/>
        </p:nvCxnSpPr>
        <p:spPr>
          <a:xfrm>
            <a:off x="3185021" y="3704723"/>
            <a:ext cx="2107059" cy="0"/>
          </a:xfrm>
          <a:prstGeom prst="straightConnector1">
            <a:avLst/>
          </a:prstGeom>
          <a:noFill/>
          <a:ln cap="flat" cmpd="sng" w="28575">
            <a:solidFill>
              <a:srgbClr val="075192"/>
            </a:solidFill>
            <a:prstDash val="solid"/>
            <a:round/>
            <a:headEnd len="med" w="med" type="triangle"/>
            <a:tailEnd len="sm" w="sm" type="none"/>
          </a:ln>
        </p:spPr>
      </p:cxnSp>
      <p:sp>
        <p:nvSpPr>
          <p:cNvPr id="196" name="Google Shape;196;p3"/>
          <p:cNvSpPr txBox="1"/>
          <p:nvPr/>
        </p:nvSpPr>
        <p:spPr>
          <a:xfrm>
            <a:off x="3707904" y="3704724"/>
            <a:ext cx="1271538"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Constantia"/>
              <a:buNone/>
            </a:pPr>
            <a:r>
              <a:rPr b="0" i="0" lang="en-SG" sz="2800" u="none" cap="none" strike="noStrike">
                <a:solidFill>
                  <a:srgbClr val="000000"/>
                </a:solidFill>
                <a:latin typeface="Constantia"/>
                <a:ea typeface="Constantia"/>
                <a:cs typeface="Constantia"/>
                <a:sym typeface="Constantia"/>
              </a:rPr>
              <a:t>Data </a:t>
            </a:r>
            <a:endParaRPr b="0" i="0" sz="1400" u="none" cap="none" strike="noStrike">
              <a:solidFill>
                <a:srgbClr val="000000"/>
              </a:solidFill>
              <a:latin typeface="Arial"/>
              <a:ea typeface="Arial"/>
              <a:cs typeface="Arial"/>
              <a:sym typeface="Arial"/>
            </a:endParaRPr>
          </a:p>
        </p:txBody>
      </p:sp>
      <p:sp>
        <p:nvSpPr>
          <p:cNvPr id="197" name="Google Shape;197;p3"/>
          <p:cNvSpPr/>
          <p:nvPr/>
        </p:nvSpPr>
        <p:spPr>
          <a:xfrm>
            <a:off x="5364088" y="2711080"/>
            <a:ext cx="3096344" cy="2448268"/>
          </a:xfrm>
          <a:prstGeom prst="frame">
            <a:avLst>
              <a:gd fmla="val 12500" name="adj1"/>
            </a:avLst>
          </a:prstGeom>
          <a:solidFill>
            <a:schemeClr val="accent1"/>
          </a:solidFill>
          <a:ln cap="flat" cmpd="sng" w="25400">
            <a:solidFill>
              <a:srgbClr val="0A519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nstantia"/>
              <a:buNone/>
            </a:pPr>
            <a:r>
              <a:t/>
            </a:r>
            <a:endParaRPr b="0" i="0" sz="1800" u="none" cap="none" strike="noStrike">
              <a:solidFill>
                <a:srgbClr val="000000"/>
              </a:solidFill>
              <a:latin typeface="Constantia"/>
              <a:ea typeface="Constantia"/>
              <a:cs typeface="Constantia"/>
              <a:sym typeface="Constantia"/>
            </a:endParaRPr>
          </a:p>
        </p:txBody>
      </p:sp>
      <p:sp>
        <p:nvSpPr>
          <p:cNvPr id="198" name="Google Shape;198;p3"/>
          <p:cNvSpPr txBox="1"/>
          <p:nvPr/>
        </p:nvSpPr>
        <p:spPr>
          <a:xfrm>
            <a:off x="5302717" y="2674758"/>
            <a:ext cx="3511674"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FFFF"/>
              </a:buClr>
              <a:buSzPts val="1800"/>
              <a:buFont typeface="Constantia"/>
              <a:buNone/>
            </a:pPr>
            <a:r>
              <a:rPr b="0" i="0" lang="en-SG" sz="1800" u="none" cap="none" strike="noStrike">
                <a:solidFill>
                  <a:srgbClr val="FFFFFF"/>
                </a:solidFill>
                <a:latin typeface="Constantia"/>
                <a:ea typeface="Constantia"/>
                <a:cs typeface="Constantia"/>
                <a:sym typeface="Constantia"/>
              </a:rPr>
              <a:t>Database Management System</a:t>
            </a:r>
            <a:endParaRPr b="0" i="0" sz="1400" u="none" cap="none" strike="noStrike">
              <a:solidFill>
                <a:srgbClr val="000000"/>
              </a:solidFill>
              <a:latin typeface="Arial"/>
              <a:ea typeface="Arial"/>
              <a:cs typeface="Arial"/>
              <a:sym typeface="Arial"/>
            </a:endParaRPr>
          </a:p>
        </p:txBody>
      </p:sp>
      <p:sp>
        <p:nvSpPr>
          <p:cNvPr id="199" name="Google Shape;199;p3"/>
          <p:cNvSpPr txBox="1"/>
          <p:nvPr/>
        </p:nvSpPr>
        <p:spPr>
          <a:xfrm rot="-947307">
            <a:off x="2764489" y="2710107"/>
            <a:ext cx="147508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SG" sz="2400" u="none" cap="none" strike="noStrike">
                <a:solidFill>
                  <a:srgbClr val="000000"/>
                </a:solidFill>
                <a:latin typeface="Courier New"/>
                <a:ea typeface="Courier New"/>
                <a:cs typeface="Courier New"/>
                <a:sym typeface="Courier New"/>
              </a:rPr>
              <a:t>pymongo</a:t>
            </a:r>
            <a:endParaRPr b="1" i="0" sz="2400" u="none" cap="none" strike="noStrike">
              <a:solidFill>
                <a:srgbClr val="000000"/>
              </a:solidFill>
              <a:latin typeface="Courier New"/>
              <a:ea typeface="Courier New"/>
              <a:cs typeface="Courier New"/>
              <a:sym typeface="Courier New"/>
            </a:endParaRPr>
          </a:p>
        </p:txBody>
      </p:sp>
      <p:sp>
        <p:nvSpPr>
          <p:cNvPr id="200" name="Google Shape;200;p3"/>
          <p:cNvSpPr txBox="1"/>
          <p:nvPr/>
        </p:nvSpPr>
        <p:spPr>
          <a:xfrm>
            <a:off x="6266891" y="4757323"/>
            <a:ext cx="129073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SG" sz="2400" u="none" cap="none" strike="noStrike">
                <a:solidFill>
                  <a:srgbClr val="000000"/>
                </a:solidFill>
                <a:latin typeface="Courier New"/>
                <a:ea typeface="Courier New"/>
                <a:cs typeface="Courier New"/>
                <a:sym typeface="Courier New"/>
              </a:rPr>
              <a:t>mongod</a:t>
            </a:r>
            <a:endParaRPr b="1" i="0" sz="2400"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5"/>
          <p:cNvSpPr txBox="1"/>
          <p:nvPr>
            <p:ph type="title"/>
          </p:nvPr>
        </p:nvSpPr>
        <p:spPr>
          <a:xfrm>
            <a:off x="628650" y="0"/>
            <a:ext cx="85153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Relational      vs      NoSQL </a:t>
            </a:r>
            <a:endParaRPr/>
          </a:p>
        </p:txBody>
      </p:sp>
      <p:sp>
        <p:nvSpPr>
          <p:cNvPr id="206" name="Google Shape;206;p5"/>
          <p:cNvSpPr txBox="1"/>
          <p:nvPr>
            <p:ph idx="1" type="body"/>
          </p:nvPr>
        </p:nvSpPr>
        <p:spPr>
          <a:xfrm>
            <a:off x="628650" y="1131581"/>
            <a:ext cx="3886200" cy="3057648"/>
          </a:xfrm>
          <a:prstGeom prst="rect">
            <a:avLst/>
          </a:prstGeom>
          <a:noFill/>
          <a:ln>
            <a:noFill/>
          </a:ln>
        </p:spPr>
        <p:txBody>
          <a:bodyPr anchorCtr="0" anchor="t" bIns="45700" lIns="91425" spcFirstLastPara="1" rIns="91425" wrap="square" tIns="45700">
            <a:normAutofit fontScale="77500" lnSpcReduction="20000"/>
          </a:bodyPr>
          <a:lstStyle/>
          <a:p>
            <a:pPr indent="-212911" lvl="0" marL="228600" rtl="0" algn="l">
              <a:lnSpc>
                <a:spcPct val="90000"/>
              </a:lnSpc>
              <a:spcBef>
                <a:spcPts val="0"/>
              </a:spcBef>
              <a:spcAft>
                <a:spcPts val="0"/>
              </a:spcAft>
              <a:buClr>
                <a:schemeClr val="lt1"/>
              </a:buClr>
              <a:buSzPct val="126696"/>
              <a:buChar char="•"/>
            </a:pPr>
            <a:r>
              <a:rPr lang="en-SG" sz="2600"/>
              <a:t>Fixed Schema</a:t>
            </a:r>
            <a:endParaRPr sz="2600"/>
          </a:p>
          <a:p>
            <a:pPr indent="-215152" lvl="1" marL="685800" rtl="0" algn="l">
              <a:lnSpc>
                <a:spcPct val="90000"/>
              </a:lnSpc>
              <a:spcBef>
                <a:spcPts val="500"/>
              </a:spcBef>
              <a:spcAft>
                <a:spcPts val="0"/>
              </a:spcAft>
              <a:buClr>
                <a:schemeClr val="lt1"/>
              </a:buClr>
              <a:buSzPct val="108597"/>
              <a:buChar char="•"/>
            </a:pPr>
            <a:r>
              <a:rPr lang="en-SG" sz="2600"/>
              <a:t>Structure must be </a:t>
            </a:r>
            <a:r>
              <a:rPr lang="en-SG" sz="2600"/>
              <a:t>defined</a:t>
            </a:r>
            <a:r>
              <a:rPr lang="en-SG" sz="2600"/>
              <a:t> before data can be inserted.</a:t>
            </a:r>
            <a:endParaRPr/>
          </a:p>
          <a:p>
            <a:pPr indent="-76200" lvl="1" marL="685800" rtl="0" algn="l">
              <a:lnSpc>
                <a:spcPct val="90000"/>
              </a:lnSpc>
              <a:spcBef>
                <a:spcPts val="500"/>
              </a:spcBef>
              <a:spcAft>
                <a:spcPts val="0"/>
              </a:spcAft>
              <a:buClr>
                <a:schemeClr val="lt1"/>
              </a:buClr>
              <a:buSzPct val="108597"/>
              <a:buNone/>
            </a:pPr>
            <a:r>
              <a:t/>
            </a:r>
            <a:endParaRPr sz="2600"/>
          </a:p>
          <a:p>
            <a:pPr indent="-215152" lvl="0" marL="228600" rtl="0" algn="l">
              <a:lnSpc>
                <a:spcPct val="90000"/>
              </a:lnSpc>
              <a:spcBef>
                <a:spcPts val="500"/>
              </a:spcBef>
              <a:spcAft>
                <a:spcPts val="0"/>
              </a:spcAft>
              <a:buSzPct val="108597"/>
              <a:buChar char="•"/>
            </a:pPr>
            <a:r>
              <a:rPr lang="en-SG" sz="2600"/>
              <a:t>Normalised data, prevent I/U/D anomalies and reduce redundancy </a:t>
            </a:r>
            <a:endParaRPr/>
          </a:p>
          <a:p>
            <a:pPr indent="-76200" lvl="1" marL="685800" rtl="0" algn="l">
              <a:lnSpc>
                <a:spcPct val="90000"/>
              </a:lnSpc>
              <a:spcBef>
                <a:spcPts val="500"/>
              </a:spcBef>
              <a:spcAft>
                <a:spcPts val="0"/>
              </a:spcAft>
              <a:buClr>
                <a:schemeClr val="lt1"/>
              </a:buClr>
              <a:buSzPct val="108597"/>
              <a:buNone/>
            </a:pPr>
            <a:r>
              <a:t/>
            </a:r>
            <a:endParaRPr sz="2600"/>
          </a:p>
          <a:p>
            <a:pPr indent="-215152" lvl="0" marL="228600" rtl="0" algn="l">
              <a:lnSpc>
                <a:spcPct val="90000"/>
              </a:lnSpc>
              <a:spcBef>
                <a:spcPts val="500"/>
              </a:spcBef>
              <a:spcAft>
                <a:spcPts val="0"/>
              </a:spcAft>
              <a:buSzPct val="108597"/>
              <a:buChar char="•"/>
            </a:pPr>
            <a:r>
              <a:rPr lang="en-SG" sz="2600"/>
              <a:t>Complex queries using JOINs</a:t>
            </a:r>
            <a:endParaRPr sz="2600"/>
          </a:p>
          <a:p>
            <a:pPr indent="-50800" lvl="0" marL="228600" rtl="0" algn="l">
              <a:lnSpc>
                <a:spcPct val="90000"/>
              </a:lnSpc>
              <a:spcBef>
                <a:spcPts val="1000"/>
              </a:spcBef>
              <a:spcAft>
                <a:spcPts val="0"/>
              </a:spcAft>
              <a:buClr>
                <a:schemeClr val="lt1"/>
              </a:buClr>
              <a:buSzPct val="117647"/>
              <a:buNone/>
            </a:pPr>
            <a:r>
              <a:t/>
            </a:r>
            <a:endParaRPr/>
          </a:p>
        </p:txBody>
      </p:sp>
      <p:sp>
        <p:nvSpPr>
          <p:cNvPr id="207" name="Google Shape;207;p5"/>
          <p:cNvSpPr txBox="1"/>
          <p:nvPr>
            <p:ph idx="2" type="body"/>
          </p:nvPr>
        </p:nvSpPr>
        <p:spPr>
          <a:xfrm>
            <a:off x="4686300" y="1131580"/>
            <a:ext cx="3886200" cy="30576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SG" sz="2200"/>
              <a:t>Dynamic Schema</a:t>
            </a:r>
            <a:endParaRPr sz="2200"/>
          </a:p>
          <a:p>
            <a:pPr indent="-228600" lvl="1" marL="685800" rtl="0" algn="l">
              <a:lnSpc>
                <a:spcPct val="90000"/>
              </a:lnSpc>
              <a:spcBef>
                <a:spcPts val="500"/>
              </a:spcBef>
              <a:spcAft>
                <a:spcPts val="0"/>
              </a:spcAft>
              <a:buClr>
                <a:schemeClr val="lt1"/>
              </a:buClr>
              <a:buSzPts val="2400"/>
              <a:buChar char="•"/>
            </a:pPr>
            <a:r>
              <a:rPr lang="en-SG" sz="2200"/>
              <a:t>Structure is not fixed</a:t>
            </a:r>
            <a:endParaRPr/>
          </a:p>
          <a:p>
            <a:pPr indent="-76200" lvl="1" marL="685800" rtl="0" algn="l">
              <a:lnSpc>
                <a:spcPct val="90000"/>
              </a:lnSpc>
              <a:spcBef>
                <a:spcPts val="500"/>
              </a:spcBef>
              <a:spcAft>
                <a:spcPts val="0"/>
              </a:spcAft>
              <a:buClr>
                <a:schemeClr val="lt1"/>
              </a:buClr>
              <a:buSzPts val="2400"/>
              <a:buNone/>
            </a:pPr>
            <a:r>
              <a:t/>
            </a:r>
            <a:endParaRPr sz="2200"/>
          </a:p>
          <a:p>
            <a:pPr indent="-228600" lvl="0" marL="228600" rtl="0" algn="l">
              <a:lnSpc>
                <a:spcPct val="90000"/>
              </a:lnSpc>
              <a:spcBef>
                <a:spcPts val="500"/>
              </a:spcBef>
              <a:spcAft>
                <a:spcPts val="0"/>
              </a:spcAft>
              <a:buSzPts val="2400"/>
              <a:buChar char="•"/>
            </a:pPr>
            <a:r>
              <a:rPr lang="en-SG" sz="2200"/>
              <a:t>Unnormalized data, may introduce I/U/D anomalies and redundancy</a:t>
            </a:r>
            <a:endParaRPr/>
          </a:p>
          <a:p>
            <a:pPr indent="-76200" lvl="1" marL="685800" rtl="0" algn="l">
              <a:lnSpc>
                <a:spcPct val="90000"/>
              </a:lnSpc>
              <a:spcBef>
                <a:spcPts val="500"/>
              </a:spcBef>
              <a:spcAft>
                <a:spcPts val="0"/>
              </a:spcAft>
              <a:buClr>
                <a:schemeClr val="lt1"/>
              </a:buClr>
              <a:buSzPts val="2400"/>
              <a:buNone/>
            </a:pPr>
            <a:r>
              <a:t/>
            </a:r>
            <a:endParaRPr sz="2200"/>
          </a:p>
          <a:p>
            <a:pPr indent="-228600" lvl="0" marL="228600" rtl="0" algn="l">
              <a:lnSpc>
                <a:spcPct val="90000"/>
              </a:lnSpc>
              <a:spcBef>
                <a:spcPts val="500"/>
              </a:spcBef>
              <a:spcAft>
                <a:spcPts val="0"/>
              </a:spcAft>
              <a:buSzPts val="2400"/>
              <a:buChar char="•"/>
            </a:pPr>
            <a:r>
              <a:rPr lang="en-SG" sz="2000"/>
              <a:t>"Simple" queries using filters</a:t>
            </a:r>
            <a:endParaRPr sz="2000"/>
          </a:p>
          <a:p>
            <a:pPr indent="-76200" lvl="1" marL="685800" rtl="0" algn="l">
              <a:lnSpc>
                <a:spcPct val="90000"/>
              </a:lnSpc>
              <a:spcBef>
                <a:spcPts val="500"/>
              </a:spcBef>
              <a:spcAft>
                <a:spcPts val="0"/>
              </a:spcAft>
              <a:buClr>
                <a:schemeClr val="lt1"/>
              </a:buClr>
              <a:buSzPts val="2400"/>
              <a:buNone/>
            </a:pPr>
            <a:r>
              <a:t/>
            </a:r>
            <a:endParaRPr/>
          </a:p>
        </p:txBody>
      </p:sp>
      <p:sp>
        <p:nvSpPr>
          <p:cNvPr id="208" name="Google Shape;208;p5"/>
          <p:cNvSpPr txBox="1"/>
          <p:nvPr/>
        </p:nvSpPr>
        <p:spPr>
          <a:xfrm>
            <a:off x="382772" y="4401880"/>
            <a:ext cx="7612982" cy="23698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SG" sz="2800" u="none" cap="none" strike="noStrike">
                <a:solidFill>
                  <a:schemeClr val="lt1"/>
                </a:solidFill>
                <a:latin typeface="Arial"/>
                <a:ea typeface="Arial"/>
                <a:cs typeface="Arial"/>
                <a:sym typeface="Arial"/>
              </a:rPr>
              <a:t>*</a:t>
            </a:r>
            <a:r>
              <a:rPr b="0" i="0" lang="en-SG" sz="2400" u="none" cap="none" strike="noStrike">
                <a:solidFill>
                  <a:schemeClr val="lt1"/>
                </a:solidFill>
                <a:latin typeface="Arial"/>
                <a:ea typeface="Arial"/>
                <a:cs typeface="Arial"/>
                <a:sym typeface="Arial"/>
              </a:rPr>
              <a:t>A schema defines the structure of data in a database </a:t>
            </a:r>
            <a:endParaRPr/>
          </a:p>
          <a:p>
            <a:pPr indent="0" lvl="0" marL="0" marR="0" rtl="0" algn="l">
              <a:lnSpc>
                <a:spcPct val="100000"/>
              </a:lnSpc>
              <a:spcBef>
                <a:spcPts val="0"/>
              </a:spcBef>
              <a:spcAft>
                <a:spcPts val="0"/>
              </a:spcAft>
              <a:buNone/>
            </a:pPr>
            <a:r>
              <a:rPr b="0" i="0" lang="en-SG" sz="2400" u="none" cap="none" strike="noStrike">
                <a:solidFill>
                  <a:schemeClr val="lt1"/>
                </a:solidFill>
                <a:latin typeface="Arial"/>
                <a:ea typeface="Arial"/>
                <a:cs typeface="Arial"/>
                <a:sym typeface="Arial"/>
              </a:rPr>
              <a:t>and includes its</a:t>
            </a:r>
            <a:endParaRPr/>
          </a:p>
          <a:p>
            <a:pPr indent="-342900" lvl="0" marL="342900" marR="0" rtl="0" algn="l">
              <a:lnSpc>
                <a:spcPct val="100000"/>
              </a:lnSpc>
              <a:spcBef>
                <a:spcPts val="0"/>
              </a:spcBef>
              <a:spcAft>
                <a:spcPts val="0"/>
              </a:spcAft>
              <a:buClr>
                <a:srgbClr val="000000"/>
              </a:buClr>
              <a:buSzPts val="2400"/>
              <a:buFont typeface="Arial"/>
              <a:buChar char="•"/>
            </a:pPr>
            <a:r>
              <a:rPr b="0" i="0" lang="en-SG" sz="2400" u="none" cap="none" strike="noStrike">
                <a:solidFill>
                  <a:schemeClr val="lt1"/>
                </a:solidFill>
                <a:latin typeface="Arial"/>
                <a:ea typeface="Arial"/>
                <a:cs typeface="Arial"/>
                <a:sym typeface="Arial"/>
              </a:rPr>
              <a:t>Organisation</a:t>
            </a:r>
            <a:endParaRPr b="0" i="0" sz="2400" u="none" cap="none" strike="noStrike">
              <a:solidFill>
                <a:schemeClr val="lt1"/>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2400"/>
              <a:buFont typeface="Arial"/>
              <a:buChar char="•"/>
            </a:pPr>
            <a:r>
              <a:rPr b="0" i="0" lang="en-SG" sz="2400" u="none" cap="none" strike="noStrike">
                <a:solidFill>
                  <a:schemeClr val="lt1"/>
                </a:solidFill>
                <a:latin typeface="Arial"/>
                <a:ea typeface="Arial"/>
                <a:cs typeface="Arial"/>
                <a:sym typeface="Arial"/>
              </a:rPr>
              <a:t>Data types</a:t>
            </a:r>
            <a:endParaRPr/>
          </a:p>
          <a:p>
            <a:pPr indent="-342900" lvl="0" marL="342900" marR="0" rtl="0" algn="l">
              <a:lnSpc>
                <a:spcPct val="100000"/>
              </a:lnSpc>
              <a:spcBef>
                <a:spcPts val="0"/>
              </a:spcBef>
              <a:spcAft>
                <a:spcPts val="0"/>
              </a:spcAft>
              <a:buClr>
                <a:srgbClr val="000000"/>
              </a:buClr>
              <a:buSzPts val="2400"/>
              <a:buFont typeface="Arial"/>
              <a:buChar char="•"/>
            </a:pPr>
            <a:r>
              <a:rPr b="0" i="0" lang="en-SG" sz="2400" u="none" cap="none" strike="noStrike">
                <a:solidFill>
                  <a:schemeClr val="lt1"/>
                </a:solidFill>
                <a:latin typeface="Arial"/>
                <a:ea typeface="Arial"/>
                <a:cs typeface="Arial"/>
                <a:sym typeface="Arial"/>
              </a:rPr>
              <a:t>Constraints and Relationships</a:t>
            </a:r>
            <a:endParaRPr/>
          </a:p>
          <a:p>
            <a:pPr indent="-190500" lvl="0" marL="3429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5" st="5"/>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7">
                                            <p:txEl>
                                              <p:pRg end="6" st="6"/>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6"/>
          <p:cNvSpPr txBox="1"/>
          <p:nvPr>
            <p:ph idx="1" type="body"/>
          </p:nvPr>
        </p:nvSpPr>
        <p:spPr>
          <a:xfrm>
            <a:off x="628650" y="1131580"/>
            <a:ext cx="3886200" cy="270677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SG"/>
              <a:t>Scaled Vertically</a:t>
            </a:r>
            <a:endParaRPr/>
          </a:p>
          <a:p>
            <a:pPr indent="-228600" lvl="1" marL="685800" rtl="0" algn="l">
              <a:lnSpc>
                <a:spcPct val="90000"/>
              </a:lnSpc>
              <a:spcBef>
                <a:spcPts val="500"/>
              </a:spcBef>
              <a:spcAft>
                <a:spcPts val="0"/>
              </a:spcAft>
              <a:buClr>
                <a:schemeClr val="lt1"/>
              </a:buClr>
              <a:buSzPts val="2400"/>
              <a:buChar char="•"/>
            </a:pPr>
            <a:r>
              <a:rPr lang="en-SG"/>
              <a:t>grow by increasing capacity of the DBMS/Server</a:t>
            </a:r>
            <a:endParaRPr/>
          </a:p>
          <a:p>
            <a:pPr indent="-228600" lvl="1" marL="685800" rtl="0" algn="l">
              <a:lnSpc>
                <a:spcPct val="90000"/>
              </a:lnSpc>
              <a:spcBef>
                <a:spcPts val="500"/>
              </a:spcBef>
              <a:spcAft>
                <a:spcPts val="0"/>
              </a:spcAft>
              <a:buClr>
                <a:schemeClr val="lt1"/>
              </a:buClr>
              <a:buSzPts val="2400"/>
              <a:buChar char="•"/>
            </a:pPr>
            <a:r>
              <a:rPr lang="en-SG"/>
              <a:t>Single Point of Failure</a:t>
            </a:r>
            <a:endParaRPr/>
          </a:p>
          <a:p>
            <a:pPr indent="-50800" lvl="0" marL="228600" rtl="0" algn="l">
              <a:lnSpc>
                <a:spcPct val="90000"/>
              </a:lnSpc>
              <a:spcBef>
                <a:spcPts val="1000"/>
              </a:spcBef>
              <a:spcAft>
                <a:spcPts val="0"/>
              </a:spcAft>
              <a:buClr>
                <a:schemeClr val="lt1"/>
              </a:buClr>
              <a:buSzPts val="2800"/>
              <a:buNone/>
            </a:pPr>
            <a:r>
              <a:t/>
            </a:r>
            <a:endParaRPr/>
          </a:p>
        </p:txBody>
      </p:sp>
      <p:sp>
        <p:nvSpPr>
          <p:cNvPr id="214" name="Google Shape;214;p6"/>
          <p:cNvSpPr txBox="1"/>
          <p:nvPr>
            <p:ph idx="2" type="body"/>
          </p:nvPr>
        </p:nvSpPr>
        <p:spPr>
          <a:xfrm>
            <a:off x="4686300" y="1131580"/>
            <a:ext cx="3886200" cy="24409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SG"/>
              <a:t>Scaled Horizontally</a:t>
            </a:r>
            <a:endParaRPr/>
          </a:p>
          <a:p>
            <a:pPr indent="-228600" lvl="1" marL="685800" rtl="0" algn="l">
              <a:lnSpc>
                <a:spcPct val="90000"/>
              </a:lnSpc>
              <a:spcBef>
                <a:spcPts val="500"/>
              </a:spcBef>
              <a:spcAft>
                <a:spcPts val="0"/>
              </a:spcAft>
              <a:buClr>
                <a:schemeClr val="lt1"/>
              </a:buClr>
              <a:buSzPts val="2400"/>
              <a:buChar char="•"/>
            </a:pPr>
            <a:r>
              <a:rPr lang="en-SG"/>
              <a:t>grow by adding more servers</a:t>
            </a:r>
            <a:endParaRPr/>
          </a:p>
          <a:p>
            <a:pPr indent="-228600" lvl="1" marL="685800" rtl="0" algn="l">
              <a:lnSpc>
                <a:spcPct val="90000"/>
              </a:lnSpc>
              <a:spcBef>
                <a:spcPts val="500"/>
              </a:spcBef>
              <a:spcAft>
                <a:spcPts val="0"/>
              </a:spcAft>
              <a:buClr>
                <a:schemeClr val="lt1"/>
              </a:buClr>
              <a:buSzPts val="2400"/>
              <a:buChar char="•"/>
            </a:pPr>
            <a:r>
              <a:rPr lang="en-SG"/>
              <a:t>No Single Point of Failure</a:t>
            </a:r>
            <a:endParaRPr/>
          </a:p>
          <a:p>
            <a:pPr indent="-76200" lvl="1" marL="685800" rtl="0" algn="l">
              <a:lnSpc>
                <a:spcPct val="90000"/>
              </a:lnSpc>
              <a:spcBef>
                <a:spcPts val="500"/>
              </a:spcBef>
              <a:spcAft>
                <a:spcPts val="0"/>
              </a:spcAft>
              <a:buClr>
                <a:schemeClr val="lt1"/>
              </a:buClr>
              <a:buSzPts val="2400"/>
              <a:buNone/>
            </a:pPr>
            <a:r>
              <a:t/>
            </a:r>
            <a:endParaRPr/>
          </a:p>
        </p:txBody>
      </p:sp>
      <p:sp>
        <p:nvSpPr>
          <p:cNvPr id="215" name="Google Shape;215;p6"/>
          <p:cNvSpPr txBox="1"/>
          <p:nvPr>
            <p:ph type="title"/>
          </p:nvPr>
        </p:nvSpPr>
        <p:spPr>
          <a:xfrm>
            <a:off x="628650" y="0"/>
            <a:ext cx="85153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Relational      vs      NoSQL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9"/>
          <p:cNvSpPr txBox="1"/>
          <p:nvPr>
            <p:ph idx="1" type="body"/>
          </p:nvPr>
        </p:nvSpPr>
        <p:spPr>
          <a:xfrm>
            <a:off x="628650" y="1131580"/>
            <a:ext cx="3886200" cy="5032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SG"/>
              <a:t>Use Cases:</a:t>
            </a:r>
            <a:endParaRPr/>
          </a:p>
          <a:p>
            <a:pPr indent="-228600" lvl="1" marL="685800" rtl="0" algn="l">
              <a:lnSpc>
                <a:spcPct val="90000"/>
              </a:lnSpc>
              <a:spcBef>
                <a:spcPts val="500"/>
              </a:spcBef>
              <a:spcAft>
                <a:spcPts val="0"/>
              </a:spcAft>
              <a:buClr>
                <a:schemeClr val="lt1"/>
              </a:buClr>
              <a:buSzPts val="2400"/>
              <a:buChar char="•"/>
            </a:pPr>
            <a:r>
              <a:rPr lang="en-SG"/>
              <a:t>Schema is static and needs to known before hand.</a:t>
            </a:r>
            <a:endParaRPr/>
          </a:p>
          <a:p>
            <a:pPr indent="-228600" lvl="1" marL="685800" rtl="0" algn="l">
              <a:lnSpc>
                <a:spcPct val="90000"/>
              </a:lnSpc>
              <a:spcBef>
                <a:spcPts val="500"/>
              </a:spcBef>
              <a:spcAft>
                <a:spcPts val="0"/>
              </a:spcAft>
              <a:buClr>
                <a:schemeClr val="lt1"/>
              </a:buClr>
              <a:buSzPts val="2400"/>
              <a:buChar char="•"/>
            </a:pPr>
            <a:r>
              <a:rPr lang="en-SG"/>
              <a:t>Business model is mature and does not change</a:t>
            </a:r>
            <a:endParaRPr/>
          </a:p>
          <a:p>
            <a:pPr indent="-228600" lvl="2" marL="1143000" rtl="0" algn="l">
              <a:lnSpc>
                <a:spcPct val="90000"/>
              </a:lnSpc>
              <a:spcBef>
                <a:spcPts val="500"/>
              </a:spcBef>
              <a:spcAft>
                <a:spcPts val="0"/>
              </a:spcAft>
              <a:buClr>
                <a:schemeClr val="lt1"/>
              </a:buClr>
              <a:buSzPts val="1900"/>
              <a:buChar char="•"/>
            </a:pPr>
            <a:r>
              <a:rPr lang="en-SG" sz="1900"/>
              <a:t>Order Processing and Flight Reservations.</a:t>
            </a:r>
            <a:endParaRPr/>
          </a:p>
          <a:p>
            <a:pPr indent="-228600" lvl="2" marL="1143000" rtl="0" algn="l">
              <a:lnSpc>
                <a:spcPct val="90000"/>
              </a:lnSpc>
              <a:spcBef>
                <a:spcPts val="500"/>
              </a:spcBef>
              <a:spcAft>
                <a:spcPts val="0"/>
              </a:spcAft>
              <a:buClr>
                <a:schemeClr val="lt1"/>
              </a:buClr>
              <a:buSzPts val="1900"/>
              <a:buChar char="•"/>
            </a:pPr>
            <a:r>
              <a:rPr lang="en-SG" sz="1900"/>
              <a:t>Most Line of Busines Applications</a:t>
            </a:r>
            <a:endParaRPr/>
          </a:p>
          <a:p>
            <a:pPr indent="-82550" lvl="1" marL="685800" rtl="0" algn="l">
              <a:lnSpc>
                <a:spcPct val="90000"/>
              </a:lnSpc>
              <a:spcBef>
                <a:spcPts val="500"/>
              </a:spcBef>
              <a:spcAft>
                <a:spcPts val="0"/>
              </a:spcAft>
              <a:buClr>
                <a:schemeClr val="lt1"/>
              </a:buClr>
              <a:buSzPts val="2300"/>
              <a:buNone/>
            </a:pPr>
            <a:r>
              <a:t/>
            </a:r>
            <a:endParaRPr sz="2300"/>
          </a:p>
          <a:p>
            <a:pPr indent="-50800" lvl="0" marL="228600" rtl="0" algn="l">
              <a:lnSpc>
                <a:spcPct val="90000"/>
              </a:lnSpc>
              <a:spcBef>
                <a:spcPts val="1000"/>
              </a:spcBef>
              <a:spcAft>
                <a:spcPts val="0"/>
              </a:spcAft>
              <a:buClr>
                <a:schemeClr val="lt1"/>
              </a:buClr>
              <a:buSzPts val="2800"/>
              <a:buNone/>
            </a:pPr>
            <a:r>
              <a:t/>
            </a:r>
            <a:endParaRPr/>
          </a:p>
        </p:txBody>
      </p:sp>
      <p:sp>
        <p:nvSpPr>
          <p:cNvPr id="221" name="Google Shape;221;p9"/>
          <p:cNvSpPr txBox="1"/>
          <p:nvPr>
            <p:ph idx="2" type="body"/>
          </p:nvPr>
        </p:nvSpPr>
        <p:spPr>
          <a:xfrm>
            <a:off x="4686300" y="1131580"/>
            <a:ext cx="38862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lt1"/>
              </a:buClr>
              <a:buSzPts val="2800"/>
              <a:buChar char="•"/>
            </a:pPr>
            <a:r>
              <a:rPr lang="en-SG"/>
              <a:t>Use Cases:</a:t>
            </a:r>
            <a:endParaRPr/>
          </a:p>
          <a:p>
            <a:pPr indent="-228600" lvl="1" marL="685800" rtl="0" algn="l">
              <a:lnSpc>
                <a:spcPct val="90000"/>
              </a:lnSpc>
              <a:spcBef>
                <a:spcPts val="500"/>
              </a:spcBef>
              <a:spcAft>
                <a:spcPts val="0"/>
              </a:spcAft>
              <a:buClr>
                <a:schemeClr val="lt1"/>
              </a:buClr>
              <a:buSzPts val="2400"/>
              <a:buChar char="•"/>
            </a:pPr>
            <a:r>
              <a:rPr lang="en-SG"/>
              <a:t>Schema changes often </a:t>
            </a:r>
            <a:endParaRPr/>
          </a:p>
          <a:p>
            <a:pPr indent="-228600" lvl="1" marL="685800" rtl="0" algn="l">
              <a:lnSpc>
                <a:spcPct val="90000"/>
              </a:lnSpc>
              <a:spcBef>
                <a:spcPts val="500"/>
              </a:spcBef>
              <a:spcAft>
                <a:spcPts val="0"/>
              </a:spcAft>
              <a:buClr>
                <a:schemeClr val="lt1"/>
              </a:buClr>
              <a:buSzPts val="2400"/>
              <a:buChar char="•"/>
            </a:pPr>
            <a:r>
              <a:rPr lang="en-SG"/>
              <a:t>Unstructured data</a:t>
            </a:r>
            <a:endParaRPr/>
          </a:p>
          <a:p>
            <a:pPr indent="-228600" lvl="2" marL="1143000" rtl="0" algn="l">
              <a:lnSpc>
                <a:spcPct val="90000"/>
              </a:lnSpc>
              <a:spcBef>
                <a:spcPts val="500"/>
              </a:spcBef>
              <a:spcAft>
                <a:spcPts val="0"/>
              </a:spcAft>
              <a:buClr>
                <a:schemeClr val="lt1"/>
              </a:buClr>
              <a:buSzPts val="2000"/>
              <a:buChar char="•"/>
            </a:pPr>
            <a:r>
              <a:rPr lang="en-SG"/>
              <a:t>Social Media Apps/ Personalised Content</a:t>
            </a:r>
            <a:endParaRPr/>
          </a:p>
          <a:p>
            <a:pPr indent="-228600" lvl="2" marL="1143000" rtl="0" algn="l">
              <a:lnSpc>
                <a:spcPct val="90000"/>
              </a:lnSpc>
              <a:spcBef>
                <a:spcPts val="500"/>
              </a:spcBef>
              <a:spcAft>
                <a:spcPts val="0"/>
              </a:spcAft>
              <a:buClr>
                <a:schemeClr val="lt1"/>
              </a:buClr>
              <a:buSzPts val="2000"/>
              <a:buChar char="•"/>
            </a:pPr>
            <a:r>
              <a:rPr lang="en-SG"/>
              <a:t>IoT / Real Time Data</a:t>
            </a:r>
            <a:endParaRPr/>
          </a:p>
          <a:p>
            <a:pPr indent="-228600" lvl="2" marL="1143000" rtl="0" algn="l">
              <a:lnSpc>
                <a:spcPct val="90000"/>
              </a:lnSpc>
              <a:spcBef>
                <a:spcPts val="500"/>
              </a:spcBef>
              <a:spcAft>
                <a:spcPts val="0"/>
              </a:spcAft>
              <a:buClr>
                <a:schemeClr val="lt1"/>
              </a:buClr>
              <a:buSzPts val="2000"/>
              <a:buChar char="•"/>
            </a:pPr>
            <a:r>
              <a:rPr lang="en-SG"/>
              <a:t>AI, Machine Learning</a:t>
            </a:r>
            <a:endParaRPr/>
          </a:p>
          <a:p>
            <a:pPr indent="-228600" lvl="1" marL="685800" rtl="0" algn="l">
              <a:lnSpc>
                <a:spcPct val="90000"/>
              </a:lnSpc>
              <a:spcBef>
                <a:spcPts val="500"/>
              </a:spcBef>
              <a:spcAft>
                <a:spcPts val="0"/>
              </a:spcAft>
              <a:buClr>
                <a:schemeClr val="lt1"/>
              </a:buClr>
              <a:buSzPts val="2400"/>
              <a:buChar char="•"/>
            </a:pPr>
            <a:r>
              <a:rPr lang="en-SG"/>
              <a:t>Data Archiving </a:t>
            </a:r>
            <a:endParaRPr/>
          </a:p>
          <a:p>
            <a:pPr indent="0" lvl="1" marL="457200" rtl="0" algn="l">
              <a:lnSpc>
                <a:spcPct val="90000"/>
              </a:lnSpc>
              <a:spcBef>
                <a:spcPts val="500"/>
              </a:spcBef>
              <a:spcAft>
                <a:spcPts val="0"/>
              </a:spcAft>
              <a:buClr>
                <a:schemeClr val="lt1"/>
              </a:buClr>
              <a:buSzPts val="2400"/>
              <a:buNone/>
            </a:pPr>
            <a:r>
              <a:t/>
            </a:r>
            <a:endParaRPr/>
          </a:p>
        </p:txBody>
      </p:sp>
      <p:sp>
        <p:nvSpPr>
          <p:cNvPr id="222" name="Google Shape;222;p9"/>
          <p:cNvSpPr txBox="1"/>
          <p:nvPr>
            <p:ph type="title"/>
          </p:nvPr>
        </p:nvSpPr>
        <p:spPr>
          <a:xfrm>
            <a:off x="628650" y="0"/>
            <a:ext cx="851535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Relational      vs      NoSQL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1">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Differences in Terminology</a:t>
            </a:r>
            <a:endParaRPr/>
          </a:p>
        </p:txBody>
      </p:sp>
      <p:graphicFrame>
        <p:nvGraphicFramePr>
          <p:cNvPr id="228" name="Google Shape;228;p10"/>
          <p:cNvGraphicFramePr/>
          <p:nvPr/>
        </p:nvGraphicFramePr>
        <p:xfrm>
          <a:off x="628650" y="2408803"/>
          <a:ext cx="3000000" cy="3000000"/>
        </p:xfrm>
        <a:graphic>
          <a:graphicData uri="http://schemas.openxmlformats.org/drawingml/2006/table">
            <a:tbl>
              <a:tblPr>
                <a:noFill/>
                <a:tableStyleId>{C53A1D7A-49EA-40B2-876A-82D48BBF74E8}</a:tableStyleId>
              </a:tblPr>
              <a:tblGrid>
                <a:gridCol w="1662325"/>
                <a:gridCol w="3126350"/>
                <a:gridCol w="2184975"/>
              </a:tblGrid>
              <a:tr h="354175">
                <a:tc>
                  <a:txBody>
                    <a:bodyPr/>
                    <a:lstStyle/>
                    <a:p>
                      <a:pPr indent="0" lvl="0" marL="0" marR="0" rtl="0" algn="l">
                        <a:lnSpc>
                          <a:spcPct val="100000"/>
                        </a:lnSpc>
                        <a:spcBef>
                          <a:spcPts val="0"/>
                        </a:spcBef>
                        <a:spcAft>
                          <a:spcPts val="0"/>
                        </a:spcAft>
                        <a:buClr>
                          <a:srgbClr val="000000"/>
                        </a:buClr>
                        <a:buSzPts val="2000"/>
                        <a:buFont typeface="Arial"/>
                        <a:buNone/>
                      </a:pPr>
                      <a:r>
                        <a:rPr b="1" lang="en-SG" sz="2000" u="none" cap="none" strike="noStrike">
                          <a:latin typeface="Arial"/>
                          <a:ea typeface="Arial"/>
                          <a:cs typeface="Arial"/>
                          <a:sym typeface="Arial"/>
                        </a:rPr>
                        <a:t>SQL Lite</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SG" sz="2000" u="none" cap="none" strike="noStrike">
                          <a:latin typeface="Arial"/>
                          <a:ea typeface="Arial"/>
                          <a:cs typeface="Arial"/>
                          <a:sym typeface="Arial"/>
                        </a:rPr>
                        <a:t>MongoDB</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1" lang="en-SG" sz="2000" u="none" cap="none" strike="noStrike">
                          <a:latin typeface="Arial"/>
                          <a:ea typeface="Arial"/>
                          <a:cs typeface="Arial"/>
                          <a:sym typeface="Arial"/>
                        </a:rPr>
                        <a:t>Python</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54175">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Database</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Database</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t/>
                      </a:r>
                      <a:endParaRPr b="0" sz="1700" u="none" cap="none" strike="noStrike">
                        <a:latin typeface="Arial"/>
                        <a:ea typeface="Arial"/>
                        <a:cs typeface="Arial"/>
                        <a:sym typeface="Arial"/>
                      </a:endParaRPr>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54175">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Table</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Collection</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List</a:t>
                      </a:r>
                      <a:endParaRPr b="0" sz="1700" u="none" cap="none" strike="noStrike">
                        <a:latin typeface="Arial"/>
                        <a:ea typeface="Arial"/>
                        <a:cs typeface="Arial"/>
                        <a:sym typeface="Arial"/>
                      </a:endParaRPr>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54175">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Row</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Document</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Dictionary object</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54175">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Column</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Field</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Key</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354175">
                <a:tc>
                  <a:txBody>
                    <a:bodyPr/>
                    <a:lstStyle/>
                    <a:p>
                      <a:pPr indent="0" lvl="0" marL="0" marR="0" rtl="0" algn="l">
                        <a:lnSpc>
                          <a:spcPct val="100000"/>
                        </a:lnSpc>
                        <a:spcBef>
                          <a:spcPts val="0"/>
                        </a:spcBef>
                        <a:spcAft>
                          <a:spcPts val="0"/>
                        </a:spcAft>
                        <a:buClr>
                          <a:srgbClr val="000000"/>
                        </a:buClr>
                        <a:buSzPts val="1700"/>
                        <a:buFont typeface="Arial"/>
                        <a:buNone/>
                      </a:pPr>
                      <a:r>
                        <a:rPr b="0" lang="en-SG" sz="1700" u="none" cap="none" strike="noStrike">
                          <a:latin typeface="Arial"/>
                          <a:ea typeface="Arial"/>
                          <a:cs typeface="Arial"/>
                          <a:sym typeface="Arial"/>
                        </a:rPr>
                        <a:t>Joining</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SG" sz="1400" u="none" cap="none" strike="noStrike"/>
                        <a:t>N.A</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400"/>
                        <a:buFont typeface="Arial"/>
                        <a:buNone/>
                      </a:pPr>
                      <a:r>
                        <a:rPr lang="en-SG" sz="1400" u="none" cap="none" strike="noStrike"/>
                        <a:t>N.A</a:t>
                      </a:r>
                      <a:endParaRPr sz="1400" u="none" cap="none" strike="noStrike"/>
                    </a:p>
                  </a:txBody>
                  <a:tcPr marT="45650" marB="45650" marR="91275" marL="9127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Example</a:t>
            </a:r>
            <a:endParaRPr/>
          </a:p>
        </p:txBody>
      </p:sp>
      <p:pic>
        <p:nvPicPr>
          <p:cNvPr descr="Format mapping relational database_to_MongoDB" id="234" name="Google Shape;234;p11"/>
          <p:cNvPicPr preferRelativeResize="0"/>
          <p:nvPr/>
        </p:nvPicPr>
        <p:blipFill rotWithShape="1">
          <a:blip r:embed="rId3">
            <a:alphaModFix/>
          </a:blip>
          <a:srcRect b="0" l="0" r="0" t="0"/>
          <a:stretch/>
        </p:blipFill>
        <p:spPr>
          <a:xfrm>
            <a:off x="1125793" y="1690689"/>
            <a:ext cx="7084142" cy="490440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2"/>
          <p:cNvSpPr txBox="1"/>
          <p:nvPr>
            <p:ph type="title"/>
          </p:nvPr>
        </p:nvSpPr>
        <p:spPr>
          <a:xfrm>
            <a:off x="403121" y="80901"/>
            <a:ext cx="7886700" cy="54847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11111"/>
              <a:buFont typeface="Open Sans"/>
              <a:buNone/>
            </a:pPr>
            <a:r>
              <a:rPr lang="en-SG" sz="2800"/>
              <a:t>Un-Normalised Form(UNF) to Relational Model</a:t>
            </a:r>
            <a:endParaRPr/>
          </a:p>
        </p:txBody>
      </p:sp>
      <p:graphicFrame>
        <p:nvGraphicFramePr>
          <p:cNvPr id="240" name="Google Shape;240;p12"/>
          <p:cNvGraphicFramePr/>
          <p:nvPr/>
        </p:nvGraphicFramePr>
        <p:xfrm>
          <a:off x="914398" y="713221"/>
          <a:ext cx="3000000" cy="3000000"/>
        </p:xfrm>
        <a:graphic>
          <a:graphicData uri="http://schemas.openxmlformats.org/drawingml/2006/table">
            <a:tbl>
              <a:tblPr bandRow="1" firstRow="1">
                <a:noFill/>
                <a:tableStyleId>{E3494947-02DD-47BE-AB0E-54938D84FBBA}</a:tableStyleId>
              </a:tblPr>
              <a:tblGrid>
                <a:gridCol w="1219200"/>
                <a:gridCol w="1219200"/>
                <a:gridCol w="1219200"/>
                <a:gridCol w="1219200"/>
                <a:gridCol w="1219200"/>
              </a:tblGrid>
              <a:tr h="427000">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OrderID</a:t>
                      </a:r>
                      <a:endParaRPr sz="11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OrderDate</a:t>
                      </a:r>
                      <a:endParaRPr sz="11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CustomerName</a:t>
                      </a:r>
                      <a:endParaRPr sz="11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CustomerContact</a:t>
                      </a:r>
                      <a:endParaRPr sz="11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Products</a:t>
                      </a:r>
                      <a:endParaRPr sz="1400" u="none" cap="none" strike="noStrike"/>
                    </a:p>
                  </a:txBody>
                  <a:tcPr marT="45725" marB="45725" marR="91450" marL="91450"/>
                </a:tc>
              </a:tr>
              <a:tr h="594750">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0100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9/12/2019</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Joe Wang</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91223344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100"/>
                        <a:buFont typeface="Arial"/>
                        <a:buNone/>
                      </a:pPr>
                      <a:r>
                        <a:rPr lang="en-SG" sz="1100" u="none" cap="none" strike="noStrike"/>
                        <a:t>(Bag,12.00),</a:t>
                      </a:r>
                      <a:br>
                        <a:rPr lang="en-SG" sz="1100" u="none" cap="none" strike="noStrike"/>
                      </a:br>
                      <a:r>
                        <a:rPr lang="en-SG" sz="1100" u="none" cap="none" strike="noStrike"/>
                        <a:t>(Book,19.50),</a:t>
                      </a:r>
                      <a:endParaRPr sz="1400" u="none" cap="none" strike="noStrike"/>
                    </a:p>
                    <a:p>
                      <a:pPr indent="0" lvl="0" marL="0" marR="0" rtl="0" algn="ctr">
                        <a:lnSpc>
                          <a:spcPct val="100000"/>
                        </a:lnSpc>
                        <a:spcBef>
                          <a:spcPts val="0"/>
                        </a:spcBef>
                        <a:spcAft>
                          <a:spcPts val="0"/>
                        </a:spcAft>
                        <a:buClr>
                          <a:srgbClr val="000000"/>
                        </a:buClr>
                        <a:buSzPts val="1100"/>
                        <a:buFont typeface="Arial"/>
                        <a:buNone/>
                      </a:pPr>
                      <a:r>
                        <a:rPr lang="en-SG" sz="1100" u="none" cap="none" strike="noStrike"/>
                        <a:t>(Camera,455.00)</a:t>
                      </a:r>
                      <a:endParaRPr sz="1400" u="none" cap="none" strike="noStrike"/>
                    </a:p>
                  </a:txBody>
                  <a:tcPr marT="45725" marB="45725" marR="91450" marL="91450"/>
                </a:tc>
              </a:tr>
            </a:tbl>
          </a:graphicData>
        </a:graphic>
      </p:graphicFrame>
      <p:graphicFrame>
        <p:nvGraphicFramePr>
          <p:cNvPr id="241" name="Google Shape;241;p12"/>
          <p:cNvGraphicFramePr/>
          <p:nvPr/>
        </p:nvGraphicFramePr>
        <p:xfrm>
          <a:off x="321597" y="3423286"/>
          <a:ext cx="3000000" cy="3000000"/>
        </p:xfrm>
        <a:graphic>
          <a:graphicData uri="http://schemas.openxmlformats.org/drawingml/2006/table">
            <a:tbl>
              <a:tblPr bandRow="1" firstRow="1">
                <a:noFill/>
                <a:tableStyleId>{BE71C378-0D89-462E-B42C-0A8507E415FD}</a:tableStyleId>
              </a:tblPr>
              <a:tblGrid>
                <a:gridCol w="1432225"/>
                <a:gridCol w="1432225"/>
                <a:gridCol w="1432225"/>
              </a:tblGrid>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OrderID</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OrderDate</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CustomerID</a:t>
                      </a:r>
                      <a:endParaRPr sz="12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0100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9/12/2019</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012</a:t>
                      </a:r>
                      <a:endParaRPr sz="1400" u="none" cap="none" strike="noStrike"/>
                    </a:p>
                  </a:txBody>
                  <a:tcPr marT="45725" marB="45725" marR="91450" marL="91450"/>
                </a:tc>
              </a:tr>
            </a:tbl>
          </a:graphicData>
        </a:graphic>
      </p:graphicFrame>
      <p:graphicFrame>
        <p:nvGraphicFramePr>
          <p:cNvPr id="242" name="Google Shape;242;p12"/>
          <p:cNvGraphicFramePr/>
          <p:nvPr/>
        </p:nvGraphicFramePr>
        <p:xfrm>
          <a:off x="4277648" y="5437187"/>
          <a:ext cx="3000000" cy="3000000"/>
        </p:xfrm>
        <a:graphic>
          <a:graphicData uri="http://schemas.openxmlformats.org/drawingml/2006/table">
            <a:tbl>
              <a:tblPr bandRow="1" firstRow="1">
                <a:noFill/>
                <a:tableStyleId>{BE71C378-0D89-462E-B42C-0A8507E415FD}</a:tableStyleId>
              </a:tblPr>
              <a:tblGrid>
                <a:gridCol w="1432225"/>
                <a:gridCol w="1432225"/>
                <a:gridCol w="1432225"/>
              </a:tblGrid>
              <a:tr h="2685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CustomerID</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CustomerName</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CustomerContact</a:t>
                      </a:r>
                      <a:endParaRPr sz="1200" u="none" cap="none" strike="noStrike"/>
                    </a:p>
                  </a:txBody>
                  <a:tcPr marT="45725" marB="45725" marR="91450" marL="91450"/>
                </a:tc>
              </a:tr>
              <a:tr h="432275">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012</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Joe Wang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91223344</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45725" marB="45725" marR="91450" marL="91450"/>
                </a:tc>
              </a:tr>
            </a:tbl>
          </a:graphicData>
        </a:graphic>
      </p:graphicFrame>
      <p:graphicFrame>
        <p:nvGraphicFramePr>
          <p:cNvPr id="243" name="Google Shape;243;p12"/>
          <p:cNvGraphicFramePr/>
          <p:nvPr/>
        </p:nvGraphicFramePr>
        <p:xfrm>
          <a:off x="5137969" y="3429000"/>
          <a:ext cx="3000000" cy="3000000"/>
        </p:xfrm>
        <a:graphic>
          <a:graphicData uri="http://schemas.openxmlformats.org/drawingml/2006/table">
            <a:tbl>
              <a:tblPr bandRow="1" firstRow="1">
                <a:noFill/>
                <a:tableStyleId>{BE71C378-0D89-462E-B42C-0A8507E415FD}</a:tableStyleId>
              </a:tblPr>
              <a:tblGrid>
                <a:gridCol w="1228150"/>
                <a:gridCol w="1228150"/>
                <a:gridCol w="1228150"/>
              </a:tblGrid>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ProductID</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ProductName</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Price</a:t>
                      </a:r>
                      <a:endParaRPr sz="14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09</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Bag</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12.00</a:t>
                      </a:r>
                      <a:endParaRPr sz="14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19</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Book</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19.50</a:t>
                      </a:r>
                      <a:endParaRPr sz="14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Camera</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244.00</a:t>
                      </a:r>
                      <a:endParaRPr sz="1400" u="none" cap="none" strike="noStrike"/>
                    </a:p>
                  </a:txBody>
                  <a:tcPr marT="45725" marB="45725" marR="91450" marL="91450"/>
                </a:tc>
              </a:tr>
            </a:tbl>
          </a:graphicData>
        </a:graphic>
      </p:graphicFrame>
      <p:graphicFrame>
        <p:nvGraphicFramePr>
          <p:cNvPr id="244" name="Google Shape;244;p12"/>
          <p:cNvGraphicFramePr/>
          <p:nvPr/>
        </p:nvGraphicFramePr>
        <p:xfrm>
          <a:off x="767223" y="5028959"/>
          <a:ext cx="3000000" cy="3000000"/>
        </p:xfrm>
        <a:graphic>
          <a:graphicData uri="http://schemas.openxmlformats.org/drawingml/2006/table">
            <a:tbl>
              <a:tblPr bandRow="1" firstRow="1">
                <a:noFill/>
                <a:tableStyleId>{BE71C378-0D89-462E-B42C-0A8507E415FD}</a:tableStyleId>
              </a:tblPr>
              <a:tblGrid>
                <a:gridCol w="1145450"/>
                <a:gridCol w="1145450"/>
              </a:tblGrid>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OrderID</a:t>
                      </a:r>
                      <a:endParaRPr sz="12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ProductID</a:t>
                      </a:r>
                      <a:endParaRPr sz="12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0100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09</a:t>
                      </a:r>
                      <a:endParaRPr sz="14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0100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19</a:t>
                      </a:r>
                      <a:endParaRPr sz="1400" u="none" cap="none" strike="noStrike"/>
                    </a:p>
                  </a:txBody>
                  <a:tcPr marT="45725" marB="45725" marR="91450" marL="91450"/>
                </a:tc>
              </a:tr>
              <a:tr h="284050">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0100</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200"/>
                        <a:buFont typeface="Arial"/>
                        <a:buNone/>
                      </a:pPr>
                      <a:r>
                        <a:rPr lang="en-SG" sz="1200" u="none" cap="none" strike="noStrike"/>
                        <a:t>10</a:t>
                      </a:r>
                      <a:endParaRPr sz="1400" u="none" cap="none" strike="noStrike"/>
                    </a:p>
                  </a:txBody>
                  <a:tcPr marT="45725" marB="45725" marR="91450" marL="91450"/>
                </a:tc>
              </a:tr>
            </a:tbl>
          </a:graphicData>
        </a:graphic>
      </p:graphicFrame>
      <p:sp>
        <p:nvSpPr>
          <p:cNvPr id="245" name="Google Shape;245;p12"/>
          <p:cNvSpPr txBox="1"/>
          <p:nvPr/>
        </p:nvSpPr>
        <p:spPr>
          <a:xfrm>
            <a:off x="1766937" y="2957665"/>
            <a:ext cx="136030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SG" sz="2400" u="none" cap="none" strike="noStrike">
                <a:solidFill>
                  <a:schemeClr val="lt1"/>
                </a:solidFill>
                <a:latin typeface="Open Sans"/>
                <a:ea typeface="Open Sans"/>
                <a:cs typeface="Open Sans"/>
                <a:sym typeface="Open Sans"/>
              </a:rPr>
              <a:t>Order</a:t>
            </a:r>
            <a:endParaRPr b="0" i="0" sz="1400" u="none" cap="none" strike="noStrike">
              <a:solidFill>
                <a:srgbClr val="000000"/>
              </a:solidFill>
              <a:latin typeface="Arial"/>
              <a:ea typeface="Arial"/>
              <a:cs typeface="Arial"/>
              <a:sym typeface="Arial"/>
            </a:endParaRPr>
          </a:p>
        </p:txBody>
      </p:sp>
      <p:sp>
        <p:nvSpPr>
          <p:cNvPr id="246" name="Google Shape;246;p12"/>
          <p:cNvSpPr txBox="1"/>
          <p:nvPr/>
        </p:nvSpPr>
        <p:spPr>
          <a:xfrm>
            <a:off x="5722988" y="4905903"/>
            <a:ext cx="208131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SG" sz="2400" u="none" cap="none" strike="noStrike">
                <a:solidFill>
                  <a:schemeClr val="lt1"/>
                </a:solidFill>
                <a:latin typeface="Open Sans"/>
                <a:ea typeface="Open Sans"/>
                <a:cs typeface="Open Sans"/>
                <a:sym typeface="Open Sans"/>
              </a:rPr>
              <a:t>Customer</a:t>
            </a:r>
            <a:endParaRPr b="0" i="0" sz="1400" u="none" cap="none" strike="noStrike">
              <a:solidFill>
                <a:srgbClr val="000000"/>
              </a:solidFill>
              <a:latin typeface="Arial"/>
              <a:ea typeface="Arial"/>
              <a:cs typeface="Arial"/>
              <a:sym typeface="Arial"/>
            </a:endParaRPr>
          </a:p>
        </p:txBody>
      </p:sp>
      <p:sp>
        <p:nvSpPr>
          <p:cNvPr id="247" name="Google Shape;247;p12"/>
          <p:cNvSpPr txBox="1"/>
          <p:nvPr/>
        </p:nvSpPr>
        <p:spPr>
          <a:xfrm>
            <a:off x="5997853" y="2961621"/>
            <a:ext cx="166822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SG" sz="2400" u="none" cap="none" strike="noStrike">
                <a:solidFill>
                  <a:schemeClr val="lt1"/>
                </a:solidFill>
                <a:latin typeface="Open Sans"/>
                <a:ea typeface="Open Sans"/>
                <a:cs typeface="Open Sans"/>
                <a:sym typeface="Open Sans"/>
              </a:rPr>
              <a:t>Product</a:t>
            </a:r>
            <a:endParaRPr b="0" i="0" sz="1400" u="none" cap="none" strike="noStrike">
              <a:solidFill>
                <a:srgbClr val="000000"/>
              </a:solidFill>
              <a:latin typeface="Arial"/>
              <a:ea typeface="Arial"/>
              <a:cs typeface="Arial"/>
              <a:sym typeface="Arial"/>
            </a:endParaRPr>
          </a:p>
        </p:txBody>
      </p:sp>
      <p:sp>
        <p:nvSpPr>
          <p:cNvPr id="248" name="Google Shape;248;p12"/>
          <p:cNvSpPr txBox="1"/>
          <p:nvPr/>
        </p:nvSpPr>
        <p:spPr>
          <a:xfrm>
            <a:off x="1038912" y="4483445"/>
            <a:ext cx="2586790"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SG" sz="2400" u="none" cap="none" strike="noStrike">
                <a:solidFill>
                  <a:schemeClr val="lt1"/>
                </a:solidFill>
                <a:latin typeface="Open Sans"/>
                <a:ea typeface="Open Sans"/>
                <a:cs typeface="Open Sans"/>
                <a:sym typeface="Open Sans"/>
              </a:rPr>
              <a:t>Order_Product</a:t>
            </a:r>
            <a:endParaRPr b="0" i="0" sz="2400" u="none" cap="none" strike="noStrike">
              <a:solidFill>
                <a:schemeClr val="lt1"/>
              </a:solidFill>
              <a:latin typeface="Open Sans"/>
              <a:ea typeface="Open Sans"/>
              <a:cs typeface="Open Sans"/>
              <a:sym typeface="Open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3"/>
          <p:cNvSpPr txBox="1"/>
          <p:nvPr/>
        </p:nvSpPr>
        <p:spPr>
          <a:xfrm>
            <a:off x="491612" y="1910483"/>
            <a:ext cx="7305375" cy="501671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“OrderID”: “0100”,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“OrderDate”:”9/12/2019”,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“CustomerName”: “Joe Wang”,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“CustomerContact”:”91223344”,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“Products”: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“ProductName”:”Bag”,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“Price”:12.00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“ProductName”:”Book”,</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“Price”:19.50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“ProductName”:”Camera”,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“Price”:455.00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SG" sz="16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p:txBody>
      </p:sp>
      <p:sp>
        <p:nvSpPr>
          <p:cNvPr id="254" name="Google Shape;254;p13"/>
          <p:cNvSpPr txBox="1"/>
          <p:nvPr>
            <p:ph type="title"/>
          </p:nvPr>
        </p:nvSpPr>
        <p:spPr>
          <a:xfrm>
            <a:off x="403121" y="80901"/>
            <a:ext cx="7886700" cy="54847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11111"/>
              <a:buFont typeface="Open Sans"/>
              <a:buNone/>
            </a:pPr>
            <a:r>
              <a:rPr lang="en-SG" sz="2800"/>
              <a:t>Un-Normalised Form(UNF) to Relational Model</a:t>
            </a:r>
            <a:endParaRPr/>
          </a:p>
        </p:txBody>
      </p:sp>
      <p:graphicFrame>
        <p:nvGraphicFramePr>
          <p:cNvPr id="255" name="Google Shape;255;p13"/>
          <p:cNvGraphicFramePr/>
          <p:nvPr/>
        </p:nvGraphicFramePr>
        <p:xfrm>
          <a:off x="491612" y="629372"/>
          <a:ext cx="3000000" cy="3000000"/>
        </p:xfrm>
        <a:graphic>
          <a:graphicData uri="http://schemas.openxmlformats.org/drawingml/2006/table">
            <a:tbl>
              <a:tblPr bandRow="1" firstRow="1">
                <a:noFill/>
                <a:tableStyleId>{E3494947-02DD-47BE-AB0E-54938D84FBBA}</a:tableStyleId>
              </a:tblPr>
              <a:tblGrid>
                <a:gridCol w="1461075"/>
                <a:gridCol w="1461075"/>
                <a:gridCol w="1461075"/>
                <a:gridCol w="1461075"/>
                <a:gridCol w="1461075"/>
              </a:tblGrid>
              <a:tr h="427000">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OrderID</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OrderDate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CustomerName</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CustomerContact</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Products</a:t>
                      </a:r>
                      <a:endParaRPr sz="1400" u="none" cap="none" strike="noStrike"/>
                    </a:p>
                  </a:txBody>
                  <a:tcPr marT="45725" marB="45725" marR="91450" marL="91450"/>
                </a:tc>
              </a:tr>
              <a:tr h="594750">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0100</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9/12/2019</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Joe Wang</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91223344</a:t>
                      </a:r>
                      <a:endParaRPr sz="1400"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SG" sz="1400" u="none" cap="none" strike="noStrike"/>
                        <a:t>(Bag,12.00),</a:t>
                      </a:r>
                      <a:br>
                        <a:rPr lang="en-SG" sz="1400" u="none" cap="none" strike="noStrike"/>
                      </a:br>
                      <a:r>
                        <a:rPr lang="en-SG" sz="1400" u="none" cap="none" strike="noStrike"/>
                        <a:t>(Book,19.50),</a:t>
                      </a:r>
                      <a:endParaRPr sz="1400" u="none" cap="none" strike="noStrike"/>
                    </a:p>
                    <a:p>
                      <a:pPr indent="0" lvl="0" marL="0" marR="0" rtl="0" algn="ctr">
                        <a:lnSpc>
                          <a:spcPct val="100000"/>
                        </a:lnSpc>
                        <a:spcBef>
                          <a:spcPts val="0"/>
                        </a:spcBef>
                        <a:spcAft>
                          <a:spcPts val="0"/>
                        </a:spcAft>
                        <a:buClr>
                          <a:srgbClr val="000000"/>
                        </a:buClr>
                        <a:buSzPts val="1400"/>
                        <a:buFont typeface="Arial"/>
                        <a:buNone/>
                      </a:pPr>
                      <a:r>
                        <a:rPr lang="en-SG" sz="1400" u="none" cap="none" strike="noStrike"/>
                        <a:t>(Camera,455.00)</a:t>
                      </a:r>
                      <a:endParaRPr sz="14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Open Sans"/>
              <a:buNone/>
            </a:pPr>
            <a:r>
              <a:rPr lang="en-SG"/>
              <a:t>Demo/Code</a:t>
            </a:r>
            <a:endParaRPr/>
          </a:p>
        </p:txBody>
      </p:sp>
      <p:sp>
        <p:nvSpPr>
          <p:cNvPr id="261" name="Google Shape;261;p1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lt1"/>
              </a:buClr>
              <a:buSzPts val="2800"/>
              <a:buNone/>
            </a:pPr>
            <a:r>
              <a:rPr lang="en-SG"/>
              <a:t>The code shown in the following slides are javascript that are executed in the mongo shell. </a:t>
            </a:r>
            <a:endParaRPr/>
          </a:p>
          <a:p>
            <a:pPr indent="-50800" lvl="0" marL="228600" rtl="0" algn="l">
              <a:lnSpc>
                <a:spcPct val="90000"/>
              </a:lnSpc>
              <a:spcBef>
                <a:spcPts val="0"/>
              </a:spcBef>
              <a:spcAft>
                <a:spcPts val="0"/>
              </a:spcAft>
              <a:buClr>
                <a:schemeClr val="lt1"/>
              </a:buClr>
              <a:buSzPts val="2800"/>
              <a:buNone/>
            </a:pPr>
            <a:r>
              <a:t/>
            </a:r>
            <a:endParaRPr/>
          </a:p>
          <a:p>
            <a:pPr indent="-50800" lvl="0" marL="228600" rtl="0" algn="l">
              <a:lnSpc>
                <a:spcPct val="90000"/>
              </a:lnSpc>
              <a:spcBef>
                <a:spcPts val="0"/>
              </a:spcBef>
              <a:spcAft>
                <a:spcPts val="0"/>
              </a:spcAft>
              <a:buClr>
                <a:schemeClr val="lt1"/>
              </a:buClr>
              <a:buSzPts val="2800"/>
              <a:buNone/>
            </a:pPr>
            <a:r>
              <a:rPr lang="en-SG"/>
              <a:t>A Level software does not include mongo shell, so NO NEED to learn.</a:t>
            </a:r>
            <a:endParaRPr/>
          </a:p>
          <a:p>
            <a:pPr indent="-50800" lvl="0" marL="228600" rtl="0" algn="l">
              <a:lnSpc>
                <a:spcPct val="90000"/>
              </a:lnSpc>
              <a:spcBef>
                <a:spcPts val="0"/>
              </a:spcBef>
              <a:spcAft>
                <a:spcPts val="0"/>
              </a:spcAft>
              <a:buClr>
                <a:schemeClr val="lt1"/>
              </a:buClr>
              <a:buSzPts val="2800"/>
              <a:buNone/>
            </a:pPr>
            <a:r>
              <a:t/>
            </a:r>
            <a:endParaRPr/>
          </a:p>
          <a:p>
            <a:pPr indent="-50800" lvl="0" marL="228600" rtl="0" algn="l">
              <a:lnSpc>
                <a:spcPct val="90000"/>
              </a:lnSpc>
              <a:spcBef>
                <a:spcPts val="0"/>
              </a:spcBef>
              <a:spcAft>
                <a:spcPts val="0"/>
              </a:spcAft>
              <a:buClr>
                <a:schemeClr val="lt1"/>
              </a:buClr>
              <a:buSzPts val="2800"/>
              <a:buNone/>
            </a:pPr>
            <a:r>
              <a:rPr lang="en-SG"/>
              <a:t>We have to use pymongo in Python.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628650" y="365126"/>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267" name="Google Shape;267;p15"/>
          <p:cNvSpPr txBox="1"/>
          <p:nvPr>
            <p:ph idx="1" type="body"/>
          </p:nvPr>
        </p:nvSpPr>
        <p:spPr>
          <a:xfrm>
            <a:off x="628649" y="1383174"/>
            <a:ext cx="8240047" cy="51097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lt1"/>
              </a:buClr>
              <a:buSzPts val="2800"/>
              <a:buChar char="•"/>
            </a:pPr>
            <a:r>
              <a:rPr lang="en-SG"/>
              <a:t>Show Databases/Collections</a:t>
            </a:r>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show dbs</a:t>
            </a:r>
            <a:endParaRPr>
              <a:latin typeface="Courier New"/>
              <a:ea typeface="Courier New"/>
              <a:cs typeface="Courier New"/>
              <a:sym typeface="Courier New"/>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show collections</a:t>
            </a:r>
            <a:endParaRPr/>
          </a:p>
          <a:p>
            <a:pPr indent="-228600" lvl="0" marL="228600" rtl="0" algn="l">
              <a:lnSpc>
                <a:spcPct val="90000"/>
              </a:lnSpc>
              <a:spcBef>
                <a:spcPts val="1000"/>
              </a:spcBef>
              <a:spcAft>
                <a:spcPts val="0"/>
              </a:spcAft>
              <a:buClr>
                <a:schemeClr val="lt1"/>
              </a:buClr>
              <a:buSzPts val="2800"/>
              <a:buChar char="•"/>
            </a:pPr>
            <a:r>
              <a:rPr lang="en-SG"/>
              <a:t>Connect / Create Database (if database_name not found</a:t>
            </a:r>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use </a:t>
            </a:r>
            <a:r>
              <a:rPr i="1" lang="en-SG">
                <a:latin typeface="Courier New"/>
                <a:ea typeface="Courier New"/>
                <a:cs typeface="Courier New"/>
                <a:sym typeface="Courier New"/>
              </a:rPr>
              <a:t>&lt;database_name&gt;</a:t>
            </a:r>
            <a:endParaRPr/>
          </a:p>
          <a:p>
            <a:pPr indent="-228600" lvl="0" marL="228600" rtl="0" algn="l">
              <a:lnSpc>
                <a:spcPct val="90000"/>
              </a:lnSpc>
              <a:spcBef>
                <a:spcPts val="1000"/>
              </a:spcBef>
              <a:spcAft>
                <a:spcPts val="0"/>
              </a:spcAft>
              <a:buClr>
                <a:schemeClr val="lt1"/>
              </a:buClr>
              <a:buSzPts val="2800"/>
              <a:buChar char="•"/>
            </a:pPr>
            <a:r>
              <a:rPr lang="en-SG"/>
              <a:t>Create a collection/document</a:t>
            </a:r>
            <a:endParaRPr/>
          </a:p>
          <a:p>
            <a:pPr indent="-228600" lvl="1" marL="727710" rtl="0" algn="l">
              <a:lnSpc>
                <a:spcPct val="107000"/>
              </a:lnSpc>
              <a:spcBef>
                <a:spcPts val="500"/>
              </a:spcBef>
              <a:spcAft>
                <a:spcPts val="0"/>
              </a:spcAft>
              <a:buClr>
                <a:schemeClr val="lt1"/>
              </a:buClr>
              <a:buSzPts val="2000"/>
              <a:buChar char="•"/>
            </a:pPr>
            <a:r>
              <a:rPr lang="en-SG" sz="2000">
                <a:latin typeface="Courier New"/>
                <a:ea typeface="Courier New"/>
                <a:cs typeface="Courier New"/>
                <a:sym typeface="Courier New"/>
              </a:rPr>
              <a:t>db.createCollection("person")</a:t>
            </a:r>
            <a:endParaRPr/>
          </a:p>
          <a:p>
            <a:pPr indent="0" lvl="1" marL="499110" rtl="0" algn="l">
              <a:lnSpc>
                <a:spcPct val="107000"/>
              </a:lnSpc>
              <a:spcBef>
                <a:spcPts val="500"/>
              </a:spcBef>
              <a:spcAft>
                <a:spcPts val="0"/>
              </a:spcAft>
              <a:buClr>
                <a:schemeClr val="lt1"/>
              </a:buClr>
              <a:buSzPts val="2000"/>
              <a:buNone/>
            </a:pPr>
            <a:r>
              <a:rPr lang="en-SG" sz="2000">
                <a:latin typeface="Calibri"/>
                <a:ea typeface="Calibri"/>
                <a:cs typeface="Calibri"/>
                <a:sym typeface="Calibri"/>
              </a:rPr>
              <a:t>OR by inserting a document, the collection will be automatically created!</a:t>
            </a:r>
            <a:endParaRPr/>
          </a:p>
          <a:p>
            <a:pPr indent="-228600" lvl="1" marL="727710" rtl="0" algn="l">
              <a:lnSpc>
                <a:spcPct val="107000"/>
              </a:lnSpc>
              <a:spcBef>
                <a:spcPts val="500"/>
              </a:spcBef>
              <a:spcAft>
                <a:spcPts val="0"/>
              </a:spcAft>
              <a:buClr>
                <a:schemeClr val="lt1"/>
              </a:buClr>
              <a:buSzPts val="2000"/>
              <a:buChar char="•"/>
            </a:pPr>
            <a:r>
              <a:rPr lang="en-SG" sz="2000">
                <a:latin typeface="Courier New"/>
                <a:ea typeface="Courier New"/>
                <a:cs typeface="Courier New"/>
                <a:sym typeface="Courier New"/>
              </a:rPr>
              <a:t>db.person.insert({</a:t>
            </a:r>
            <a:endParaRPr/>
          </a:p>
          <a:p>
            <a:pPr indent="0" lvl="1" marL="499110" rtl="0" algn="l">
              <a:lnSpc>
                <a:spcPct val="107000"/>
              </a:lnSpc>
              <a:spcBef>
                <a:spcPts val="500"/>
              </a:spcBef>
              <a:spcAft>
                <a:spcPts val="0"/>
              </a:spcAft>
              <a:buClr>
                <a:schemeClr val="lt1"/>
              </a:buClr>
              <a:buSzPts val="2000"/>
              <a:buNone/>
            </a:pPr>
            <a:r>
              <a:rPr lang="en-SG" sz="2000">
                <a:latin typeface="Courier New"/>
                <a:ea typeface="Courier New"/>
                <a:cs typeface="Courier New"/>
                <a:sym typeface="Courier New"/>
              </a:rPr>
              <a:t>“name”:"John",”class”:"18S01",                       “hobbies”:["running","kayaking","gaming"],</a:t>
            </a:r>
            <a:endParaRPr/>
          </a:p>
          <a:p>
            <a:pPr indent="0" lvl="1" marL="499110" rtl="0" algn="l">
              <a:lnSpc>
                <a:spcPct val="107000"/>
              </a:lnSpc>
              <a:spcBef>
                <a:spcPts val="500"/>
              </a:spcBef>
              <a:spcAft>
                <a:spcPts val="0"/>
              </a:spcAft>
              <a:buClr>
                <a:schemeClr val="lt1"/>
              </a:buClr>
              <a:buSzPts val="2000"/>
              <a:buNone/>
            </a:pPr>
            <a:r>
              <a:rPr lang="en-SG" sz="2000">
                <a:latin typeface="Courier New"/>
                <a:ea typeface="Courier New"/>
                <a:cs typeface="Courier New"/>
                <a:sym typeface="Courier New"/>
              </a:rPr>
              <a:t>“PM”:{“name”:”Chan”,”age”:34}  })</a:t>
            </a:r>
            <a:endParaRPr sz="2000">
              <a:latin typeface="Calibri"/>
              <a:ea typeface="Calibri"/>
              <a:cs typeface="Calibri"/>
              <a:sym typeface="Calibri"/>
            </a:endParaRPr>
          </a:p>
          <a:p>
            <a:pPr indent="-76200" lvl="1" marL="685800" rtl="0" algn="l">
              <a:lnSpc>
                <a:spcPct val="90000"/>
              </a:lnSpc>
              <a:spcBef>
                <a:spcPts val="500"/>
              </a:spcBef>
              <a:spcAft>
                <a:spcPts val="0"/>
              </a:spcAft>
              <a:buClr>
                <a:schemeClr val="lt1"/>
              </a:buClr>
              <a:buSzPts val="2400"/>
              <a:buNone/>
            </a:pPr>
            <a:r>
              <a:t/>
            </a:r>
            <a:endParaRPr/>
          </a:p>
        </p:txBody>
      </p:sp>
      <p:sp>
        <p:nvSpPr>
          <p:cNvPr id="268" name="Google Shape;268;p15"/>
          <p:cNvSpPr txBox="1"/>
          <p:nvPr/>
        </p:nvSpPr>
        <p:spPr>
          <a:xfrm>
            <a:off x="1209368" y="889197"/>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7">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txBox="1"/>
          <p:nvPr>
            <p:ph type="title"/>
          </p:nvPr>
        </p:nvSpPr>
        <p:spPr>
          <a:xfrm>
            <a:off x="628650" y="0"/>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275" name="Google Shape;275;p16"/>
          <p:cNvSpPr txBox="1"/>
          <p:nvPr>
            <p:ph idx="1" type="body"/>
          </p:nvPr>
        </p:nvSpPr>
        <p:spPr>
          <a:xfrm>
            <a:off x="628650" y="573427"/>
            <a:ext cx="5629638" cy="1535820"/>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rgbClr val="FFFF00"/>
              </a:buClr>
              <a:buSzPct val="100000"/>
              <a:buNone/>
            </a:pPr>
            <a:r>
              <a:rPr lang="en-SG">
                <a:solidFill>
                  <a:srgbClr val="FFFF00"/>
                </a:solidFill>
              </a:rPr>
              <a:t>Query</a:t>
            </a:r>
            <a:endParaRPr/>
          </a:p>
          <a:p>
            <a:pPr indent="-228600" lvl="0" marL="228600" rtl="0" algn="l">
              <a:lnSpc>
                <a:spcPct val="90000"/>
              </a:lnSpc>
              <a:spcBef>
                <a:spcPts val="1000"/>
              </a:spcBef>
              <a:spcAft>
                <a:spcPts val="0"/>
              </a:spcAft>
              <a:buClr>
                <a:schemeClr val="lt1"/>
              </a:buClr>
              <a:buSzPct val="100000"/>
              <a:buChar char="•"/>
            </a:pPr>
            <a:r>
              <a:rPr lang="en-SG"/>
              <a:t>db.person.find(&lt;query&gt;, &lt;projection&gt;)  </a:t>
            </a:r>
            <a:endParaRPr/>
          </a:p>
          <a:p>
            <a:pPr indent="-228600" lvl="0" marL="228600" rtl="0" algn="l">
              <a:lnSpc>
                <a:spcPct val="90000"/>
              </a:lnSpc>
              <a:spcBef>
                <a:spcPts val="1000"/>
              </a:spcBef>
              <a:spcAft>
                <a:spcPts val="0"/>
              </a:spcAft>
              <a:buClr>
                <a:schemeClr val="lt1"/>
              </a:buClr>
              <a:buSzPct val="100000"/>
              <a:buChar char="•"/>
            </a:pPr>
            <a:r>
              <a:rPr lang="en-SG"/>
              <a:t>db.person.find()</a:t>
            </a:r>
            <a:endParaRPr/>
          </a:p>
          <a:p>
            <a:pPr indent="0" lvl="0" marL="0" rtl="0" algn="l">
              <a:lnSpc>
                <a:spcPct val="90000"/>
              </a:lnSpc>
              <a:spcBef>
                <a:spcPts val="1000"/>
              </a:spcBef>
              <a:spcAft>
                <a:spcPts val="0"/>
              </a:spcAft>
              <a:buClr>
                <a:schemeClr val="lt1"/>
              </a:buClr>
              <a:buSzPct val="100000"/>
              <a:buNone/>
            </a:pPr>
            <a:r>
              <a:rPr lang="en-SG"/>
              <a:t>    #SELECT * FROM person </a:t>
            </a:r>
            <a:endParaRPr/>
          </a:p>
          <a:p>
            <a:pPr indent="0" lvl="0" marL="0" rtl="0" algn="l">
              <a:lnSpc>
                <a:spcPct val="90000"/>
              </a:lnSpc>
              <a:spcBef>
                <a:spcPts val="1000"/>
              </a:spcBef>
              <a:spcAft>
                <a:spcPts val="0"/>
              </a:spcAft>
              <a:buClr>
                <a:schemeClr val="lt1"/>
              </a:buClr>
              <a:buSzPct val="100000"/>
              <a:buNone/>
            </a:pPr>
            <a:r>
              <a:t/>
            </a:r>
            <a:endParaRPr/>
          </a:p>
        </p:txBody>
      </p:sp>
      <p:sp>
        <p:nvSpPr>
          <p:cNvPr id="276" name="Google Shape;276;p16"/>
          <p:cNvSpPr txBox="1"/>
          <p:nvPr/>
        </p:nvSpPr>
        <p:spPr>
          <a:xfrm>
            <a:off x="1229591" y="183421"/>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
        <p:nvSpPr>
          <p:cNvPr id="277" name="Google Shape;277;p16"/>
          <p:cNvSpPr/>
          <p:nvPr/>
        </p:nvSpPr>
        <p:spPr>
          <a:xfrm>
            <a:off x="132735" y="5124449"/>
            <a:ext cx="7654413" cy="1733551"/>
          </a:xfrm>
          <a:prstGeom prst="rect">
            <a:avLst/>
          </a:prstGeom>
          <a:noFill/>
          <a:ln>
            <a:noFill/>
          </a:ln>
        </p:spPr>
        <p:txBody>
          <a:bodyPr anchorCtr="0" anchor="t" bIns="45700" lIns="91425" spcFirstLastPara="1" rIns="91425" wrap="square" tIns="45700">
            <a:spAutoFit/>
          </a:bodyPr>
          <a:lstStyle/>
          <a:p>
            <a:pPr indent="0" lvl="0" marL="270510" marR="0" rtl="0" algn="l">
              <a:lnSpc>
                <a:spcPct val="107000"/>
              </a:lnSpc>
              <a:spcBef>
                <a:spcPts val="0"/>
              </a:spcBef>
              <a:spcAft>
                <a:spcPts val="0"/>
              </a:spcAft>
              <a:buClr>
                <a:srgbClr val="000000"/>
              </a:buClr>
              <a:buSzPts val="2000"/>
              <a:buFont typeface="Arial"/>
              <a:buNone/>
            </a:pPr>
            <a:r>
              <a:rPr b="0" i="0" lang="en-SG" sz="2000" u="none" cap="none" strike="noStrike">
                <a:solidFill>
                  <a:srgbClr val="FFFF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“name”:"John","class":"18S01",                       “hobbies”:["running","kayaking","gaming"],</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“PM”:{“name”:”Chan”,"age":34}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a:t>
            </a:r>
            <a:endParaRPr b="0" i="0" sz="1800" u="none" cap="none" strike="noStrike">
              <a:solidFill>
                <a:srgbClr val="FFFF00"/>
              </a:solidFill>
              <a:latin typeface="Open Sans"/>
              <a:ea typeface="Open Sans"/>
              <a:cs typeface="Open Sans"/>
              <a:sym typeface="Open Sans"/>
            </a:endParaRPr>
          </a:p>
        </p:txBody>
      </p:sp>
      <p:sp>
        <p:nvSpPr>
          <p:cNvPr id="278" name="Google Shape;278;p16"/>
          <p:cNvSpPr txBox="1"/>
          <p:nvPr/>
        </p:nvSpPr>
        <p:spPr>
          <a:xfrm>
            <a:off x="628650" y="2129921"/>
            <a:ext cx="8515350" cy="2994528"/>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marR="0" rtl="0" algn="l">
              <a:lnSpc>
                <a:spcPct val="90000"/>
              </a:lnSpc>
              <a:spcBef>
                <a:spcPts val="0"/>
              </a:spcBef>
              <a:spcAft>
                <a:spcPts val="0"/>
              </a:spcAft>
              <a:buClr>
                <a:schemeClr val="lt1"/>
              </a:buClr>
              <a:buSzPct val="100000"/>
              <a:buFont typeface="Arial"/>
              <a:buChar char="•"/>
            </a:pPr>
            <a:r>
              <a:rPr b="0" i="0" lang="en-SG" sz="2800" u="none" cap="none" strike="noStrike">
                <a:solidFill>
                  <a:schemeClr val="lt1"/>
                </a:solidFill>
                <a:latin typeface="Open Sans"/>
                <a:ea typeface="Open Sans"/>
                <a:cs typeface="Open Sans"/>
                <a:sym typeface="Open Sans"/>
              </a:rPr>
              <a:t>db.person.find({"name":"John"})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rPr b="0" i="0" lang="en-SG" sz="2800" u="none" cap="none" strike="noStrike">
                <a:solidFill>
                  <a:schemeClr val="lt1"/>
                </a:solidFill>
                <a:latin typeface="Open Sans"/>
                <a:ea typeface="Open Sans"/>
                <a:cs typeface="Open Sans"/>
                <a:sym typeface="Open Sans"/>
              </a:rPr>
              <a:t>#SELECT * FROM person WHERE name=  “John”</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t/>
            </a:r>
            <a:endParaRPr b="0" i="0" sz="2800" u="none" cap="none" strike="noStrike">
              <a:solidFill>
                <a:schemeClr val="lt1"/>
              </a:solidFill>
              <a:latin typeface="Open Sans"/>
              <a:ea typeface="Open Sans"/>
              <a:cs typeface="Open Sans"/>
              <a:sym typeface="Open Sans"/>
            </a:endParaRPr>
          </a:p>
          <a:p>
            <a:pPr indent="0" lvl="0" marL="0" marR="0" rtl="0" algn="l">
              <a:lnSpc>
                <a:spcPct val="90000"/>
              </a:lnSpc>
              <a:spcBef>
                <a:spcPts val="1000"/>
              </a:spcBef>
              <a:spcAft>
                <a:spcPts val="0"/>
              </a:spcAft>
              <a:buClr>
                <a:schemeClr val="lt1"/>
              </a:buClr>
              <a:buSzPct val="100000"/>
              <a:buFont typeface="Arial"/>
              <a:buNone/>
            </a:pPr>
            <a:r>
              <a:rPr b="0" i="0" lang="en-SG" sz="2800" u="none" cap="none" strike="noStrike">
                <a:solidFill>
                  <a:schemeClr val="lt1"/>
                </a:solidFill>
                <a:latin typeface="Open Sans"/>
                <a:ea typeface="Open Sans"/>
                <a:cs typeface="Open Sans"/>
                <a:sym typeface="Open Sans"/>
              </a:rPr>
              <a:t>#implicit AND</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lt1"/>
              </a:buClr>
              <a:buSzPct val="100000"/>
              <a:buFont typeface="Arial"/>
              <a:buChar char="•"/>
            </a:pPr>
            <a:r>
              <a:rPr b="0" i="0" lang="en-SG" sz="2800" u="none" cap="none" strike="noStrike">
                <a:solidFill>
                  <a:schemeClr val="lt1"/>
                </a:solidFill>
                <a:latin typeface="Open Sans"/>
                <a:ea typeface="Open Sans"/>
                <a:cs typeface="Open Sans"/>
                <a:sym typeface="Open Sans"/>
              </a:rPr>
              <a:t>db.person.find({"name": "John", "class":"18S01"})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rPr b="0" i="0" lang="en-SG" sz="2800" u="none" cap="none" strike="noStrike">
                <a:solidFill>
                  <a:schemeClr val="lt1"/>
                </a:solidFill>
                <a:latin typeface="Open Sans"/>
                <a:ea typeface="Open Sans"/>
                <a:cs typeface="Open Sans"/>
                <a:sym typeface="Open Sans"/>
              </a:rPr>
              <a:t>#SELECT * FROM person WHERE name=  “John” AND class = "18S01"</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t/>
            </a:r>
            <a:endParaRPr b="0" i="0" sz="2800" u="none" cap="none" strike="noStrike">
              <a:solidFill>
                <a:schemeClr val="lt1"/>
              </a:solidFill>
              <a:latin typeface="Open Sans"/>
              <a:ea typeface="Open Sans"/>
              <a:cs typeface="Open Sans"/>
              <a:sym typeface="Open Sans"/>
            </a:endParaRPr>
          </a:p>
          <a:p>
            <a:pPr indent="0" lvl="0" marL="0" marR="0" rtl="0" algn="l">
              <a:lnSpc>
                <a:spcPct val="90000"/>
              </a:lnSpc>
              <a:spcBef>
                <a:spcPts val="1000"/>
              </a:spcBef>
              <a:spcAft>
                <a:spcPts val="0"/>
              </a:spcAft>
              <a:buClr>
                <a:schemeClr val="lt1"/>
              </a:buClr>
              <a:buSzPct val="100000"/>
              <a:buFont typeface="Arial"/>
              <a:buNone/>
            </a:pPr>
            <a:r>
              <a:rPr b="0" i="0" lang="en-SG" sz="2800" u="none" cap="none" strike="noStrike">
                <a:solidFill>
                  <a:schemeClr val="lt1"/>
                </a:solidFill>
                <a:latin typeface="Open Sans"/>
                <a:ea typeface="Open Sans"/>
                <a:cs typeface="Open Sans"/>
                <a:sym typeface="Open Sans"/>
              </a:rPr>
              <a:t>#explicit OR</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rPr b="0" i="0" lang="en-SG" sz="2800" u="none" cap="none" strike="noStrike">
                <a:solidFill>
                  <a:schemeClr val="lt1"/>
                </a:solidFill>
                <a:latin typeface="Open Sans"/>
                <a:ea typeface="Open Sans"/>
                <a:cs typeface="Open Sans"/>
                <a:sym typeface="Open Sans"/>
              </a:rPr>
              <a:t>db.person.find( {"$or": [  { "name":"John"}, {"class":"18S02"  }  ] }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7"/>
          <p:cNvSpPr txBox="1"/>
          <p:nvPr>
            <p:ph type="title"/>
          </p:nvPr>
        </p:nvSpPr>
        <p:spPr>
          <a:xfrm>
            <a:off x="628650" y="0"/>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285" name="Google Shape;285;p17"/>
          <p:cNvSpPr txBox="1"/>
          <p:nvPr/>
        </p:nvSpPr>
        <p:spPr>
          <a:xfrm>
            <a:off x="1229591" y="183421"/>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
        <p:nvSpPr>
          <p:cNvPr id="286" name="Google Shape;286;p17"/>
          <p:cNvSpPr/>
          <p:nvPr/>
        </p:nvSpPr>
        <p:spPr>
          <a:xfrm>
            <a:off x="195081" y="4894654"/>
            <a:ext cx="7654413" cy="1733551"/>
          </a:xfrm>
          <a:prstGeom prst="rect">
            <a:avLst/>
          </a:prstGeom>
          <a:noFill/>
          <a:ln>
            <a:noFill/>
          </a:ln>
        </p:spPr>
        <p:txBody>
          <a:bodyPr anchorCtr="0" anchor="t" bIns="45700" lIns="91425" spcFirstLastPara="1" rIns="91425" wrap="square" tIns="45700">
            <a:spAutoFit/>
          </a:bodyPr>
          <a:lstStyle/>
          <a:p>
            <a:pPr indent="0" lvl="0" marL="270510" marR="0" rtl="0" algn="l">
              <a:lnSpc>
                <a:spcPct val="107000"/>
              </a:lnSpc>
              <a:spcBef>
                <a:spcPts val="0"/>
              </a:spcBef>
              <a:spcAft>
                <a:spcPts val="0"/>
              </a:spcAft>
              <a:buClr>
                <a:srgbClr val="000000"/>
              </a:buClr>
              <a:buSzPts val="2000"/>
              <a:buFont typeface="Arial"/>
              <a:buNone/>
            </a:pPr>
            <a:r>
              <a:rPr b="0" i="0" lang="en-SG" sz="2000" u="none" cap="none" strike="noStrike">
                <a:solidFill>
                  <a:srgbClr val="FFFF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“name”:"John","class":"18S01",                       “hobbies”:["running","kayaking","gaming"],</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“PM”:{“name”:”Chan”,"age":34}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a:t>
            </a:r>
            <a:endParaRPr b="0" i="0" sz="1800" u="none" cap="none" strike="noStrike">
              <a:solidFill>
                <a:srgbClr val="FFFF00"/>
              </a:solidFill>
              <a:latin typeface="Open Sans"/>
              <a:ea typeface="Open Sans"/>
              <a:cs typeface="Open Sans"/>
              <a:sym typeface="Open Sans"/>
            </a:endParaRPr>
          </a:p>
        </p:txBody>
      </p:sp>
      <p:sp>
        <p:nvSpPr>
          <p:cNvPr id="287" name="Google Shape;287;p17"/>
          <p:cNvSpPr txBox="1"/>
          <p:nvPr/>
        </p:nvSpPr>
        <p:spPr>
          <a:xfrm>
            <a:off x="628648" y="2511607"/>
            <a:ext cx="6313651" cy="1834785"/>
          </a:xfrm>
          <a:prstGeom prst="rect">
            <a:avLst/>
          </a:prstGeom>
          <a:noFill/>
          <a:ln>
            <a:noFill/>
          </a:ln>
        </p:spPr>
        <p:txBody>
          <a:bodyPr anchorCtr="0" anchor="t" bIns="45700" lIns="91425" spcFirstLastPara="1" rIns="91425" wrap="square" tIns="45700">
            <a:normAutofit lnSpcReduction="10000"/>
          </a:bodyPr>
          <a:lstStyle/>
          <a:p>
            <a:pPr indent="0" lvl="0" marL="0" marR="0" rtl="0" algn="l">
              <a:lnSpc>
                <a:spcPct val="90000"/>
              </a:lnSpc>
              <a:spcBef>
                <a:spcPts val="0"/>
              </a:spcBef>
              <a:spcAft>
                <a:spcPts val="0"/>
              </a:spcAft>
              <a:buClr>
                <a:schemeClr val="lt1"/>
              </a:buClr>
              <a:buSzPts val="2800"/>
              <a:buFont typeface="Arial"/>
              <a:buNone/>
            </a:pPr>
            <a:r>
              <a:t/>
            </a:r>
            <a:endParaRPr b="0" i="0" sz="2800" u="none" cap="none" strike="noStrike">
              <a:solidFill>
                <a:schemeClr val="lt1"/>
              </a:solidFill>
              <a:latin typeface="Open Sans"/>
              <a:ea typeface="Open Sans"/>
              <a:cs typeface="Open Sans"/>
              <a:sym typeface="Open Sans"/>
            </a:endParaRPr>
          </a:p>
          <a:p>
            <a:pPr indent="0" lvl="0" marL="0" marR="0" rtl="0" algn="l">
              <a:lnSpc>
                <a:spcPct val="90000"/>
              </a:lnSpc>
              <a:spcBef>
                <a:spcPts val="1000"/>
              </a:spcBef>
              <a:spcAft>
                <a:spcPts val="0"/>
              </a:spcAft>
              <a:buClr>
                <a:schemeClr val="lt1"/>
              </a:buClr>
              <a:buSzPts val="2800"/>
              <a:buFont typeface="Arial"/>
              <a:buNone/>
            </a:pPr>
            <a:r>
              <a:rPr b="0" i="0" lang="en-SG" sz="2800" u="none" cap="none" strike="noStrike">
                <a:solidFill>
                  <a:schemeClr val="lt1"/>
                </a:solidFill>
                <a:latin typeface="Open Sans"/>
                <a:ea typeface="Open Sans"/>
                <a:cs typeface="Open Sans"/>
                <a:sym typeface="Open Sans"/>
              </a:rPr>
              <a:t># nested attribute</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lt1"/>
              </a:buClr>
              <a:buSzPts val="2800"/>
              <a:buFont typeface="Arial"/>
              <a:buChar char="•"/>
            </a:pPr>
            <a:r>
              <a:rPr b="0" i="0" lang="en-SG" sz="2800" u="none" cap="none" strike="noStrike">
                <a:solidFill>
                  <a:schemeClr val="lt1"/>
                </a:solidFill>
                <a:latin typeface="Open Sans"/>
                <a:ea typeface="Open Sans"/>
                <a:cs typeface="Open Sans"/>
                <a:sym typeface="Open Sans"/>
              </a:rPr>
              <a:t>db.person.find( {“PM.name”: “Chan”} )</a:t>
            </a:r>
            <a:endParaRPr b="0" i="0" sz="1400" u="none" cap="none" strike="noStrike">
              <a:solidFill>
                <a:srgbClr val="000000"/>
              </a:solidFill>
              <a:latin typeface="Arial"/>
              <a:ea typeface="Arial"/>
              <a:cs typeface="Arial"/>
              <a:sym typeface="Arial"/>
            </a:endParaRPr>
          </a:p>
        </p:txBody>
      </p:sp>
      <p:sp>
        <p:nvSpPr>
          <p:cNvPr id="288" name="Google Shape;288;p17"/>
          <p:cNvSpPr txBox="1"/>
          <p:nvPr/>
        </p:nvSpPr>
        <p:spPr>
          <a:xfrm>
            <a:off x="628648" y="430754"/>
            <a:ext cx="8432225" cy="2080853"/>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l">
              <a:lnSpc>
                <a:spcPct val="90000"/>
              </a:lnSpc>
              <a:spcBef>
                <a:spcPts val="0"/>
              </a:spcBef>
              <a:spcAft>
                <a:spcPts val="0"/>
              </a:spcAft>
              <a:buClr>
                <a:schemeClr val="lt1"/>
              </a:buClr>
              <a:buSzPct val="100000"/>
              <a:buFont typeface="Arial"/>
              <a:buNone/>
            </a:pPr>
            <a:r>
              <a:t/>
            </a:r>
            <a:endParaRPr b="0" i="0" sz="2800" u="none" cap="none" strike="noStrike">
              <a:solidFill>
                <a:schemeClr val="lt1"/>
              </a:solidFill>
              <a:latin typeface="Open Sans"/>
              <a:ea typeface="Open Sans"/>
              <a:cs typeface="Open Sans"/>
              <a:sym typeface="Open Sans"/>
            </a:endParaRPr>
          </a:p>
          <a:p>
            <a:pPr indent="0" lvl="0" marL="0" marR="0" rtl="0" algn="l">
              <a:lnSpc>
                <a:spcPct val="90000"/>
              </a:lnSpc>
              <a:spcBef>
                <a:spcPts val="1000"/>
              </a:spcBef>
              <a:spcAft>
                <a:spcPts val="0"/>
              </a:spcAft>
              <a:buClr>
                <a:srgbClr val="FFFF00"/>
              </a:buClr>
              <a:buSzPct val="100000"/>
              <a:buFont typeface="Arial"/>
              <a:buNone/>
            </a:pPr>
            <a:r>
              <a:rPr b="0" i="0" lang="en-SG" sz="2800" u="none" cap="none" strike="noStrike">
                <a:solidFill>
                  <a:srgbClr val="FFFF00"/>
                </a:solidFill>
                <a:latin typeface="Open Sans"/>
                <a:ea typeface="Open Sans"/>
                <a:cs typeface="Open Sans"/>
                <a:sym typeface="Open Sans"/>
              </a:rPr>
              <a:t>Query on non-atomic value attribute</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lt1"/>
              </a:buClr>
              <a:buSzPct val="100000"/>
              <a:buFont typeface="Arial"/>
              <a:buChar char="•"/>
            </a:pPr>
            <a:r>
              <a:rPr b="0" i="0" lang="en-SG" sz="2800" u="none" cap="none" strike="noStrike">
                <a:solidFill>
                  <a:schemeClr val="lt1"/>
                </a:solidFill>
                <a:latin typeface="Open Sans"/>
                <a:ea typeface="Open Sans"/>
                <a:cs typeface="Open Sans"/>
                <a:sym typeface="Open Sans"/>
              </a:rPr>
              <a:t>db.person.find( {"hobbies": "kayaking}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t/>
            </a:r>
            <a:endParaRPr b="0" i="0" sz="2800" u="none" cap="none" strike="noStrike">
              <a:solidFill>
                <a:schemeClr val="lt1"/>
              </a:solidFill>
              <a:latin typeface="Open Sans"/>
              <a:ea typeface="Open Sans"/>
              <a:cs typeface="Open Sans"/>
              <a:sym typeface="Open Sans"/>
            </a:endParaRPr>
          </a:p>
          <a:p>
            <a:pPr indent="-228600" lvl="0" marL="228600" marR="0" rtl="0" algn="l">
              <a:lnSpc>
                <a:spcPct val="90000"/>
              </a:lnSpc>
              <a:spcBef>
                <a:spcPts val="1000"/>
              </a:spcBef>
              <a:spcAft>
                <a:spcPts val="0"/>
              </a:spcAft>
              <a:buClr>
                <a:schemeClr val="lt1"/>
              </a:buClr>
              <a:buSzPct val="100000"/>
              <a:buFont typeface="Arial"/>
              <a:buChar char="•"/>
            </a:pPr>
            <a:r>
              <a:rPr b="0" i="0" lang="en-SG" sz="2800" u="none" cap="none" strike="noStrike">
                <a:solidFill>
                  <a:schemeClr val="lt1"/>
                </a:solidFill>
                <a:latin typeface="Open Sans"/>
                <a:ea typeface="Open Sans"/>
                <a:cs typeface="Open Sans"/>
                <a:sym typeface="Open Sans"/>
              </a:rPr>
              <a:t># find person who has kayaking or running as a hobby</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lt1"/>
              </a:buClr>
              <a:buSzPct val="100000"/>
              <a:buFont typeface="Arial"/>
              <a:buChar char="•"/>
            </a:pPr>
            <a:r>
              <a:rPr b="0" i="0" lang="en-SG" sz="2800" u="none" cap="none" strike="noStrike">
                <a:solidFill>
                  <a:schemeClr val="lt1"/>
                </a:solidFill>
                <a:latin typeface="Open Sans"/>
                <a:ea typeface="Open Sans"/>
                <a:cs typeface="Open Sans"/>
                <a:sym typeface="Open Sans"/>
              </a:rPr>
              <a:t>db.person.find( {"hobbies": </a:t>
            </a:r>
            <a:r>
              <a:rPr b="0" i="0" lang="en-SG" sz="2800" u="none" cap="none" strike="noStrike">
                <a:solidFill>
                  <a:srgbClr val="FFFF00"/>
                </a:solidFill>
                <a:latin typeface="Open Sans"/>
                <a:ea typeface="Open Sans"/>
                <a:cs typeface="Open Sans"/>
                <a:sym typeface="Open Sans"/>
              </a:rPr>
              <a:t>{"$in":[ "running", "kayaking" ]} </a:t>
            </a:r>
            <a:r>
              <a:rPr b="0" i="0" lang="en-SG" sz="2800" u="none" cap="none" strike="noStrike">
                <a:solidFill>
                  <a:schemeClr val="lt1"/>
                </a:solidFill>
                <a:latin typeface="Open Sans"/>
                <a:ea typeface="Open Sans"/>
                <a:cs typeface="Open Sans"/>
                <a:sym typeface="Open Sans"/>
              </a:rPr>
              <a: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txBox="1"/>
          <p:nvPr>
            <p:ph type="title"/>
          </p:nvPr>
        </p:nvSpPr>
        <p:spPr>
          <a:xfrm>
            <a:off x="628650" y="0"/>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294" name="Google Shape;294;p18"/>
          <p:cNvSpPr txBox="1"/>
          <p:nvPr>
            <p:ph idx="1" type="body"/>
          </p:nvPr>
        </p:nvSpPr>
        <p:spPr>
          <a:xfrm>
            <a:off x="132736" y="802200"/>
            <a:ext cx="6916993" cy="135910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00"/>
              </a:buClr>
              <a:buSzPts val="2800"/>
              <a:buChar char="•"/>
            </a:pPr>
            <a:r>
              <a:rPr lang="en-SG">
                <a:solidFill>
                  <a:srgbClr val="FFFF00"/>
                </a:solidFill>
              </a:rPr>
              <a:t>query : find all PMs above 30 years old</a:t>
            </a:r>
            <a:endParaRPr/>
          </a:p>
          <a:p>
            <a:pPr indent="-228600" lvl="1" marL="685800" rtl="0" algn="l">
              <a:lnSpc>
                <a:spcPct val="90000"/>
              </a:lnSpc>
              <a:spcBef>
                <a:spcPts val="500"/>
              </a:spcBef>
              <a:spcAft>
                <a:spcPts val="0"/>
              </a:spcAft>
              <a:buClr>
                <a:schemeClr val="lt1"/>
              </a:buClr>
              <a:buSzPts val="2400"/>
              <a:buChar char="•"/>
            </a:pPr>
            <a:r>
              <a:rPr lang="en-SG"/>
              <a:t>db.person.find( {“PM.age”: </a:t>
            </a:r>
            <a:r>
              <a:rPr lang="en-SG">
                <a:solidFill>
                  <a:srgbClr val="FFFF00"/>
                </a:solidFill>
              </a:rPr>
              <a:t>{ "$gt":30 } </a:t>
            </a:r>
            <a:r>
              <a:rPr lang="en-SG"/>
              <a:t>} ) </a:t>
            </a:r>
            <a:endParaRPr/>
          </a:p>
          <a:p>
            <a:pPr indent="0" lvl="1" marL="457200" rtl="0" algn="l">
              <a:lnSpc>
                <a:spcPct val="90000"/>
              </a:lnSpc>
              <a:spcBef>
                <a:spcPts val="500"/>
              </a:spcBef>
              <a:spcAft>
                <a:spcPts val="0"/>
              </a:spcAft>
              <a:buClr>
                <a:schemeClr val="lt1"/>
              </a:buClr>
              <a:buSzPts val="2400"/>
              <a:buNone/>
            </a:pPr>
            <a:r>
              <a:rPr lang="en-SG"/>
              <a:t>   # WHERE PM.age &gt; 30</a:t>
            </a:r>
            <a:endParaRPr/>
          </a:p>
          <a:p>
            <a:pPr indent="0" lvl="1" marL="457200" rtl="0" algn="l">
              <a:lnSpc>
                <a:spcPct val="90000"/>
              </a:lnSpc>
              <a:spcBef>
                <a:spcPts val="500"/>
              </a:spcBef>
              <a:spcAft>
                <a:spcPts val="0"/>
              </a:spcAft>
              <a:buClr>
                <a:schemeClr val="lt1"/>
              </a:buClr>
              <a:buSzPts val="2400"/>
              <a:buNone/>
            </a:pPr>
            <a:r>
              <a:t/>
            </a:r>
            <a:endParaRPr/>
          </a:p>
          <a:p>
            <a:pPr indent="0" lvl="1" marL="457200" rtl="0" algn="l">
              <a:lnSpc>
                <a:spcPct val="90000"/>
              </a:lnSpc>
              <a:spcBef>
                <a:spcPts val="500"/>
              </a:spcBef>
              <a:spcAft>
                <a:spcPts val="0"/>
              </a:spcAft>
              <a:buClr>
                <a:schemeClr val="lt1"/>
              </a:buClr>
              <a:buSzPts val="2400"/>
              <a:buNone/>
            </a:pPr>
            <a:r>
              <a:t/>
            </a:r>
            <a:endParaRPr/>
          </a:p>
        </p:txBody>
      </p:sp>
      <p:sp>
        <p:nvSpPr>
          <p:cNvPr id="295" name="Google Shape;295;p18"/>
          <p:cNvSpPr txBox="1"/>
          <p:nvPr/>
        </p:nvSpPr>
        <p:spPr>
          <a:xfrm>
            <a:off x="1219200" y="368087"/>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
        <p:nvSpPr>
          <p:cNvPr id="296" name="Google Shape;296;p18"/>
          <p:cNvSpPr/>
          <p:nvPr/>
        </p:nvSpPr>
        <p:spPr>
          <a:xfrm>
            <a:off x="278208" y="5036898"/>
            <a:ext cx="7654413" cy="1733551"/>
          </a:xfrm>
          <a:prstGeom prst="rect">
            <a:avLst/>
          </a:prstGeom>
          <a:noFill/>
          <a:ln>
            <a:noFill/>
          </a:ln>
        </p:spPr>
        <p:txBody>
          <a:bodyPr anchorCtr="0" anchor="t" bIns="45700" lIns="91425" spcFirstLastPara="1" rIns="91425" wrap="square" tIns="45700">
            <a:spAutoFit/>
          </a:bodyPr>
          <a:lstStyle/>
          <a:p>
            <a:pPr indent="0" lvl="0" marL="270510" marR="0" rtl="0" algn="l">
              <a:lnSpc>
                <a:spcPct val="107000"/>
              </a:lnSpc>
              <a:spcBef>
                <a:spcPts val="0"/>
              </a:spcBef>
              <a:spcAft>
                <a:spcPts val="0"/>
              </a:spcAft>
              <a:buClr>
                <a:srgbClr val="000000"/>
              </a:buClr>
              <a:buSzPts val="2000"/>
              <a:buFont typeface="Arial"/>
              <a:buNone/>
            </a:pPr>
            <a:r>
              <a:rPr b="0" i="0" lang="en-SG" sz="2000" u="none" cap="none" strike="noStrike">
                <a:solidFill>
                  <a:srgbClr val="FFFF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“name”:"John",”class”:"18S01",                       “hobbies”:["running","kayaking","GAMING"],</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“PM”:{“name”:”Chan”,"age":34}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a:t>
            </a:r>
            <a:endParaRPr b="0" i="0" sz="1800" u="none" cap="none" strike="noStrike">
              <a:solidFill>
                <a:srgbClr val="FFFF00"/>
              </a:solidFill>
              <a:latin typeface="Open Sans"/>
              <a:ea typeface="Open Sans"/>
              <a:cs typeface="Open Sans"/>
              <a:sym typeface="Open Sans"/>
            </a:endParaRPr>
          </a:p>
        </p:txBody>
      </p:sp>
      <p:sp>
        <p:nvSpPr>
          <p:cNvPr id="297" name="Google Shape;297;p18"/>
          <p:cNvSpPr txBox="1"/>
          <p:nvPr/>
        </p:nvSpPr>
        <p:spPr>
          <a:xfrm>
            <a:off x="0" y="3267282"/>
            <a:ext cx="6916993" cy="2018190"/>
          </a:xfrm>
          <a:prstGeom prst="rect">
            <a:avLst/>
          </a:prstGeom>
          <a:noFill/>
          <a:ln>
            <a:noFill/>
          </a:ln>
        </p:spPr>
        <p:txBody>
          <a:bodyPr anchorCtr="0" anchor="t" bIns="45700" lIns="91425" spcFirstLastPara="1" rIns="91425" wrap="square" tIns="45700">
            <a:normAutofit/>
          </a:bodyPr>
          <a:lstStyle/>
          <a:p>
            <a:pPr indent="0" lvl="1" marL="457200" marR="0" rtl="0" algn="l">
              <a:lnSpc>
                <a:spcPct val="90000"/>
              </a:lnSpc>
              <a:spcBef>
                <a:spcPts val="0"/>
              </a:spcBef>
              <a:spcAft>
                <a:spcPts val="0"/>
              </a:spcAft>
              <a:buClr>
                <a:schemeClr val="lt1"/>
              </a:buClr>
              <a:buSzPts val="2400"/>
              <a:buFont typeface="Arial"/>
              <a:buNone/>
            </a:pPr>
            <a:r>
              <a:t/>
            </a:r>
            <a:endParaRPr b="0" i="0" sz="2400" u="none" cap="none" strike="noStrike">
              <a:solidFill>
                <a:schemeClr val="lt1"/>
              </a:solidFill>
              <a:latin typeface="Open Sans"/>
              <a:ea typeface="Open Sans"/>
              <a:cs typeface="Open Sans"/>
              <a:sym typeface="Open Sans"/>
            </a:endParaRPr>
          </a:p>
          <a:p>
            <a:pPr indent="0" lvl="1" marL="457200" marR="0" rtl="0" algn="l">
              <a:lnSpc>
                <a:spcPct val="90000"/>
              </a:lnSpc>
              <a:spcBef>
                <a:spcPts val="500"/>
              </a:spcBef>
              <a:spcAft>
                <a:spcPts val="0"/>
              </a:spcAft>
              <a:buClr>
                <a:srgbClr val="FFFF00"/>
              </a:buClr>
              <a:buSzPts val="2400"/>
              <a:buFont typeface="Arial"/>
              <a:buNone/>
            </a:pPr>
            <a:r>
              <a:rPr b="0" i="0" lang="en-SG" sz="2400" u="none" cap="none" strike="noStrike">
                <a:solidFill>
                  <a:srgbClr val="FFFF00"/>
                </a:solidFill>
                <a:latin typeface="Open Sans"/>
                <a:ea typeface="Open Sans"/>
                <a:cs typeface="Open Sans"/>
                <a:sym typeface="Open Sans"/>
              </a:rPr>
              <a:t>Projection</a:t>
            </a:r>
            <a:endParaRPr b="0" i="0" sz="1400" u="none" cap="none" strike="noStrike">
              <a:solidFill>
                <a:srgbClr val="000000"/>
              </a:solidFill>
              <a:latin typeface="Arial"/>
              <a:ea typeface="Arial"/>
              <a:cs typeface="Arial"/>
              <a:sym typeface="Arial"/>
            </a:endParaRPr>
          </a:p>
          <a:p>
            <a:pPr indent="-228600" lvl="1" marL="685800" marR="0" rtl="0" algn="l">
              <a:lnSpc>
                <a:spcPct val="90000"/>
              </a:lnSpc>
              <a:spcBef>
                <a:spcPts val="500"/>
              </a:spcBef>
              <a:spcAft>
                <a:spcPts val="0"/>
              </a:spcAft>
              <a:buClr>
                <a:schemeClr val="lt1"/>
              </a:buClr>
              <a:buSzPts val="2400"/>
              <a:buFont typeface="Arial"/>
              <a:buChar char="•"/>
            </a:pPr>
            <a:r>
              <a:rPr b="0" i="0" lang="en-SG" sz="2400" u="none" cap="none" strike="noStrike">
                <a:solidFill>
                  <a:schemeClr val="lt1"/>
                </a:solidFill>
                <a:latin typeface="Open Sans"/>
                <a:ea typeface="Open Sans"/>
                <a:cs typeface="Open Sans"/>
                <a:sym typeface="Open Sans"/>
              </a:rPr>
              <a:t>db.person.find({ }, </a:t>
            </a:r>
            <a:r>
              <a:rPr b="0" i="0" lang="en-SG" sz="2400" u="none" cap="none" strike="noStrike">
                <a:solidFill>
                  <a:srgbClr val="FF0000"/>
                </a:solidFill>
                <a:latin typeface="Open Sans"/>
                <a:ea typeface="Open Sans"/>
                <a:cs typeface="Open Sans"/>
                <a:sym typeface="Open Sans"/>
              </a:rPr>
              <a:t>{</a:t>
            </a:r>
            <a:r>
              <a:rPr b="0" i="0" lang="en-SG" sz="2400" u="none" cap="none" strike="noStrike">
                <a:solidFill>
                  <a:schemeClr val="lt1"/>
                </a:solidFill>
                <a:latin typeface="Open Sans"/>
                <a:ea typeface="Open Sans"/>
                <a:cs typeface="Open Sans"/>
                <a:sym typeface="Open Sans"/>
              </a:rPr>
              <a:t>"name":1,"_id:0</a:t>
            </a:r>
            <a:r>
              <a:rPr b="0" i="0" lang="en-SG" sz="2400" u="none" cap="none" strike="noStrike">
                <a:solidFill>
                  <a:srgbClr val="FF0000"/>
                </a:solidFill>
                <a:latin typeface="Open Sans"/>
                <a:ea typeface="Open Sans"/>
                <a:cs typeface="Open Sans"/>
                <a:sym typeface="Open Sans"/>
              </a:rPr>
              <a:t>}</a:t>
            </a:r>
            <a:r>
              <a:rPr b="0" i="0" lang="en-SG" sz="24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ts val="2400"/>
              <a:buFont typeface="Arial"/>
              <a:buNone/>
            </a:pPr>
            <a:r>
              <a:rPr b="0" i="0" lang="en-SG" sz="2400" u="none" cap="none" strike="noStrike">
                <a:solidFill>
                  <a:schemeClr val="lt1"/>
                </a:solidFill>
                <a:latin typeface="Open Sans"/>
                <a:ea typeface="Open Sans"/>
                <a:cs typeface="Open Sans"/>
                <a:sym typeface="Open Sans"/>
              </a:rPr>
              <a:t>    SELECT name FROM person</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ts val="2400"/>
              <a:buFont typeface="Arial"/>
              <a:buNone/>
            </a:pPr>
            <a:r>
              <a:t/>
            </a:r>
            <a:endParaRPr b="0" i="0" sz="2400" u="none" cap="none" strike="noStrike">
              <a:solidFill>
                <a:schemeClr val="lt1"/>
              </a:solidFill>
              <a:latin typeface="Open Sans"/>
              <a:ea typeface="Open Sans"/>
              <a:cs typeface="Open Sans"/>
              <a:sym typeface="Open Sans"/>
            </a:endParaRPr>
          </a:p>
        </p:txBody>
      </p:sp>
      <p:sp>
        <p:nvSpPr>
          <p:cNvPr id="298" name="Google Shape;298;p18"/>
          <p:cNvSpPr txBox="1"/>
          <p:nvPr/>
        </p:nvSpPr>
        <p:spPr>
          <a:xfrm>
            <a:off x="154943" y="2409884"/>
            <a:ext cx="6916993" cy="1142038"/>
          </a:xfrm>
          <a:prstGeom prst="rect">
            <a:avLst/>
          </a:prstGeom>
          <a:noFill/>
          <a:ln>
            <a:noFill/>
          </a:ln>
        </p:spPr>
        <p:txBody>
          <a:bodyPr anchorCtr="0" anchor="t" bIns="45700" lIns="91425" spcFirstLastPara="1" rIns="91425" wrap="square" tIns="45700">
            <a:normAutofit fontScale="92500"/>
          </a:bodyPr>
          <a:lstStyle/>
          <a:p>
            <a:pPr indent="0" lvl="1" marL="457200" marR="0" rtl="0" algn="l">
              <a:lnSpc>
                <a:spcPct val="90000"/>
              </a:lnSpc>
              <a:spcBef>
                <a:spcPts val="0"/>
              </a:spcBef>
              <a:spcAft>
                <a:spcPts val="0"/>
              </a:spcAft>
              <a:buClr>
                <a:srgbClr val="FFFF00"/>
              </a:buClr>
              <a:buSzPct val="108108"/>
              <a:buFont typeface="Arial"/>
              <a:buNone/>
            </a:pPr>
            <a:r>
              <a:rPr b="0" i="0" lang="en-SG" sz="2400" u="none" cap="none" strike="noStrike">
                <a:solidFill>
                  <a:srgbClr val="FFFF00"/>
                </a:solidFill>
                <a:latin typeface="Open Sans"/>
                <a:ea typeface="Open Sans"/>
                <a:cs typeface="Open Sans"/>
                <a:sym typeface="Open Sans"/>
              </a:rPr>
              <a:t>find person with no hobbies</a:t>
            </a:r>
            <a:endParaRPr b="0" i="0" sz="1400" u="none" cap="none" strike="noStrike">
              <a:solidFill>
                <a:srgbClr val="000000"/>
              </a:solidFill>
              <a:latin typeface="Arial"/>
              <a:ea typeface="Arial"/>
              <a:cs typeface="Arial"/>
              <a:sym typeface="Arial"/>
            </a:endParaRPr>
          </a:p>
          <a:p>
            <a:pPr indent="-228600" lvl="1" marL="685800" marR="0" rtl="0" algn="l">
              <a:lnSpc>
                <a:spcPct val="90000"/>
              </a:lnSpc>
              <a:spcBef>
                <a:spcPts val="500"/>
              </a:spcBef>
              <a:spcAft>
                <a:spcPts val="0"/>
              </a:spcAft>
              <a:buClr>
                <a:schemeClr val="lt1"/>
              </a:buClr>
              <a:buSzPct val="108108"/>
              <a:buFont typeface="Arial"/>
              <a:buChar char="•"/>
            </a:pPr>
            <a:r>
              <a:rPr b="0" i="0" lang="en-SG" sz="2400" u="none" cap="none" strike="noStrike">
                <a:solidFill>
                  <a:schemeClr val="lt1"/>
                </a:solidFill>
                <a:latin typeface="Open Sans"/>
                <a:ea typeface="Open Sans"/>
                <a:cs typeface="Open Sans"/>
                <a:sym typeface="Open Sans"/>
              </a:rPr>
              <a:t>db.person.find( {"hobbies": </a:t>
            </a:r>
            <a:r>
              <a:rPr b="0" i="0" lang="en-SG" sz="2400" u="none" cap="none" strike="noStrike">
                <a:solidFill>
                  <a:srgbClr val="FFFF00"/>
                </a:solidFill>
                <a:latin typeface="Open Sans"/>
                <a:ea typeface="Open Sans"/>
                <a:cs typeface="Open Sans"/>
                <a:sym typeface="Open Sans"/>
              </a:rPr>
              <a:t>{ "$exists":0 } </a:t>
            </a:r>
            <a:r>
              <a:rPr b="0" i="0" lang="en-SG" sz="2400" u="none" cap="none" strike="noStrike">
                <a:solidFill>
                  <a:schemeClr val="lt1"/>
                </a:solidFill>
                <a:latin typeface="Open Sans"/>
                <a:ea typeface="Open Sans"/>
                <a:cs typeface="Open Sans"/>
                <a:sym typeface="Open Sans"/>
              </a:rPr>
              <a:t>} )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ct val="108108"/>
              <a:buFont typeface="Arial"/>
              <a:buNone/>
            </a:pPr>
            <a:r>
              <a:rPr b="0" i="0" lang="en-SG" sz="24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ct val="108108"/>
              <a:buFont typeface="Arial"/>
              <a:buNone/>
            </a:pPr>
            <a:r>
              <a:t/>
            </a:r>
            <a:endParaRPr b="0" i="0" sz="2400" u="none" cap="none" strike="noStrike">
              <a:solidFill>
                <a:schemeClr val="lt1"/>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9"/>
          <p:cNvSpPr txBox="1"/>
          <p:nvPr>
            <p:ph type="title"/>
          </p:nvPr>
        </p:nvSpPr>
        <p:spPr>
          <a:xfrm>
            <a:off x="628650" y="0"/>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304" name="Google Shape;304;p19"/>
          <p:cNvSpPr txBox="1"/>
          <p:nvPr>
            <p:ph idx="1" type="body"/>
          </p:nvPr>
        </p:nvSpPr>
        <p:spPr>
          <a:xfrm>
            <a:off x="132736" y="802200"/>
            <a:ext cx="8878528" cy="591323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00"/>
              </a:buClr>
              <a:buSzPts val="2800"/>
              <a:buChar char="•"/>
            </a:pPr>
            <a:r>
              <a:rPr lang="en-SG">
                <a:solidFill>
                  <a:srgbClr val="FFFF00"/>
                </a:solidFill>
              </a:rPr>
              <a:t>delete</a:t>
            </a:r>
            <a:r>
              <a:rPr lang="en-SG"/>
              <a:t> ## in PyMongo </a:t>
            </a:r>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db.person.drop() #DROP TABLE person</a:t>
            </a:r>
            <a:endParaRPr/>
          </a:p>
          <a:p>
            <a:pPr indent="0" lvl="1" marL="457200" rtl="0" algn="l">
              <a:lnSpc>
                <a:spcPct val="90000"/>
              </a:lnSpc>
              <a:spcBef>
                <a:spcPts val="500"/>
              </a:spcBef>
              <a:spcAft>
                <a:spcPts val="0"/>
              </a:spcAft>
              <a:buClr>
                <a:schemeClr val="lt1"/>
              </a:buClr>
              <a:buSzPts val="2400"/>
              <a:buNone/>
            </a:pPr>
            <a:r>
              <a:t/>
            </a:r>
            <a:endParaRPr>
              <a:latin typeface="Courier New"/>
              <a:ea typeface="Courier New"/>
              <a:cs typeface="Courier New"/>
              <a:sym typeface="Courier New"/>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db.person.remove({}) #DELET FROM person</a:t>
            </a:r>
            <a:endParaRPr/>
          </a:p>
          <a:p>
            <a:pPr indent="0" lvl="1" marL="457200" rtl="0" algn="l">
              <a:lnSpc>
                <a:spcPct val="90000"/>
              </a:lnSpc>
              <a:spcBef>
                <a:spcPts val="500"/>
              </a:spcBef>
              <a:spcAft>
                <a:spcPts val="0"/>
              </a:spcAft>
              <a:buClr>
                <a:schemeClr val="lt1"/>
              </a:buClr>
              <a:buSzPts val="2400"/>
              <a:buNone/>
            </a:pPr>
            <a:r>
              <a:t/>
            </a:r>
            <a:endParaRPr>
              <a:latin typeface="Courier New"/>
              <a:ea typeface="Courier New"/>
              <a:cs typeface="Courier New"/>
              <a:sym typeface="Courier New"/>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db.person.remove({“name”:"John"})</a:t>
            </a:r>
            <a:endParaRPr/>
          </a:p>
          <a:p>
            <a:pPr indent="0" lvl="1" marL="457200" rtl="0" algn="l">
              <a:lnSpc>
                <a:spcPct val="90000"/>
              </a:lnSpc>
              <a:spcBef>
                <a:spcPts val="500"/>
              </a:spcBef>
              <a:spcAft>
                <a:spcPts val="0"/>
              </a:spcAft>
              <a:buClr>
                <a:schemeClr val="lt1"/>
              </a:buClr>
              <a:buSzPts val="2400"/>
              <a:buNone/>
            </a:pPr>
            <a:r>
              <a:rPr lang="en-SG">
                <a:latin typeface="Courier New"/>
                <a:ea typeface="Courier New"/>
                <a:cs typeface="Courier New"/>
                <a:sym typeface="Courier New"/>
              </a:rPr>
              <a:t> # DELETE FROM person WHERE name=“John”</a:t>
            </a:r>
            <a:endParaRPr>
              <a:latin typeface="Courier New"/>
              <a:ea typeface="Courier New"/>
              <a:cs typeface="Courier New"/>
              <a:sym typeface="Courier New"/>
            </a:endParaRPr>
          </a:p>
        </p:txBody>
      </p:sp>
      <p:sp>
        <p:nvSpPr>
          <p:cNvPr id="305" name="Google Shape;305;p19"/>
          <p:cNvSpPr txBox="1"/>
          <p:nvPr/>
        </p:nvSpPr>
        <p:spPr>
          <a:xfrm>
            <a:off x="1219200" y="368087"/>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0"/>
          <p:cNvSpPr txBox="1"/>
          <p:nvPr>
            <p:ph type="title"/>
          </p:nvPr>
        </p:nvSpPr>
        <p:spPr>
          <a:xfrm>
            <a:off x="628650" y="0"/>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311" name="Google Shape;311;p20"/>
          <p:cNvSpPr txBox="1"/>
          <p:nvPr>
            <p:ph idx="1" type="body"/>
          </p:nvPr>
        </p:nvSpPr>
        <p:spPr>
          <a:xfrm>
            <a:off x="132736" y="802201"/>
            <a:ext cx="8878528" cy="1733552"/>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FFFF00"/>
              </a:buClr>
              <a:buSzPts val="2800"/>
              <a:buChar char="•"/>
            </a:pPr>
            <a:r>
              <a:rPr lang="en-SG">
                <a:solidFill>
                  <a:srgbClr val="FFFF00"/>
                </a:solidFill>
              </a:rPr>
              <a:t>update</a:t>
            </a:r>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db.person.updateOne({“name”:"John"},       {$set:</a:t>
            </a:r>
            <a:r>
              <a:rPr lang="en-SG">
                <a:solidFill>
                  <a:srgbClr val="FFFF00"/>
                </a:solidFill>
                <a:latin typeface="Courier New"/>
                <a:ea typeface="Courier New"/>
                <a:cs typeface="Courier New"/>
                <a:sym typeface="Courier New"/>
              </a:rPr>
              <a:t>{“name”:"NewJohn"}</a:t>
            </a:r>
            <a:r>
              <a:rPr lang="en-SG">
                <a:latin typeface="Courier New"/>
                <a:ea typeface="Courier New"/>
                <a:cs typeface="Courier New"/>
                <a:sym typeface="Courier New"/>
              </a:rPr>
              <a:t> } )</a:t>
            </a:r>
            <a:endParaRPr/>
          </a:p>
          <a:p>
            <a:pPr indent="0" lvl="1" marL="457200" rtl="0" algn="l">
              <a:lnSpc>
                <a:spcPct val="90000"/>
              </a:lnSpc>
              <a:spcBef>
                <a:spcPts val="500"/>
              </a:spcBef>
              <a:spcAft>
                <a:spcPts val="0"/>
              </a:spcAft>
              <a:buClr>
                <a:schemeClr val="lt1"/>
              </a:buClr>
              <a:buSzPts val="2400"/>
              <a:buNone/>
            </a:pPr>
            <a:r>
              <a:rPr lang="en-SG"/>
              <a:t>   # UPDATE person SET name =“NewJohn”  WHERE name=“John”</a:t>
            </a:r>
            <a:endParaRPr/>
          </a:p>
          <a:p>
            <a:pPr indent="0" lvl="1" marL="457200" rtl="0" algn="l">
              <a:lnSpc>
                <a:spcPct val="90000"/>
              </a:lnSpc>
              <a:spcBef>
                <a:spcPts val="500"/>
              </a:spcBef>
              <a:spcAft>
                <a:spcPts val="0"/>
              </a:spcAft>
              <a:buClr>
                <a:schemeClr val="lt1"/>
              </a:buClr>
              <a:buSzPts val="2400"/>
              <a:buNone/>
            </a:pPr>
            <a:r>
              <a:t/>
            </a:r>
            <a:endParaRPr/>
          </a:p>
        </p:txBody>
      </p:sp>
      <p:sp>
        <p:nvSpPr>
          <p:cNvPr id="312" name="Google Shape;312;p20"/>
          <p:cNvSpPr txBox="1"/>
          <p:nvPr/>
        </p:nvSpPr>
        <p:spPr>
          <a:xfrm>
            <a:off x="1219200" y="368087"/>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
        <p:nvSpPr>
          <p:cNvPr id="313" name="Google Shape;313;p20"/>
          <p:cNvSpPr/>
          <p:nvPr/>
        </p:nvSpPr>
        <p:spPr>
          <a:xfrm>
            <a:off x="307257" y="4434225"/>
            <a:ext cx="7654413" cy="1733551"/>
          </a:xfrm>
          <a:prstGeom prst="rect">
            <a:avLst/>
          </a:prstGeom>
          <a:noFill/>
          <a:ln>
            <a:noFill/>
          </a:ln>
        </p:spPr>
        <p:txBody>
          <a:bodyPr anchorCtr="0" anchor="t" bIns="45700" lIns="91425" spcFirstLastPara="1" rIns="91425" wrap="square" tIns="45700">
            <a:spAutoFit/>
          </a:bodyPr>
          <a:lstStyle/>
          <a:p>
            <a:pPr indent="0" lvl="0" marL="270510" marR="0" rtl="0" algn="l">
              <a:lnSpc>
                <a:spcPct val="107000"/>
              </a:lnSpc>
              <a:spcBef>
                <a:spcPts val="0"/>
              </a:spcBef>
              <a:spcAft>
                <a:spcPts val="0"/>
              </a:spcAft>
              <a:buClr>
                <a:srgbClr val="000000"/>
              </a:buClr>
              <a:buSzPts val="2000"/>
              <a:buFont typeface="Arial"/>
              <a:buNone/>
            </a:pPr>
            <a:r>
              <a:rPr b="0" i="0" lang="en-SG" sz="2000" u="none" cap="none" strike="noStrike">
                <a:solidFill>
                  <a:srgbClr val="FFFF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“name”:"John",”class”:"18S01",                       “hobbies”:["running","kayaking","GAMING"],</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“PM”:{“name”:”Chan”,"age":34}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a:t>
            </a:r>
            <a:endParaRPr b="0" i="0" sz="1800" u="none" cap="none" strike="noStrike">
              <a:solidFill>
                <a:srgbClr val="FFFF00"/>
              </a:solidFill>
              <a:latin typeface="Open Sans"/>
              <a:ea typeface="Open Sans"/>
              <a:cs typeface="Open Sans"/>
              <a:sym typeface="Open Sans"/>
            </a:endParaRPr>
          </a:p>
        </p:txBody>
      </p:sp>
      <p:sp>
        <p:nvSpPr>
          <p:cNvPr id="314" name="Google Shape;314;p20"/>
          <p:cNvSpPr txBox="1"/>
          <p:nvPr/>
        </p:nvSpPr>
        <p:spPr>
          <a:xfrm>
            <a:off x="307256" y="2791875"/>
            <a:ext cx="8504235" cy="1530373"/>
          </a:xfrm>
          <a:prstGeom prst="rect">
            <a:avLst/>
          </a:prstGeom>
          <a:noFill/>
          <a:ln>
            <a:noFill/>
          </a:ln>
        </p:spPr>
        <p:txBody>
          <a:bodyPr anchorCtr="0" anchor="t" bIns="45700" lIns="91425" spcFirstLastPara="1" rIns="91425" wrap="square" tIns="45700">
            <a:normAutofit lnSpcReduction="10000"/>
          </a:bodyPr>
          <a:lstStyle/>
          <a:p>
            <a:pPr indent="-228600" lvl="0" marL="228600" marR="0" rtl="0" algn="l">
              <a:lnSpc>
                <a:spcPct val="90000"/>
              </a:lnSpc>
              <a:spcBef>
                <a:spcPts val="0"/>
              </a:spcBef>
              <a:spcAft>
                <a:spcPts val="0"/>
              </a:spcAft>
              <a:buClr>
                <a:srgbClr val="FFFF00"/>
              </a:buClr>
              <a:buSzPts val="2800"/>
              <a:buFont typeface="Arial"/>
              <a:buChar char="•"/>
            </a:pPr>
            <a:r>
              <a:rPr b="0" i="0" lang="en-SG" sz="2800" u="none" cap="none" strike="noStrike">
                <a:solidFill>
                  <a:srgbClr val="FFFF00"/>
                </a:solidFill>
                <a:latin typeface="Open Sans"/>
                <a:ea typeface="Open Sans"/>
                <a:cs typeface="Open Sans"/>
                <a:sym typeface="Open Sans"/>
              </a:rPr>
              <a:t>update PM's Chan age to 35</a:t>
            </a:r>
            <a:endParaRPr b="0" i="0" sz="1400" u="none" cap="none" strike="noStrike">
              <a:solidFill>
                <a:srgbClr val="000000"/>
              </a:solidFill>
              <a:latin typeface="Arial"/>
              <a:ea typeface="Arial"/>
              <a:cs typeface="Arial"/>
              <a:sym typeface="Arial"/>
            </a:endParaRPr>
          </a:p>
          <a:p>
            <a:pPr indent="-228600" lvl="1" marL="685800" marR="0" rtl="0" algn="l">
              <a:lnSpc>
                <a:spcPct val="90000"/>
              </a:lnSpc>
              <a:spcBef>
                <a:spcPts val="500"/>
              </a:spcBef>
              <a:spcAft>
                <a:spcPts val="0"/>
              </a:spcAft>
              <a:buClr>
                <a:schemeClr val="lt1"/>
              </a:buClr>
              <a:buSzPts val="2400"/>
              <a:buFont typeface="Arial"/>
              <a:buChar char="•"/>
            </a:pPr>
            <a:r>
              <a:rPr b="0" i="0" lang="en-SG" sz="2400" u="none" cap="none" strike="noStrike">
                <a:solidFill>
                  <a:schemeClr val="lt1"/>
                </a:solidFill>
                <a:latin typeface="Courier New"/>
                <a:ea typeface="Courier New"/>
                <a:cs typeface="Courier New"/>
                <a:sym typeface="Courier New"/>
              </a:rPr>
              <a:t>db.person.updateMany({“PM.name”:"Chan"},       {"$set":</a:t>
            </a:r>
            <a:r>
              <a:rPr b="0" i="0" lang="en-SG" sz="2400" u="none" cap="none" strike="noStrike">
                <a:solidFill>
                  <a:srgbClr val="FFFF00"/>
                </a:solidFill>
                <a:latin typeface="Courier New"/>
                <a:ea typeface="Courier New"/>
                <a:cs typeface="Courier New"/>
                <a:sym typeface="Courier New"/>
              </a:rPr>
              <a:t>{"PM.age":35}</a:t>
            </a:r>
            <a:r>
              <a:rPr b="0" i="0" lang="en-SG" sz="2400" u="none" cap="none" strike="noStrike">
                <a:solidFill>
                  <a:schemeClr val="lt1"/>
                </a:solidFill>
                <a:latin typeface="Courier New"/>
                <a:ea typeface="Courier New"/>
                <a:cs typeface="Courier New"/>
                <a:sym typeface="Courier New"/>
              </a:rPr>
              <a:t> }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ts val="2400"/>
              <a:buFont typeface="Arial"/>
              <a:buNone/>
            </a:pPr>
            <a:r>
              <a:rPr b="0" i="0" lang="en-SG" sz="24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1"/>
          <p:cNvSpPr txBox="1"/>
          <p:nvPr>
            <p:ph type="title"/>
          </p:nvPr>
        </p:nvSpPr>
        <p:spPr>
          <a:xfrm>
            <a:off x="628650" y="0"/>
            <a:ext cx="7886700" cy="89340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336110"/>
              <a:buFont typeface="Open Sans"/>
              <a:buNone/>
            </a:pPr>
            <a:r>
              <a:rPr lang="en-SG"/>
              <a:t>Database Operations</a:t>
            </a:r>
            <a:br>
              <a:rPr lang="en-SG"/>
            </a:br>
            <a:endParaRPr sz="2400"/>
          </a:p>
        </p:txBody>
      </p:sp>
      <p:sp>
        <p:nvSpPr>
          <p:cNvPr id="320" name="Google Shape;320;p21"/>
          <p:cNvSpPr txBox="1"/>
          <p:nvPr>
            <p:ph idx="1" type="body"/>
          </p:nvPr>
        </p:nvSpPr>
        <p:spPr>
          <a:xfrm>
            <a:off x="132736" y="3228758"/>
            <a:ext cx="8878528" cy="199295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FF00"/>
              </a:buClr>
              <a:buSzPts val="2800"/>
              <a:buChar char="•"/>
            </a:pPr>
            <a:r>
              <a:rPr lang="en-SG">
                <a:solidFill>
                  <a:srgbClr val="FFFF00"/>
                </a:solidFill>
              </a:rPr>
              <a:t>remove a field in a document</a:t>
            </a:r>
            <a:endParaRPr/>
          </a:p>
          <a:p>
            <a:pPr indent="-228600" lvl="1" marL="685800" rtl="0" algn="l">
              <a:lnSpc>
                <a:spcPct val="90000"/>
              </a:lnSpc>
              <a:spcBef>
                <a:spcPts val="500"/>
              </a:spcBef>
              <a:spcAft>
                <a:spcPts val="0"/>
              </a:spcAft>
              <a:buClr>
                <a:schemeClr val="lt1"/>
              </a:buClr>
              <a:buSzPts val="2400"/>
              <a:buChar char="•"/>
            </a:pPr>
            <a:r>
              <a:rPr lang="en-SG"/>
              <a:t>Remove the John's PM attribute from the document</a:t>
            </a:r>
            <a:endParaRPr/>
          </a:p>
          <a:p>
            <a:pPr indent="-228600" lvl="1" marL="685800" rtl="0" algn="l">
              <a:lnSpc>
                <a:spcPct val="90000"/>
              </a:lnSpc>
              <a:spcBef>
                <a:spcPts val="500"/>
              </a:spcBef>
              <a:spcAft>
                <a:spcPts val="0"/>
              </a:spcAft>
              <a:buClr>
                <a:schemeClr val="lt1"/>
              </a:buClr>
              <a:buSzPts val="2400"/>
              <a:buChar char="•"/>
            </a:pPr>
            <a:r>
              <a:rPr lang="en-SG">
                <a:latin typeface="Courier New"/>
                <a:ea typeface="Courier New"/>
                <a:cs typeface="Courier New"/>
                <a:sym typeface="Courier New"/>
              </a:rPr>
              <a:t>db.person.updateMany({“name”:"John"},       {"$unset":</a:t>
            </a:r>
            <a:r>
              <a:rPr lang="en-SG">
                <a:solidFill>
                  <a:srgbClr val="FFFF00"/>
                </a:solidFill>
                <a:latin typeface="Courier New"/>
                <a:ea typeface="Courier New"/>
                <a:cs typeface="Courier New"/>
                <a:sym typeface="Courier New"/>
              </a:rPr>
              <a:t>{“PM”:""}</a:t>
            </a:r>
            <a:r>
              <a:rPr lang="en-SG">
                <a:latin typeface="Courier New"/>
                <a:ea typeface="Courier New"/>
                <a:cs typeface="Courier New"/>
                <a:sym typeface="Courier New"/>
              </a:rPr>
              <a:t>} )</a:t>
            </a:r>
            <a:endParaRPr/>
          </a:p>
          <a:p>
            <a:pPr indent="0" lvl="1" marL="457200" rtl="0" algn="l">
              <a:lnSpc>
                <a:spcPct val="90000"/>
              </a:lnSpc>
              <a:spcBef>
                <a:spcPts val="500"/>
              </a:spcBef>
              <a:spcAft>
                <a:spcPts val="0"/>
              </a:spcAft>
              <a:buClr>
                <a:schemeClr val="lt1"/>
              </a:buClr>
              <a:buSzPts val="2400"/>
              <a:buNone/>
            </a:pPr>
            <a:r>
              <a:rPr lang="en-SG"/>
              <a:t> </a:t>
            </a:r>
            <a:endParaRPr/>
          </a:p>
        </p:txBody>
      </p:sp>
      <p:sp>
        <p:nvSpPr>
          <p:cNvPr id="321" name="Google Shape;321;p21"/>
          <p:cNvSpPr txBox="1"/>
          <p:nvPr/>
        </p:nvSpPr>
        <p:spPr>
          <a:xfrm>
            <a:off x="1219200" y="368087"/>
            <a:ext cx="5830529" cy="369332"/>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SG" sz="1800" u="none" cap="none" strike="noStrike">
                <a:solidFill>
                  <a:schemeClr val="lt1"/>
                </a:solidFill>
                <a:latin typeface="Open Sans"/>
                <a:ea typeface="Open Sans"/>
                <a:cs typeface="Open Sans"/>
                <a:sym typeface="Open Sans"/>
              </a:rPr>
              <a:t>on Javascript shell</a:t>
            </a:r>
            <a:endParaRPr b="0" i="0" sz="1400" u="none" cap="none" strike="noStrike">
              <a:solidFill>
                <a:srgbClr val="000000"/>
              </a:solidFill>
              <a:latin typeface="Arial"/>
              <a:ea typeface="Arial"/>
              <a:cs typeface="Arial"/>
              <a:sym typeface="Arial"/>
            </a:endParaRPr>
          </a:p>
        </p:txBody>
      </p:sp>
      <p:sp>
        <p:nvSpPr>
          <p:cNvPr id="322" name="Google Shape;322;p21"/>
          <p:cNvSpPr/>
          <p:nvPr/>
        </p:nvSpPr>
        <p:spPr>
          <a:xfrm>
            <a:off x="267818" y="4974552"/>
            <a:ext cx="7654413" cy="1733551"/>
          </a:xfrm>
          <a:prstGeom prst="rect">
            <a:avLst/>
          </a:prstGeom>
          <a:noFill/>
          <a:ln>
            <a:noFill/>
          </a:ln>
        </p:spPr>
        <p:txBody>
          <a:bodyPr anchorCtr="0" anchor="t" bIns="45700" lIns="91425" spcFirstLastPara="1" rIns="91425" wrap="square" tIns="45700">
            <a:spAutoFit/>
          </a:bodyPr>
          <a:lstStyle/>
          <a:p>
            <a:pPr indent="0" lvl="0" marL="270510" marR="0" rtl="0" algn="l">
              <a:lnSpc>
                <a:spcPct val="107000"/>
              </a:lnSpc>
              <a:spcBef>
                <a:spcPts val="0"/>
              </a:spcBef>
              <a:spcAft>
                <a:spcPts val="0"/>
              </a:spcAft>
              <a:buClr>
                <a:srgbClr val="000000"/>
              </a:buClr>
              <a:buSzPts val="2000"/>
              <a:buFont typeface="Arial"/>
              <a:buNone/>
            </a:pPr>
            <a:r>
              <a:rPr b="0" i="0" lang="en-SG" sz="2000" u="none" cap="none" strike="noStrike">
                <a:solidFill>
                  <a:srgbClr val="FFFF00"/>
                </a:solidFill>
                <a:latin typeface="Courier New"/>
                <a:ea typeface="Courier New"/>
                <a:cs typeface="Courier New"/>
                <a:sym typeface="Courier New"/>
              </a:rPr>
              <a:t>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“name”:"John",”class”:"18S01",                       “hobbies”:["running","kayaking","GAMING"],</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“PM”:{“name”:”Chan”,"age":34} </a:t>
            </a:r>
            <a:endParaRPr b="0" i="0" sz="1400" u="none" cap="none" strike="noStrike">
              <a:solidFill>
                <a:srgbClr val="000000"/>
              </a:solidFill>
              <a:latin typeface="Arial"/>
              <a:ea typeface="Arial"/>
              <a:cs typeface="Arial"/>
              <a:sym typeface="Arial"/>
            </a:endParaRPr>
          </a:p>
          <a:p>
            <a:pPr indent="0" lvl="1" marL="499110" marR="0" rtl="0" algn="l">
              <a:lnSpc>
                <a:spcPct val="107000"/>
              </a:lnSpc>
              <a:spcBef>
                <a:spcPts val="0"/>
              </a:spcBef>
              <a:spcAft>
                <a:spcPts val="0"/>
              </a:spcAft>
              <a:buClr>
                <a:srgbClr val="FFFF00"/>
              </a:buClr>
              <a:buSzPts val="2000"/>
              <a:buFont typeface="Courier New"/>
              <a:buNone/>
            </a:pPr>
            <a:r>
              <a:rPr b="0" i="0" lang="en-SG" sz="2000" u="none" cap="none" strike="noStrike">
                <a:solidFill>
                  <a:srgbClr val="FFFF00"/>
                </a:solidFill>
                <a:latin typeface="Courier New"/>
                <a:ea typeface="Courier New"/>
                <a:cs typeface="Courier New"/>
                <a:sym typeface="Courier New"/>
              </a:rPr>
              <a:t>}</a:t>
            </a:r>
            <a:endParaRPr b="0" i="0" sz="1800" u="none" cap="none" strike="noStrike">
              <a:solidFill>
                <a:srgbClr val="FFFF00"/>
              </a:solidFill>
              <a:latin typeface="Open Sans"/>
              <a:ea typeface="Open Sans"/>
              <a:cs typeface="Open Sans"/>
              <a:sym typeface="Open Sans"/>
            </a:endParaRPr>
          </a:p>
        </p:txBody>
      </p:sp>
      <p:sp>
        <p:nvSpPr>
          <p:cNvPr id="323" name="Google Shape;323;p21"/>
          <p:cNvSpPr txBox="1"/>
          <p:nvPr/>
        </p:nvSpPr>
        <p:spPr>
          <a:xfrm>
            <a:off x="132736" y="614763"/>
            <a:ext cx="8678755" cy="3421760"/>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marR="0" rtl="0" algn="l">
              <a:lnSpc>
                <a:spcPct val="90000"/>
              </a:lnSpc>
              <a:spcBef>
                <a:spcPts val="0"/>
              </a:spcBef>
              <a:spcAft>
                <a:spcPts val="0"/>
              </a:spcAft>
              <a:buClr>
                <a:srgbClr val="FFFF00"/>
              </a:buClr>
              <a:buSzPct val="100000"/>
              <a:buFont typeface="Arial"/>
              <a:buChar char="•"/>
            </a:pPr>
            <a:r>
              <a:rPr b="0" i="0" lang="en-SG" sz="2800" u="none" cap="none" strike="noStrike">
                <a:solidFill>
                  <a:srgbClr val="FFFF00"/>
                </a:solidFill>
                <a:latin typeface="Open Sans"/>
                <a:ea typeface="Open Sans"/>
                <a:cs typeface="Open Sans"/>
                <a:sym typeface="Open Sans"/>
              </a:rPr>
              <a:t>update on an array element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lt1"/>
              </a:buClr>
              <a:buSzPct val="100000"/>
              <a:buFont typeface="Arial"/>
              <a:buNone/>
            </a:pPr>
            <a:r>
              <a:t/>
            </a:r>
            <a:endParaRPr b="0" i="0" sz="2800" u="none" cap="none" strike="noStrike">
              <a:solidFill>
                <a:srgbClr val="FFFF00"/>
              </a:solidFill>
              <a:latin typeface="Open Sans"/>
              <a:ea typeface="Open Sans"/>
              <a:cs typeface="Open Sans"/>
              <a:sym typeface="Open Sans"/>
            </a:endParaRPr>
          </a:p>
          <a:p>
            <a:pPr indent="-228600" lvl="1" marL="685800" marR="0" rtl="0" algn="l">
              <a:lnSpc>
                <a:spcPct val="90000"/>
              </a:lnSpc>
              <a:spcBef>
                <a:spcPts val="500"/>
              </a:spcBef>
              <a:spcAft>
                <a:spcPts val="0"/>
              </a:spcAft>
              <a:buClr>
                <a:schemeClr val="lt1"/>
              </a:buClr>
              <a:buSzPct val="100000"/>
              <a:buFont typeface="Arial"/>
              <a:buChar char="•"/>
            </a:pPr>
            <a:r>
              <a:rPr b="0" i="0" lang="en-SG" sz="2400" u="none" cap="none" strike="noStrike">
                <a:solidFill>
                  <a:schemeClr val="lt1"/>
                </a:solidFill>
                <a:latin typeface="Open Sans"/>
                <a:ea typeface="Open Sans"/>
                <a:cs typeface="Open Sans"/>
                <a:sym typeface="Open Sans"/>
              </a:rPr>
              <a:t>Change "GAMING" in hobbies array to "gaming"</a:t>
            </a:r>
            <a:endParaRPr b="0" i="0" sz="1400" u="none" cap="none" strike="noStrike">
              <a:solidFill>
                <a:srgbClr val="000000"/>
              </a:solidFill>
              <a:latin typeface="Arial"/>
              <a:ea typeface="Arial"/>
              <a:cs typeface="Arial"/>
              <a:sym typeface="Arial"/>
            </a:endParaRPr>
          </a:p>
          <a:p>
            <a:pPr indent="-228600" lvl="1" marL="685800" marR="0" rtl="0" algn="l">
              <a:lnSpc>
                <a:spcPct val="120000"/>
              </a:lnSpc>
              <a:spcBef>
                <a:spcPts val="500"/>
              </a:spcBef>
              <a:spcAft>
                <a:spcPts val="0"/>
              </a:spcAft>
              <a:buClr>
                <a:schemeClr val="lt1"/>
              </a:buClr>
              <a:buSzPct val="100000"/>
              <a:buFont typeface="Arial"/>
              <a:buChar char="•"/>
            </a:pPr>
            <a:r>
              <a:rPr b="0" i="0" lang="en-SG" sz="2400" u="none" cap="none" strike="noStrike">
                <a:solidFill>
                  <a:schemeClr val="lt1"/>
                </a:solidFill>
                <a:latin typeface="Courier New"/>
                <a:ea typeface="Courier New"/>
                <a:cs typeface="Courier New"/>
                <a:sym typeface="Courier New"/>
              </a:rPr>
              <a:t>db.person.updateMany({"hobbies":"GAMING"},       {"$set":</a:t>
            </a:r>
            <a:r>
              <a:rPr b="0" i="0" lang="en-SG" sz="2400" u="none" cap="none" strike="noStrike">
                <a:solidFill>
                  <a:srgbClr val="FFFF00"/>
                </a:solidFill>
                <a:latin typeface="Courier New"/>
                <a:ea typeface="Courier New"/>
                <a:cs typeface="Courier New"/>
                <a:sym typeface="Courier New"/>
              </a:rPr>
              <a:t>{"hobbies":"gaming"}</a:t>
            </a:r>
            <a:r>
              <a:rPr b="0" i="0" lang="en-SG" sz="2400" u="none" cap="none" strike="noStrike">
                <a:solidFill>
                  <a:schemeClr val="lt1"/>
                </a:solidFill>
                <a:latin typeface="Courier New"/>
                <a:ea typeface="Courier New"/>
                <a:cs typeface="Courier New"/>
                <a:sym typeface="Courier New"/>
              </a:rPr>
              <a:t> }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ct val="100000"/>
              <a:buFont typeface="Arial"/>
              <a:buNone/>
            </a:pPr>
            <a:r>
              <a:t/>
            </a:r>
            <a:endParaRPr b="0" i="0" sz="2400" u="none" cap="none" strike="noStrike">
              <a:solidFill>
                <a:schemeClr val="lt1"/>
              </a:solidFill>
              <a:latin typeface="Courier New"/>
              <a:ea typeface="Courier New"/>
              <a:cs typeface="Courier New"/>
              <a:sym typeface="Courier New"/>
            </a:endParaRPr>
          </a:p>
          <a:p>
            <a:pPr indent="-228600" lvl="1" marL="685800" marR="0" rtl="0" algn="l">
              <a:lnSpc>
                <a:spcPct val="120000"/>
              </a:lnSpc>
              <a:spcBef>
                <a:spcPts val="500"/>
              </a:spcBef>
              <a:spcAft>
                <a:spcPts val="0"/>
              </a:spcAft>
              <a:buClr>
                <a:schemeClr val="lt1"/>
              </a:buClr>
              <a:buSzPct val="100000"/>
              <a:buFont typeface="Arial"/>
              <a:buChar char="•"/>
            </a:pPr>
            <a:r>
              <a:rPr b="0" i="0" lang="en-SG" sz="2400" u="none" cap="none" strike="noStrike">
                <a:solidFill>
                  <a:schemeClr val="lt1"/>
                </a:solidFill>
                <a:latin typeface="Courier New"/>
                <a:ea typeface="Courier New"/>
                <a:cs typeface="Courier New"/>
                <a:sym typeface="Courier New"/>
              </a:rPr>
              <a:t>db.person.updateMany({"hobbies":"GAMING"},       {"$set":</a:t>
            </a:r>
            <a:r>
              <a:rPr b="0" i="0" lang="en-SG" sz="2400" u="none" cap="none" strike="noStrike">
                <a:solidFill>
                  <a:srgbClr val="FFFF00"/>
                </a:solidFill>
                <a:latin typeface="Courier New"/>
                <a:ea typeface="Courier New"/>
                <a:cs typeface="Courier New"/>
                <a:sym typeface="Courier New"/>
              </a:rPr>
              <a:t>{"hobbies.$":"gaming"}</a:t>
            </a:r>
            <a:r>
              <a:rPr b="0" i="0" lang="en-SG" sz="2400" u="none" cap="none" strike="noStrike">
                <a:solidFill>
                  <a:schemeClr val="lt1"/>
                </a:solidFill>
                <a:latin typeface="Courier New"/>
                <a:ea typeface="Courier New"/>
                <a:cs typeface="Courier New"/>
                <a:sym typeface="Courier New"/>
              </a:rPr>
              <a:t> } )</a:t>
            </a:r>
            <a:endParaRPr b="0" i="0" sz="1400" u="none" cap="none" strike="noStrike">
              <a:solidFill>
                <a:srgbClr val="000000"/>
              </a:solidFill>
              <a:latin typeface="Arial"/>
              <a:ea typeface="Arial"/>
              <a:cs typeface="Arial"/>
              <a:sym typeface="Arial"/>
            </a:endParaRPr>
          </a:p>
          <a:p>
            <a:pPr indent="0" lvl="1" marL="457200" marR="0" rtl="0" algn="l">
              <a:lnSpc>
                <a:spcPct val="90000"/>
              </a:lnSpc>
              <a:spcBef>
                <a:spcPts val="500"/>
              </a:spcBef>
              <a:spcAft>
                <a:spcPts val="0"/>
              </a:spcAft>
              <a:buClr>
                <a:schemeClr val="lt1"/>
              </a:buClr>
              <a:buSzPct val="100000"/>
              <a:buFont typeface="Arial"/>
              <a:buNone/>
            </a:pPr>
            <a:r>
              <a:t/>
            </a:r>
            <a:endParaRPr b="0" i="0" sz="2400" u="none" cap="none" strike="noStrike">
              <a:solidFill>
                <a:schemeClr val="lt1"/>
              </a:solidFill>
              <a:latin typeface="Courier New"/>
              <a:ea typeface="Courier New"/>
              <a:cs typeface="Courier New"/>
              <a:sym typeface="Courier New"/>
            </a:endParaRPr>
          </a:p>
          <a:p>
            <a:pPr indent="0" lvl="1" marL="457200" marR="0" rtl="0" algn="l">
              <a:lnSpc>
                <a:spcPct val="90000"/>
              </a:lnSpc>
              <a:spcBef>
                <a:spcPts val="500"/>
              </a:spcBef>
              <a:spcAft>
                <a:spcPts val="0"/>
              </a:spcAft>
              <a:buClr>
                <a:schemeClr val="lt1"/>
              </a:buClr>
              <a:buSzPct val="100000"/>
              <a:buFont typeface="Arial"/>
              <a:buNone/>
            </a:pPr>
            <a:r>
              <a:rPr b="0" i="0" lang="en-SG" sz="2400" u="none" cap="none" strike="noStrike">
                <a:solidFill>
                  <a:schemeClr val="lt1"/>
                </a:solidFill>
                <a:latin typeface="Open Sans"/>
                <a:ea typeface="Open Sans"/>
                <a:cs typeface="Open Sans"/>
                <a:sym typeface="Open Sans"/>
              </a:rPr>
              <a:t>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lt1"/>
              </a:buClr>
              <a:buSzPct val="111111"/>
              <a:buFont typeface="Open Sans"/>
              <a:buNone/>
            </a:pPr>
            <a:r>
              <a:rPr lang="en-SG"/>
              <a:t>PyMongo</a:t>
            </a:r>
            <a:br>
              <a:rPr lang="en-SG"/>
            </a:br>
            <a:br>
              <a:rPr lang="en-SG"/>
            </a:br>
            <a:r>
              <a:rPr lang="en-SG"/>
              <a:t>- see </a:t>
            </a:r>
            <a:r>
              <a:rPr lang="en-SG">
                <a:latin typeface="Courier New"/>
                <a:ea typeface="Courier New"/>
                <a:cs typeface="Courier New"/>
                <a:sym typeface="Courier New"/>
              </a:rPr>
              <a:t>pymongo.ipynb</a:t>
            </a:r>
            <a:endParaRPr>
              <a:latin typeface="Courier New"/>
              <a:ea typeface="Courier New"/>
              <a:cs typeface="Courier New"/>
              <a:sym typeface="Courier New"/>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2019-05-29T00:08:15Z</dcterms:created>
  <dc:creator>khar woh leong</dc:creator>
</cp:coreProperties>
</file>