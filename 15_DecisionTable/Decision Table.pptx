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eHmO1Fl2BaiUOP210ViHKno29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2E786E-7FB5-4B31-8D6D-F36462D3E772}">
  <a:tblStyle styleId="{382E786E-7FB5-4B31-8D6D-F36462D3E7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</a:pPr>
            <a:r>
              <a:rPr lang="en-SG"/>
              <a:t>Scenario:</a:t>
            </a:r>
            <a:endParaRPr/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SG"/>
              <a:t>Consider an online company that charges $5 for delivery of packages.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SG"/>
              <a:t>If the order value is over $50 and the package is small and the customer has a promotion code, the delivery is free.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SG"/>
              <a:t>If the order is over $50 and the package is small, the delivery charge is $1.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SG"/>
              <a:t>if the order value is over $50 and the customer has a promotion code, the delivery charge is $1.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idx="1" type="body"/>
          </p:nvPr>
        </p:nvSpPr>
        <p:spPr>
          <a:xfrm>
            <a:off x="252549" y="2801523"/>
            <a:ext cx="8805726" cy="3799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400"/>
              <a:t>The most important aspect in software engineering is to capture the problem as accurately as possible.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400"/>
              <a:t>But Real-world problems are often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000"/>
              <a:t>complex, ambiguous, or incomplete.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000"/>
              <a:t>Natural language requirements can be vague or contradictory.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000"/>
              <a:t>Hidden or implicit conditions can lead to missed scenarios.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400"/>
              <a:t>A Decision Table is a tool that helps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000"/>
              <a:t>Clarifies complex logic: Breaks down multiple conditions and actions systematically.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000"/>
              <a:t>Ensures completeness: Identifies all possible combinations of conditions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SG" sz="2000"/>
              <a:t>.Avoids ambiguity: Provides an unambiguous, visual representation of decision rules.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179176" y="1130470"/>
            <a:ext cx="2222636" cy="1120438"/>
          </a:xfrm>
          <a:prstGeom prst="flowChartTerminator">
            <a:avLst/>
          </a:prstGeom>
          <a:solidFill>
            <a:schemeClr val="dk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115538" y="1804740"/>
            <a:ext cx="318368" cy="1442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268091" y="4791758"/>
            <a:ext cx="120359" cy="39935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415096" y="1287278"/>
            <a:ext cx="2277581" cy="661754"/>
          </a:xfrm>
          <a:prstGeom prst="flowChartTerminator">
            <a:avLst/>
          </a:prstGeom>
          <a:solidFill>
            <a:schemeClr val="dk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725372" y="1076470"/>
            <a:ext cx="3449791" cy="1228437"/>
          </a:xfrm>
          <a:prstGeom prst="flowChartProcess">
            <a:avLst/>
          </a:prstGeom>
          <a:solidFill>
            <a:schemeClr val="dk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the Problem: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Representation of the Problem that can be solved Algorithmically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243758" y="2571580"/>
            <a:ext cx="38862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SG" sz="2400"/>
              <a:t>But Real-world problems are often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SG" sz="2000"/>
              <a:t>complex, ambiguous, or incomplete.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SG" sz="2000"/>
              <a:t>Natural language requirements can be vague or contradictory.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SG" sz="2000"/>
              <a:t>Hidden or implicit conditions can lead to missed scenarios.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>
            <p:ph idx="2" type="body"/>
          </p:nvPr>
        </p:nvSpPr>
        <p:spPr>
          <a:xfrm>
            <a:off x="4629149" y="2425700"/>
            <a:ext cx="43910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SG" sz="2400"/>
              <a:t>A Decision Table is a tool that helps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SG" sz="2000"/>
              <a:t>Clarifies complex logic: Breaks down multiple conditions and actions systematically.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SG" sz="2000"/>
              <a:t>Ensures completeness: Identifies all possible combinations of conditions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SG" sz="2000"/>
              <a:t>Avoids ambiguity: Provides an unambiguous, visual representation of decision rules.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43758" y="882820"/>
            <a:ext cx="2222636" cy="1120438"/>
          </a:xfrm>
          <a:prstGeom prst="flowChartTerminator">
            <a:avLst/>
          </a:prstGeom>
          <a:solidFill>
            <a:schemeClr val="dk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422528" y="1112161"/>
            <a:ext cx="2277581" cy="661754"/>
          </a:xfrm>
          <a:prstGeom prst="flowChartTerminator">
            <a:avLst/>
          </a:prstGeom>
          <a:solidFill>
            <a:schemeClr val="dk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789954" y="828820"/>
            <a:ext cx="3449791" cy="1228437"/>
          </a:xfrm>
          <a:prstGeom prst="flowChartProcess">
            <a:avLst/>
          </a:prstGeom>
          <a:solidFill>
            <a:schemeClr val="dk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the Problem: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b="0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Representation of the Problem that can be solved Algorithmically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158033" y="133322"/>
            <a:ext cx="6842842" cy="529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pen Sans"/>
              <a:buNone/>
            </a:pPr>
            <a:r>
              <a:rPr lang="en-SG" sz="2800"/>
              <a:t>Why Decision Table ?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4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Conhditions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5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6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6"/>
          <p:cNvSpPr/>
          <p:nvPr/>
        </p:nvSpPr>
        <p:spPr>
          <a:xfrm>
            <a:off x="6489290" y="1504334"/>
            <a:ext cx="993058" cy="367726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7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8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8"/>
          <p:cNvSpPr/>
          <p:nvPr/>
        </p:nvSpPr>
        <p:spPr>
          <a:xfrm>
            <a:off x="7010400" y="1504334"/>
            <a:ext cx="939062" cy="367726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9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9"/>
          <p:cNvSpPr/>
          <p:nvPr/>
        </p:nvSpPr>
        <p:spPr>
          <a:xfrm>
            <a:off x="6533618" y="1494500"/>
            <a:ext cx="939062" cy="367726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10"/>
          <p:cNvGraphicFramePr/>
          <p:nvPr/>
        </p:nvGraphicFramePr>
        <p:xfrm>
          <a:off x="865239" y="15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{382E786E-7FB5-4B31-8D6D-F36462D3E772}</a:tableStyleId>
              </a:tblPr>
              <a:tblGrid>
                <a:gridCol w="1541450"/>
                <a:gridCol w="2205300"/>
                <a:gridCol w="476775"/>
                <a:gridCol w="476775"/>
                <a:gridCol w="476775"/>
                <a:gridCol w="476775"/>
                <a:gridCol w="476775"/>
              </a:tblGrid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Order Value &gt; $50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Package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Promotion Code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128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Free Delivery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 Charge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7625" marB="47625" marR="47625" marL="476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2019-05-29T00:08:15Z</dcterms:created>
  <dc:creator>khar woh leong</dc:creator>
</cp:coreProperties>
</file>